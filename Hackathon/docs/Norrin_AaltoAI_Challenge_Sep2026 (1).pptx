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6" r:id="rId4"/>
    <p:sldMasterId id="2147483648" r:id="rId5"/>
  </p:sldMasterIdLst>
  <p:notesMasterIdLst>
    <p:notesMasterId r:id="rId17"/>
  </p:notesMasterIdLst>
  <p:sldIdLst>
    <p:sldId id="345" r:id="rId6"/>
    <p:sldId id="2147196072" r:id="rId7"/>
    <p:sldId id="344" r:id="rId8"/>
    <p:sldId id="256" r:id="rId9"/>
    <p:sldId id="258" r:id="rId10"/>
    <p:sldId id="2147196082" r:id="rId11"/>
    <p:sldId id="2147196078" r:id="rId12"/>
    <p:sldId id="2147196074" r:id="rId13"/>
    <p:sldId id="2147196079" r:id="rId14"/>
    <p:sldId id="342" r:id="rId15"/>
    <p:sldId id="34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E862F03-21A8-9FD4-2766-112B40A01B37}" name="Iiro Naumanen" initials="IN" userId="S::iiro_smartbi.fi#ext#@cloud1oy.onmicrosoft.com::dc88e285-fac2-4880-b31b-6e5a4d5542df" providerId="AD"/>
  <p188:author id="{0259E278-4482-E3CE-8160-836CAFF42DE7}" name="Aino Valkama" initials="AV" userId="S::aino.valkama@norrin.com::4a4c0830-999f-4ac5-aee8-5c0102dad3c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3E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9F8509-6EFB-3FA2-F344-90C00F10D7EB}" v="53" dt="2026-09-18T09:43:30.237"/>
    <p1510:client id="{55F41FA8-137F-47DC-819D-090A6758781A}" v="17" dt="2026-09-18T10:03:51.405"/>
    <p1510:client id="{FFF9C23C-1043-4C36-E10E-AD077F6ACFCE}" v="5" dt="2026-09-18T11:36:56.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554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01D8-6C96-FD49-58EC-6296DED07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E7EB3-9C45-305F-60E0-3DA4E2A636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3F3830-F15C-0D0F-39C7-24B04D7B66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713A3C-CBD7-3E10-314C-A9413585A0B1}"/>
              </a:ext>
            </a:extLst>
          </p:cNvPr>
          <p:cNvSpPr>
            <a:spLocks noGrp="1"/>
          </p:cNvSpPr>
          <p:nvPr>
            <p:ph type="sldNum" sz="quarter" idx="5"/>
          </p:nvPr>
        </p:nvSpPr>
        <p:spPr/>
        <p:txBody>
          <a:bodyPr/>
          <a:lstStyle/>
          <a:p>
            <a:fld id="{9671E776-8118-4B4D-8FDD-A56843F8C2B8}" type="slidenum">
              <a:rPr lang="en-GB" smtClean="0"/>
              <a:t>2</a:t>
            </a:fld>
            <a:endParaRPr lang="en-GB"/>
          </a:p>
        </p:txBody>
      </p:sp>
    </p:spTree>
    <p:extLst>
      <p:ext uri="{BB962C8B-B14F-4D97-AF65-F5344CB8AC3E}">
        <p14:creationId xmlns:p14="http://schemas.microsoft.com/office/powerpoint/2010/main" val="2809977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4741-4F2E-B4BD-625A-7152FF566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5E62F-2D57-8EEB-FDAF-4598D1B6FC23}"/>
              </a:ext>
            </a:extLst>
          </p:cNvPr>
          <p:cNvSpPr>
            <a:spLocks noGrp="1" noRot="1" noChangeAspect="1"/>
          </p:cNvSpPr>
          <p:nvPr>
            <p:ph type="sldImg"/>
          </p:nvPr>
        </p:nvSpPr>
        <p:spPr/>
        <p:txBody>
          <a:bodyPr/>
          <a:lstStyle/>
          <a:p>
            <a:endParaRPr lang="en-FI"/>
          </a:p>
        </p:txBody>
      </p:sp>
      <p:sp>
        <p:nvSpPr>
          <p:cNvPr id="3" name="Notes Placeholder 2">
            <a:extLst>
              <a:ext uri="{FF2B5EF4-FFF2-40B4-BE49-F238E27FC236}">
                <a16:creationId xmlns:a16="http://schemas.microsoft.com/office/drawing/2014/main" id="{4712AF07-F74E-9119-8168-B1FE19C89A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D1FB71-FC31-2208-F562-4E4D071D94A4}"/>
              </a:ext>
            </a:extLst>
          </p:cNvPr>
          <p:cNvSpPr>
            <a:spLocks noGrp="1"/>
          </p:cNvSpPr>
          <p:nvPr>
            <p:ph type="sldNum" sz="quarter" idx="5"/>
          </p:nvPr>
        </p:nvSpPr>
        <p:spPr/>
        <p:txBody>
          <a:bodyPr/>
          <a:lstStyle/>
          <a:p>
            <a:fld id="{9671E776-8118-4B4D-8FDD-A56843F8C2B8}" type="slidenum">
              <a:rPr lang="en-GB" smtClean="0"/>
              <a:t>3</a:t>
            </a:fld>
            <a:endParaRPr lang="en-GB"/>
          </a:p>
        </p:txBody>
      </p:sp>
    </p:spTree>
    <p:extLst>
      <p:ext uri="{BB962C8B-B14F-4D97-AF65-F5344CB8AC3E}">
        <p14:creationId xmlns:p14="http://schemas.microsoft.com/office/powerpoint/2010/main" val="1406895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 — COVER
Don't say anything yet. Let the slide sit for 2–3 seconds.
Then: "That's the challenge we're giving you today."
Pause. Make eye contact. Then move to slide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5814F-E491-9F11-E50A-415D24F97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54C8B-7A0C-3B41-FA1F-31B26FA330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A8C5D-5381-0603-371C-55452CA2D3CB}"/>
              </a:ext>
            </a:extLst>
          </p:cNvPr>
          <p:cNvSpPr>
            <a:spLocks noGrp="1"/>
          </p:cNvSpPr>
          <p:nvPr>
            <p:ph type="body" idx="1"/>
          </p:nvPr>
        </p:nvSpPr>
        <p:spPr/>
        <p:txBody>
          <a:bodyPr/>
          <a:lstStyle/>
          <a:p>
            <a:r>
              <a:rPr lang="en-US"/>
              <a:t>SLIDE 5 — THE CHALLENGE
This is your energy moment. Read the headline out loud — slowly.
"Your challenge is to build a multi-agent AI system that gives any organization a grounded, honest first-pass assessment of their AI use case under the EU AI Act."
Pause. Let it sink in.
"The flow is four steps. Users upload their documents — case studies, vendor papers, product specs, internal process notes. The system analyzes them, pulls the relevant parts of the EU AI Act from a built-in corpus, and generates a structured assessment automatically. No prompt engineering required. And then the user can have a real conversation with the system to refine it."
Then the key constraint:
"The EU AI Act reference corpus is built in. Users don't upload the regulation. The system already knows it."</a:t>
            </a:r>
          </a:p>
        </p:txBody>
      </p:sp>
      <p:sp>
        <p:nvSpPr>
          <p:cNvPr id="4" name="Slide Number Placeholder 3">
            <a:extLst>
              <a:ext uri="{FF2B5EF4-FFF2-40B4-BE49-F238E27FC236}">
                <a16:creationId xmlns:a16="http://schemas.microsoft.com/office/drawing/2014/main" id="{E596B9F0-0ABC-BC0A-83A1-271DDC1F9C3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33124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D4A5C-1B81-E91F-9E6C-AA955C517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D75F3-97F9-60DA-07D4-14A593EE7E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BA410D-B6D8-A6BE-E2E5-63E4D7CDD5ED}"/>
              </a:ext>
            </a:extLst>
          </p:cNvPr>
          <p:cNvSpPr>
            <a:spLocks noGrp="1"/>
          </p:cNvSpPr>
          <p:nvPr>
            <p:ph type="body" idx="1"/>
          </p:nvPr>
        </p:nvSpPr>
        <p:spPr/>
        <p:txBody>
          <a:bodyPr/>
          <a:lstStyle/>
          <a:p>
            <a:r>
              <a:rPr lang="en-US"/>
              <a:t>SLIDE 5 — THE CHALLENGE
This is your energy moment. Read the headline out loud — slowly.
"Your challenge is to build a multi-agent AI system that gives any organization a grounded, honest first-pass assessment of their AI use case under the EU AI Act."
Pause. Let it sink in.
"The flow is four steps. Users upload their documents — case studies, vendor papers, product specs, internal process notes. The system analyzes them, pulls the relevant parts of the EU AI Act from a built-in corpus, and generates a structured assessment automatically. No prompt engineering required. And then the user can have a real conversation with the system to refine it."
Then the key constraint:
"The EU AI Act reference corpus is built in. Users don't upload the regulation. The system already knows it."</a:t>
            </a:r>
          </a:p>
        </p:txBody>
      </p:sp>
      <p:sp>
        <p:nvSpPr>
          <p:cNvPr id="4" name="Slide Number Placeholder 3">
            <a:extLst>
              <a:ext uri="{FF2B5EF4-FFF2-40B4-BE49-F238E27FC236}">
                <a16:creationId xmlns:a16="http://schemas.microsoft.com/office/drawing/2014/main" id="{ECC077E0-08ED-AA8F-0191-BB757CF3B86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6982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DDC92-CCF6-53A4-BB21-89059CCB2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0CC6F-7618-39D4-7DC9-5AEEE6EEE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41C79-F6B5-DCBF-1DE3-D06033D49029}"/>
              </a:ext>
            </a:extLst>
          </p:cNvPr>
          <p:cNvSpPr>
            <a:spLocks noGrp="1"/>
          </p:cNvSpPr>
          <p:nvPr>
            <p:ph type="body" idx="1"/>
          </p:nvPr>
        </p:nvSpPr>
        <p:spPr/>
        <p:txBody>
          <a:bodyPr/>
          <a:lstStyle/>
          <a:p>
            <a:r>
              <a:rPr lang="en-US"/>
              <a:t>SLIDE 6 — SCOPE
Go through this quickly. Teams have the written brief — this is a visual anchor, not a lecture.
"The output must cover six areas. A summary of what the AI system is. The key facts extracted from the uploaded documents. A preliminary assessment against the AI Act — risk classification, obligations, roles. Governance observations. A list of what’s missing. And critically — every single claim must be labelled by where it came from."
Point to the yellow bar at the bottom.
"And one hard constraint: the system generates the first assessment automatically. The user doesn’t write a prompt. They upload their documents, and the analysis appears."
That’s what makes this genuinely hard — and genuinely useful.</a:t>
            </a:r>
          </a:p>
        </p:txBody>
      </p:sp>
      <p:sp>
        <p:nvSpPr>
          <p:cNvPr id="4" name="Slide Number Placeholder 3">
            <a:extLst>
              <a:ext uri="{FF2B5EF4-FFF2-40B4-BE49-F238E27FC236}">
                <a16:creationId xmlns:a16="http://schemas.microsoft.com/office/drawing/2014/main" id="{0F460F8A-3249-2387-0EC5-79E373DCBBE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03460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13E1-066F-ED37-E446-92FF5D6BF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5F5F5-D547-B739-6E7D-5FF067CD3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C673B-BDA5-4B06-7F3C-71B4831B55A5}"/>
              </a:ext>
            </a:extLst>
          </p:cNvPr>
          <p:cNvSpPr>
            <a:spLocks noGrp="1"/>
          </p:cNvSpPr>
          <p:nvPr>
            <p:ph type="body" idx="1"/>
          </p:nvPr>
        </p:nvSpPr>
        <p:spPr/>
        <p:txBody>
          <a:bodyPr/>
          <a:lstStyle/>
          <a:p>
            <a:r>
              <a:rPr lang="en-US"/>
              <a:t>SLIDE 8 — CLOSE
Bring it back to Sara.
"Sara needs an answer by tomorrow morning. She doesn’t have time to read 458 pages. She doesn’t have a lawyer on speed dial. She has you."
Pause.
"Your job is to build the tool that helps her. One that reads her documents, pulls the relevant parts of the Act, and gives her a structured, grounded, honest assessment — with citations, with uncertainty flags, and without pretending to be a compliance authority."
Look at the room.
"The brief has everything you need. Reference corpus URLs, bonus capabilities, evaluation criteria. We’re at the challenge table if you have questions."
Close with energy:
"What would a Norrin do? Go find out."</a:t>
            </a:r>
          </a:p>
        </p:txBody>
      </p:sp>
      <p:sp>
        <p:nvSpPr>
          <p:cNvPr id="4" name="Slide Number Placeholder 3">
            <a:extLst>
              <a:ext uri="{FF2B5EF4-FFF2-40B4-BE49-F238E27FC236}">
                <a16:creationId xmlns:a16="http://schemas.microsoft.com/office/drawing/2014/main" id="{537A3F16-7886-7E04-384A-F9747230CAC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0435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Ending Slide 1">
    <p:bg>
      <p:bgPr>
        <a:solidFill>
          <a:srgbClr val="557B8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932395" y="2787454"/>
            <a:ext cx="4324490" cy="127494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308793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5B7F3-1215-4921-A314-96E4FC2B1239}"/>
              </a:ext>
            </a:extLst>
          </p:cNvPr>
          <p:cNvSpPr>
            <a:spLocks noGrp="1"/>
          </p:cNvSpPr>
          <p:nvPr>
            <p:ph type="title" hasCustomPrompt="1"/>
          </p:nvPr>
        </p:nvSpPr>
        <p:spPr/>
        <p:txBody>
          <a:bodyPr/>
          <a:lstStyle/>
          <a:p>
            <a:r>
              <a:rPr lang="en-GB" noProof="0"/>
              <a:t>Add title here</a:t>
            </a:r>
            <a:endParaRPr lang="en-GB"/>
          </a:p>
        </p:txBody>
      </p:sp>
      <p:sp>
        <p:nvSpPr>
          <p:cNvPr id="8" name="Slide Number Placeholder 7">
            <a:extLst>
              <a:ext uri="{FF2B5EF4-FFF2-40B4-BE49-F238E27FC236}">
                <a16:creationId xmlns:a16="http://schemas.microsoft.com/office/drawing/2014/main" id="{3C581D05-5813-4B50-86D4-96A15B78A231}"/>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Footer Placeholder 6">
            <a:extLst>
              <a:ext uri="{FF2B5EF4-FFF2-40B4-BE49-F238E27FC236}">
                <a16:creationId xmlns:a16="http://schemas.microsoft.com/office/drawing/2014/main" id="{49DC06B5-A1D3-9F7E-2099-582C2D5B2D1A}"/>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3821305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Slide 5">
    <p:bg>
      <p:bgPr>
        <a:solidFill>
          <a:srgbClr val="557B83"/>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9330019" y="1891992"/>
            <a:ext cx="2649031" cy="602101"/>
          </a:xfrm>
        </p:spPr>
        <p:txBody>
          <a:bodyPr anchor="t" anchorCtr="0"/>
          <a:lstStyle>
            <a:lvl1pPr marL="0" indent="0" algn="l">
              <a:lnSpc>
                <a:spcPct val="90000"/>
              </a:lnSpc>
              <a:buNone/>
              <a:defRPr sz="1500" spc="-30" baseline="0">
                <a:solidFill>
                  <a:schemeClr val="bg1"/>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sp>
        <p:nvSpPr>
          <p:cNvPr id="7" name="Date Placeholder 6">
            <a:extLst>
              <a:ext uri="{FF2B5EF4-FFF2-40B4-BE49-F238E27FC236}">
                <a16:creationId xmlns:a16="http://schemas.microsoft.com/office/drawing/2014/main" id="{20DD658E-3473-4681-B845-DA52394CB7D5}"/>
              </a:ext>
            </a:extLst>
          </p:cNvPr>
          <p:cNvSpPr>
            <a:spLocks noGrp="1"/>
          </p:cNvSpPr>
          <p:nvPr>
            <p:ph type="dt" sz="half" idx="10"/>
          </p:nvPr>
        </p:nvSpPr>
        <p:spPr>
          <a:xfrm>
            <a:off x="386675" y="1866112"/>
            <a:ext cx="1656362" cy="236979"/>
          </a:xfrm>
          <a:prstGeom prst="rect">
            <a:avLst/>
          </a:prstGeom>
        </p:spPr>
        <p:txBody>
          <a:bodyPr/>
          <a:lstStyle>
            <a:lvl1pPr algn="l">
              <a:defRPr sz="1600">
                <a:solidFill>
                  <a:schemeClr val="bg1">
                    <a:alpha val="50000"/>
                  </a:schemeClr>
                </a:solidFill>
              </a:defRPr>
            </a:lvl1pPr>
          </a:lstStyle>
          <a:p>
            <a:pPr lvl="0"/>
            <a:endParaRPr lang="fi-FI"/>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5" name="Tekstin paikkamerkki 4">
            <a:extLst>
              <a:ext uri="{FF2B5EF4-FFF2-40B4-BE49-F238E27FC236}">
                <a16:creationId xmlns:a16="http://schemas.microsoft.com/office/drawing/2014/main" id="{F45A0566-6E3E-3876-E124-C7AED14E2EC3}"/>
              </a:ext>
            </a:extLst>
          </p:cNvPr>
          <p:cNvSpPr>
            <a:spLocks noGrp="1"/>
          </p:cNvSpPr>
          <p:nvPr>
            <p:ph type="body" sz="quarter" idx="11" hasCustomPrompt="1"/>
          </p:nvPr>
        </p:nvSpPr>
        <p:spPr>
          <a:xfrm>
            <a:off x="7048959" y="1891992"/>
            <a:ext cx="1501079" cy="602457"/>
          </a:xfrm>
        </p:spPr>
        <p:txBody>
          <a:bodyPr/>
          <a:lstStyle>
            <a:lvl1pPr marL="0" indent="0">
              <a:buNone/>
              <a:defRPr sz="1485">
                <a:solidFill>
                  <a:srgbClr val="D0D0D0"/>
                </a:solidFill>
              </a:defRPr>
            </a:lvl1pPr>
            <a:lvl5pPr>
              <a:defRPr/>
            </a:lvl5pPr>
          </a:lstStyle>
          <a:p>
            <a:pPr lvl="0"/>
            <a:r>
              <a:rPr lang="en-US"/>
              <a:t>A</a:t>
            </a:r>
            <a:r>
              <a:rPr lang="fi-FI" err="1"/>
              <a:t>dd</a:t>
            </a:r>
            <a:r>
              <a:rPr lang="fi-FI"/>
              <a:t> </a:t>
            </a:r>
            <a:r>
              <a:rPr lang="fi-FI" err="1"/>
              <a:t>the</a:t>
            </a:r>
            <a:r>
              <a:rPr lang="fi-FI"/>
              <a:t> </a:t>
            </a:r>
            <a:r>
              <a:rPr lang="fi-FI" err="1"/>
              <a:t>title</a:t>
            </a:r>
            <a:endParaRPr lang="fi-FI"/>
          </a:p>
        </p:txBody>
      </p:sp>
    </p:spTree>
    <p:extLst>
      <p:ext uri="{BB962C8B-B14F-4D97-AF65-F5344CB8AC3E}">
        <p14:creationId xmlns:p14="http://schemas.microsoft.com/office/powerpoint/2010/main" val="3857493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tch slide">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BFF2A3F7-3CE5-9881-7EAC-C672FF70EE4C}"/>
              </a:ext>
            </a:extLst>
          </p:cNvPr>
          <p:cNvSpPr>
            <a:spLocks noGrp="1"/>
          </p:cNvSpPr>
          <p:nvPr>
            <p:ph type="body" idx="23" hasCustomPrompt="1"/>
          </p:nvPr>
        </p:nvSpPr>
        <p:spPr>
          <a:xfrm>
            <a:off x="209580" y="3930374"/>
            <a:ext cx="1791052" cy="2203340"/>
          </a:xfrm>
          <a:prstGeom prst="roundRect">
            <a:avLst>
              <a:gd name="adj" fmla="val 3491"/>
            </a:avLst>
          </a:prstGeom>
          <a:solidFill>
            <a:schemeClr val="accent5"/>
          </a:solidFill>
        </p:spPr>
        <p:txBody>
          <a:bodyPr anchor="ctr" anchorCtr="0"/>
          <a:lstStyle>
            <a:lvl1pPr marL="0" indent="0" algn="ctr">
              <a:buNone/>
              <a:defRPr sz="25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7" name="Footer Placeholder 6">
            <a:extLst>
              <a:ext uri="{FF2B5EF4-FFF2-40B4-BE49-F238E27FC236}">
                <a16:creationId xmlns:a16="http://schemas.microsoft.com/office/drawing/2014/main" id="{33C69628-CCBB-4581-842C-07AC1724D7EE}"/>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
        <p:nvSpPr>
          <p:cNvPr id="8" name="Slide Number Placeholder 7">
            <a:extLst>
              <a:ext uri="{FF2B5EF4-FFF2-40B4-BE49-F238E27FC236}">
                <a16:creationId xmlns:a16="http://schemas.microsoft.com/office/drawing/2014/main" id="{3C581D05-5813-4B50-86D4-96A15B78A231}"/>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5" name="Title 1">
            <a:extLst>
              <a:ext uri="{FF2B5EF4-FFF2-40B4-BE49-F238E27FC236}">
                <a16:creationId xmlns:a16="http://schemas.microsoft.com/office/drawing/2014/main" id="{DC291070-00E3-B7FF-F591-9CDE02CF826A}"/>
              </a:ext>
            </a:extLst>
          </p:cNvPr>
          <p:cNvSpPr>
            <a:spLocks noGrp="1"/>
          </p:cNvSpPr>
          <p:nvPr>
            <p:ph type="title" hasCustomPrompt="1"/>
          </p:nvPr>
        </p:nvSpPr>
        <p:spPr>
          <a:xfrm>
            <a:off x="253741" y="1278326"/>
            <a:ext cx="4547171" cy="306339"/>
          </a:xfrm>
        </p:spPr>
        <p:txBody>
          <a:bodyPr/>
          <a:lstStyle>
            <a:lvl1pPr>
              <a:defRPr sz="2000" spc="-50" baseline="0"/>
            </a:lvl1pPr>
          </a:lstStyle>
          <a:p>
            <a:r>
              <a:rPr lang="en-GB" noProof="0"/>
              <a:t>Add title here</a:t>
            </a:r>
            <a:endParaRPr lang="en-GB"/>
          </a:p>
        </p:txBody>
      </p:sp>
      <p:sp>
        <p:nvSpPr>
          <p:cNvPr id="25" name="Text Placeholder 2">
            <a:extLst>
              <a:ext uri="{FF2B5EF4-FFF2-40B4-BE49-F238E27FC236}">
                <a16:creationId xmlns:a16="http://schemas.microsoft.com/office/drawing/2014/main" id="{0CC2F40E-05FF-6A50-5B45-67F2F63060C6}"/>
              </a:ext>
            </a:extLst>
          </p:cNvPr>
          <p:cNvSpPr>
            <a:spLocks noGrp="1"/>
          </p:cNvSpPr>
          <p:nvPr>
            <p:ph type="body" idx="27" hasCustomPrompt="1"/>
          </p:nvPr>
        </p:nvSpPr>
        <p:spPr>
          <a:xfrm>
            <a:off x="209580" y="5860859"/>
            <a:ext cx="1796867" cy="272855"/>
          </a:xfrm>
        </p:spPr>
        <p:txBody>
          <a:bodyPr bIns="251999" anchor="b" anchorCtr="0"/>
          <a:lstStyle>
            <a:lvl1pPr marL="0" indent="0" algn="ctr">
              <a:buNone/>
              <a:defRPr sz="1000" b="0" spc="-20" baseline="0">
                <a:solidFill>
                  <a:schemeClr val="tx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2" name="Text Placeholder 2">
            <a:extLst>
              <a:ext uri="{FF2B5EF4-FFF2-40B4-BE49-F238E27FC236}">
                <a16:creationId xmlns:a16="http://schemas.microsoft.com/office/drawing/2014/main" id="{4894EC74-CDCF-B939-8100-42DEA2F7B7F8}"/>
              </a:ext>
            </a:extLst>
          </p:cNvPr>
          <p:cNvSpPr>
            <a:spLocks noGrp="1"/>
          </p:cNvSpPr>
          <p:nvPr>
            <p:ph type="body" idx="32" hasCustomPrompt="1"/>
          </p:nvPr>
        </p:nvSpPr>
        <p:spPr>
          <a:xfrm>
            <a:off x="2006620" y="3930374"/>
            <a:ext cx="2527113" cy="2203340"/>
          </a:xfrm>
          <a:prstGeom prst="roundRect">
            <a:avLst>
              <a:gd name="adj" fmla="val 2915"/>
            </a:avLst>
          </a:prstGeom>
          <a:solidFill>
            <a:schemeClr val="accent2"/>
          </a:solidFill>
        </p:spPr>
        <p:txBody>
          <a:bodyPr anchor="ctr" anchorCtr="0"/>
          <a:lstStyle>
            <a:lvl1pPr marL="0" indent="0" algn="ctr">
              <a:buNone/>
              <a:defRPr sz="25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8" name="Text Placeholder 2">
            <a:extLst>
              <a:ext uri="{FF2B5EF4-FFF2-40B4-BE49-F238E27FC236}">
                <a16:creationId xmlns:a16="http://schemas.microsoft.com/office/drawing/2014/main" id="{F93E61A1-A160-BD8E-263E-31820EEF1F1F}"/>
              </a:ext>
            </a:extLst>
          </p:cNvPr>
          <p:cNvSpPr>
            <a:spLocks noGrp="1"/>
          </p:cNvSpPr>
          <p:nvPr>
            <p:ph type="body" idx="33" hasCustomPrompt="1"/>
          </p:nvPr>
        </p:nvSpPr>
        <p:spPr>
          <a:xfrm>
            <a:off x="2006620" y="5860859"/>
            <a:ext cx="2527113" cy="272855"/>
          </a:xfrm>
        </p:spPr>
        <p:txBody>
          <a:bodyPr bIns="251999" anchor="b" anchorCtr="0"/>
          <a:lstStyle>
            <a:lvl1pPr marL="0" indent="0" algn="ctr">
              <a:buNone/>
              <a:defRPr sz="1000" b="0" spc="-20" baseline="0">
                <a:solidFill>
                  <a:schemeClr val="tx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3" name="Text Placeholder 2">
            <a:extLst>
              <a:ext uri="{FF2B5EF4-FFF2-40B4-BE49-F238E27FC236}">
                <a16:creationId xmlns:a16="http://schemas.microsoft.com/office/drawing/2014/main" id="{88FE3011-955C-A0BF-871F-6B8E52F9D04F}"/>
              </a:ext>
            </a:extLst>
          </p:cNvPr>
          <p:cNvSpPr>
            <a:spLocks noGrp="1"/>
          </p:cNvSpPr>
          <p:nvPr>
            <p:ph type="body" idx="34" hasCustomPrompt="1"/>
          </p:nvPr>
        </p:nvSpPr>
        <p:spPr>
          <a:xfrm>
            <a:off x="4533907" y="3930374"/>
            <a:ext cx="3016062" cy="2203340"/>
          </a:xfrm>
          <a:prstGeom prst="roundRect">
            <a:avLst>
              <a:gd name="adj" fmla="val 2915"/>
            </a:avLst>
          </a:prstGeom>
          <a:solidFill>
            <a:schemeClr val="accent3"/>
          </a:solidFill>
        </p:spPr>
        <p:txBody>
          <a:bodyPr anchor="ctr" anchorCtr="0"/>
          <a:lstStyle>
            <a:lvl1pPr marL="0" indent="0" algn="ctr">
              <a:buNone/>
              <a:defRPr sz="25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 </a:t>
            </a:r>
          </a:p>
        </p:txBody>
      </p:sp>
      <p:sp>
        <p:nvSpPr>
          <p:cNvPr id="35" name="Text Placeholder 2">
            <a:extLst>
              <a:ext uri="{FF2B5EF4-FFF2-40B4-BE49-F238E27FC236}">
                <a16:creationId xmlns:a16="http://schemas.microsoft.com/office/drawing/2014/main" id="{81C70767-6BA0-7DAF-4C99-AAABF57970D5}"/>
              </a:ext>
            </a:extLst>
          </p:cNvPr>
          <p:cNvSpPr>
            <a:spLocks noGrp="1"/>
          </p:cNvSpPr>
          <p:nvPr>
            <p:ph type="body" idx="36" hasCustomPrompt="1"/>
          </p:nvPr>
        </p:nvSpPr>
        <p:spPr>
          <a:xfrm>
            <a:off x="7550142" y="3930374"/>
            <a:ext cx="1409520" cy="2203340"/>
          </a:xfrm>
          <a:prstGeom prst="roundRect">
            <a:avLst>
              <a:gd name="adj" fmla="val 4279"/>
            </a:avLst>
          </a:prstGeom>
          <a:solidFill>
            <a:schemeClr val="accent4"/>
          </a:solidFill>
        </p:spPr>
        <p:txBody>
          <a:bodyPr anchor="ctr" anchorCtr="0"/>
          <a:lstStyle>
            <a:lvl1pPr marL="0" indent="0" algn="ctr">
              <a:buNone/>
              <a:defRPr sz="2500" b="0" spc="-20" baseline="0">
                <a:solidFill>
                  <a:schemeClr val="bg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6" name="Text Placeholder 2">
            <a:extLst>
              <a:ext uri="{FF2B5EF4-FFF2-40B4-BE49-F238E27FC236}">
                <a16:creationId xmlns:a16="http://schemas.microsoft.com/office/drawing/2014/main" id="{108C2FCB-AE31-CE09-F636-D89115B07F95}"/>
              </a:ext>
            </a:extLst>
          </p:cNvPr>
          <p:cNvSpPr>
            <a:spLocks noGrp="1"/>
          </p:cNvSpPr>
          <p:nvPr>
            <p:ph type="body" idx="37" hasCustomPrompt="1"/>
          </p:nvPr>
        </p:nvSpPr>
        <p:spPr>
          <a:xfrm>
            <a:off x="7550142" y="5860859"/>
            <a:ext cx="1409520" cy="272855"/>
          </a:xfrm>
        </p:spPr>
        <p:txBody>
          <a:bodyPr bIns="251999" anchor="b" anchorCtr="0"/>
          <a:lstStyle>
            <a:lvl1pPr marL="0" indent="0" algn="ctr">
              <a:buNone/>
              <a:defRPr sz="1000" b="0" spc="-20" baseline="0">
                <a:solidFill>
                  <a:schemeClr val="bg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9" name="Text Placeholder 2">
            <a:extLst>
              <a:ext uri="{FF2B5EF4-FFF2-40B4-BE49-F238E27FC236}">
                <a16:creationId xmlns:a16="http://schemas.microsoft.com/office/drawing/2014/main" id="{76CEFC66-1868-F56D-1230-D35FEC5728D9}"/>
              </a:ext>
            </a:extLst>
          </p:cNvPr>
          <p:cNvSpPr>
            <a:spLocks noGrp="1"/>
          </p:cNvSpPr>
          <p:nvPr>
            <p:ph type="body" idx="40" hasCustomPrompt="1"/>
          </p:nvPr>
        </p:nvSpPr>
        <p:spPr>
          <a:xfrm>
            <a:off x="4533907" y="2304118"/>
            <a:ext cx="4425755" cy="1626513"/>
          </a:xfrm>
          <a:prstGeom prst="roundRect">
            <a:avLst>
              <a:gd name="adj" fmla="val 3891"/>
            </a:avLst>
          </a:prstGeom>
          <a:solidFill>
            <a:srgbClr val="557B83"/>
          </a:solidFill>
        </p:spPr>
        <p:txBody>
          <a:bodyPr anchor="ctr" anchorCtr="0"/>
          <a:lstStyle>
            <a:lvl1pPr marL="0" indent="0" algn="ctr">
              <a:buNone/>
              <a:defRPr sz="2500" b="0" spc="-20" baseline="0">
                <a:solidFill>
                  <a:schemeClr val="bg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40" name="Text Placeholder 2">
            <a:extLst>
              <a:ext uri="{FF2B5EF4-FFF2-40B4-BE49-F238E27FC236}">
                <a16:creationId xmlns:a16="http://schemas.microsoft.com/office/drawing/2014/main" id="{CC2B4153-DBD8-A44A-BE30-14AB8EDB10DB}"/>
              </a:ext>
            </a:extLst>
          </p:cNvPr>
          <p:cNvSpPr>
            <a:spLocks noGrp="1"/>
          </p:cNvSpPr>
          <p:nvPr>
            <p:ph type="body" idx="41" hasCustomPrompt="1"/>
          </p:nvPr>
        </p:nvSpPr>
        <p:spPr>
          <a:xfrm>
            <a:off x="4533907" y="3657776"/>
            <a:ext cx="4425755" cy="272855"/>
          </a:xfrm>
        </p:spPr>
        <p:txBody>
          <a:bodyPr bIns="251999" anchor="b" anchorCtr="0"/>
          <a:lstStyle>
            <a:lvl1pPr marL="0" indent="0" algn="ctr">
              <a:buNone/>
              <a:defRPr sz="1000" b="0" spc="-20" baseline="0">
                <a:solidFill>
                  <a:schemeClr val="bg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43" name="Text Placeholder 5">
            <a:extLst>
              <a:ext uri="{FF2B5EF4-FFF2-40B4-BE49-F238E27FC236}">
                <a16:creationId xmlns:a16="http://schemas.microsoft.com/office/drawing/2014/main" id="{9CE70C96-6A2C-5E9A-66D1-F688E12084BA}"/>
              </a:ext>
            </a:extLst>
          </p:cNvPr>
          <p:cNvSpPr>
            <a:spLocks noGrp="1"/>
          </p:cNvSpPr>
          <p:nvPr>
            <p:ph type="body" sz="quarter" idx="42"/>
          </p:nvPr>
        </p:nvSpPr>
        <p:spPr>
          <a:xfrm>
            <a:off x="209580" y="2304118"/>
            <a:ext cx="4318512" cy="1626257"/>
          </a:xfrm>
          <a:prstGeom prst="roundRect">
            <a:avLst>
              <a:gd name="adj" fmla="val 3955"/>
            </a:avLst>
          </a:prstGeom>
          <a:solidFill>
            <a:srgbClr val="E6E7EA"/>
          </a:solidFill>
        </p:spPr>
        <p:txBody>
          <a:bodyPr lIns="216000" tIns="216000" rIns="360000" anchor="t" anchorCtr="0"/>
          <a:lstStyle>
            <a:lvl1pPr marL="180182" indent="-179388">
              <a:lnSpc>
                <a:spcPct val="92000"/>
              </a:lnSpc>
              <a:spcBef>
                <a:spcPts val="1100"/>
              </a:spcBef>
              <a:spcAft>
                <a:spcPts val="600"/>
              </a:spcAft>
              <a:tabLst/>
              <a:defRPr sz="1500" spc="-20" baseline="0">
                <a:solidFill>
                  <a:schemeClr val="tx1"/>
                </a:solidFill>
              </a:defRPr>
            </a:lvl1pPr>
            <a:lvl2pPr marL="360000" indent="-179388">
              <a:lnSpc>
                <a:spcPct val="92000"/>
              </a:lnSpc>
              <a:spcBef>
                <a:spcPts val="0"/>
              </a:spcBef>
              <a:tabLst/>
              <a:defRPr sz="1500" spc="-20" baseline="0">
                <a:solidFill>
                  <a:schemeClr val="tx1">
                    <a:alpha val="50000"/>
                  </a:schemeClr>
                </a:solidFill>
              </a:defRPr>
            </a:lvl2pPr>
            <a:lvl3pPr marL="540000" indent="-175419">
              <a:lnSpc>
                <a:spcPct val="92000"/>
              </a:lnSpc>
              <a:tabLst/>
              <a:defRPr sz="1500" spc="-20" baseline="0">
                <a:solidFill>
                  <a:schemeClr val="tx1">
                    <a:alpha val="50000"/>
                  </a:schemeClr>
                </a:solidFill>
              </a:defRPr>
            </a:lvl3pPr>
            <a:lvl4pPr marL="720000" indent="-179388">
              <a:lnSpc>
                <a:spcPct val="92000"/>
              </a:lnSpc>
              <a:tabLst/>
              <a:defRPr sz="1500" spc="-20" baseline="0">
                <a:solidFill>
                  <a:schemeClr val="tx1">
                    <a:alpha val="50000"/>
                  </a:schemeClr>
                </a:solidFill>
              </a:defRPr>
            </a:lvl4pPr>
            <a:lvl5pPr marL="900000" indent="-181769">
              <a:lnSpc>
                <a:spcPct val="92000"/>
              </a:lnSpc>
              <a:tabLst/>
              <a:defRPr sz="1500" spc="-20" baseline="0">
                <a:solidFill>
                  <a:schemeClr val="tx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7" name="Text Placeholder 2">
            <a:extLst>
              <a:ext uri="{FF2B5EF4-FFF2-40B4-BE49-F238E27FC236}">
                <a16:creationId xmlns:a16="http://schemas.microsoft.com/office/drawing/2014/main" id="{8A3AC270-0F3C-D8E6-8D95-C27C7F1E9FBD}"/>
              </a:ext>
            </a:extLst>
          </p:cNvPr>
          <p:cNvSpPr>
            <a:spLocks noGrp="1"/>
          </p:cNvSpPr>
          <p:nvPr>
            <p:ph type="body" idx="43" hasCustomPrompt="1"/>
          </p:nvPr>
        </p:nvSpPr>
        <p:spPr>
          <a:xfrm>
            <a:off x="209580" y="1819147"/>
            <a:ext cx="3130591" cy="419336"/>
          </a:xfrm>
          <a:prstGeom prst="roundRect">
            <a:avLst>
              <a:gd name="adj" fmla="val 50000"/>
            </a:avLst>
          </a:prstGeom>
          <a:solidFill>
            <a:schemeClr val="accent1"/>
          </a:solidFill>
        </p:spPr>
        <p:txBody>
          <a:bodyPr anchor="ctr" anchorCtr="0"/>
          <a:lstStyle>
            <a:lvl1pPr marL="0" indent="0" algn="ctr">
              <a:buNone/>
              <a:defRPr sz="20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48" name="Text Placeholder 2">
            <a:extLst>
              <a:ext uri="{FF2B5EF4-FFF2-40B4-BE49-F238E27FC236}">
                <a16:creationId xmlns:a16="http://schemas.microsoft.com/office/drawing/2014/main" id="{F8AFB1D3-785F-753E-C859-396619C04926}"/>
              </a:ext>
            </a:extLst>
          </p:cNvPr>
          <p:cNvSpPr>
            <a:spLocks noGrp="1"/>
          </p:cNvSpPr>
          <p:nvPr>
            <p:ph type="body" idx="44" hasCustomPrompt="1"/>
          </p:nvPr>
        </p:nvSpPr>
        <p:spPr>
          <a:xfrm>
            <a:off x="4257497" y="1819147"/>
            <a:ext cx="3746724" cy="419336"/>
          </a:xfrm>
          <a:prstGeom prst="roundRect">
            <a:avLst>
              <a:gd name="adj" fmla="val 50000"/>
            </a:avLst>
          </a:prstGeom>
          <a:solidFill>
            <a:schemeClr val="accent1"/>
          </a:solidFill>
        </p:spPr>
        <p:txBody>
          <a:bodyPr anchor="ctr" anchorCtr="0"/>
          <a:lstStyle>
            <a:lvl1pPr marL="0" indent="0" algn="ctr">
              <a:buNone/>
              <a:defRPr sz="20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17" name="Text Placeholder 2">
            <a:extLst>
              <a:ext uri="{FF2B5EF4-FFF2-40B4-BE49-F238E27FC236}">
                <a16:creationId xmlns:a16="http://schemas.microsoft.com/office/drawing/2014/main" id="{D2BF64E4-AB40-E43A-B8F5-16FAF1C707FD}"/>
              </a:ext>
            </a:extLst>
          </p:cNvPr>
          <p:cNvSpPr>
            <a:spLocks noGrp="1"/>
          </p:cNvSpPr>
          <p:nvPr>
            <p:ph type="body" idx="35" hasCustomPrompt="1"/>
          </p:nvPr>
        </p:nvSpPr>
        <p:spPr>
          <a:xfrm>
            <a:off x="4533907" y="5860859"/>
            <a:ext cx="3016062" cy="272855"/>
          </a:xfrm>
        </p:spPr>
        <p:txBody>
          <a:bodyPr bIns="251999" anchor="b" anchorCtr="0"/>
          <a:lstStyle>
            <a:lvl1pPr marL="0" indent="0" algn="ctr">
              <a:buNone/>
              <a:defRPr sz="1000" b="0" spc="-20" baseline="0">
                <a:solidFill>
                  <a:schemeClr val="tx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18" name="Text Placeholder 2">
            <a:extLst>
              <a:ext uri="{FF2B5EF4-FFF2-40B4-BE49-F238E27FC236}">
                <a16:creationId xmlns:a16="http://schemas.microsoft.com/office/drawing/2014/main" id="{D247515E-C593-77D8-EEA3-7E71AA01C841}"/>
              </a:ext>
            </a:extLst>
          </p:cNvPr>
          <p:cNvSpPr>
            <a:spLocks noGrp="1"/>
          </p:cNvSpPr>
          <p:nvPr>
            <p:ph type="body" idx="38" hasCustomPrompt="1"/>
          </p:nvPr>
        </p:nvSpPr>
        <p:spPr>
          <a:xfrm>
            <a:off x="8959835" y="2304632"/>
            <a:ext cx="3047984" cy="3829082"/>
          </a:xfrm>
          <a:prstGeom prst="roundRect">
            <a:avLst>
              <a:gd name="adj" fmla="val 2119"/>
            </a:avLst>
          </a:prstGeom>
          <a:solidFill>
            <a:schemeClr val="accent6"/>
          </a:solidFill>
        </p:spPr>
        <p:txBody>
          <a:bodyPr anchor="ctr" anchorCtr="0"/>
          <a:lstStyle>
            <a:lvl1pPr marL="0" indent="0" algn="ctr">
              <a:buNone/>
              <a:defRPr sz="2500" b="0" spc="-20" baseline="0">
                <a:solidFill>
                  <a:schemeClr val="bg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0" name="Text Placeholder 2">
            <a:extLst>
              <a:ext uri="{FF2B5EF4-FFF2-40B4-BE49-F238E27FC236}">
                <a16:creationId xmlns:a16="http://schemas.microsoft.com/office/drawing/2014/main" id="{34C5CD60-90CF-EE2B-894E-A7EED31A8295}"/>
              </a:ext>
            </a:extLst>
          </p:cNvPr>
          <p:cNvSpPr>
            <a:spLocks noGrp="1"/>
          </p:cNvSpPr>
          <p:nvPr>
            <p:ph type="body" idx="39" hasCustomPrompt="1"/>
          </p:nvPr>
        </p:nvSpPr>
        <p:spPr>
          <a:xfrm>
            <a:off x="8959835" y="5860859"/>
            <a:ext cx="3047984" cy="272855"/>
          </a:xfrm>
        </p:spPr>
        <p:txBody>
          <a:bodyPr bIns="251999" anchor="b" anchorCtr="0"/>
          <a:lstStyle>
            <a:lvl1pPr marL="0" indent="0" algn="ctr">
              <a:buNone/>
              <a:defRPr sz="1000" b="0" spc="-20" baseline="0">
                <a:solidFill>
                  <a:schemeClr val="bg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1" name="Text Placeholder 2">
            <a:extLst>
              <a:ext uri="{FF2B5EF4-FFF2-40B4-BE49-F238E27FC236}">
                <a16:creationId xmlns:a16="http://schemas.microsoft.com/office/drawing/2014/main" id="{8840D5C2-A6F0-940E-FB44-1ED92C0F7970}"/>
              </a:ext>
            </a:extLst>
          </p:cNvPr>
          <p:cNvSpPr>
            <a:spLocks noGrp="1"/>
          </p:cNvSpPr>
          <p:nvPr>
            <p:ph type="body" idx="45" hasCustomPrompt="1"/>
          </p:nvPr>
        </p:nvSpPr>
        <p:spPr>
          <a:xfrm>
            <a:off x="8921359" y="1819147"/>
            <a:ext cx="3086484" cy="419336"/>
          </a:xfrm>
          <a:prstGeom prst="roundRect">
            <a:avLst>
              <a:gd name="adj" fmla="val 50000"/>
            </a:avLst>
          </a:prstGeom>
          <a:solidFill>
            <a:schemeClr val="accent1"/>
          </a:solidFill>
        </p:spPr>
        <p:txBody>
          <a:bodyPr anchor="ctr" anchorCtr="0"/>
          <a:lstStyle>
            <a:lvl1pPr marL="0" indent="0" algn="ctr">
              <a:buNone/>
              <a:defRPr sz="20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Tree>
    <p:extLst>
      <p:ext uri="{BB962C8B-B14F-4D97-AF65-F5344CB8AC3E}">
        <p14:creationId xmlns:p14="http://schemas.microsoft.com/office/powerpoint/2010/main" val="2356296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 and image 1">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06789F3-151D-4A78-8134-2617E04A66C0}"/>
              </a:ext>
            </a:extLst>
          </p:cNvPr>
          <p:cNvSpPr>
            <a:spLocks noGrp="1"/>
          </p:cNvSpPr>
          <p:nvPr>
            <p:ph type="pic" sz="quarter" idx="13" hasCustomPrompt="1"/>
          </p:nvPr>
        </p:nvSpPr>
        <p:spPr>
          <a:xfrm>
            <a:off x="6084325" y="137605"/>
            <a:ext cx="5945700" cy="6582791"/>
          </a:xfrm>
          <a:prstGeom prst="roundRect">
            <a:avLst>
              <a:gd name="adj" fmla="val 839"/>
            </a:avLst>
          </a:prstGeom>
          <a:solidFill>
            <a:schemeClr val="bg1">
              <a:lumMod val="95000"/>
            </a:schemeClr>
          </a:solidFill>
        </p:spPr>
        <p:txBody>
          <a:bodyPr anchor="ctr" anchorCtr="0"/>
          <a:lstStyle>
            <a:lvl1pPr marL="0" indent="0" algn="ctr">
              <a:buNone/>
              <a:defRPr sz="1800"/>
            </a:lvl1pPr>
          </a:lstStyle>
          <a:p>
            <a:r>
              <a:rPr lang="en-GB" noProof="0"/>
              <a:t>Add picture here</a:t>
            </a:r>
          </a:p>
        </p:txBody>
      </p:sp>
      <p:sp>
        <p:nvSpPr>
          <p:cNvPr id="10" name="Slide Number Placeholder 9">
            <a:extLst>
              <a:ext uri="{FF2B5EF4-FFF2-40B4-BE49-F238E27FC236}">
                <a16:creationId xmlns:a16="http://schemas.microsoft.com/office/drawing/2014/main" id="{614E2ED4-F2BA-451D-9887-4EFA690716A6}"/>
              </a:ext>
            </a:extLst>
          </p:cNvPr>
          <p:cNvSpPr>
            <a:spLocks noGrp="1"/>
          </p:cNvSpPr>
          <p:nvPr>
            <p:ph type="sldNum" sz="quarter" idx="16"/>
          </p:nvPr>
        </p:nvSpPr>
        <p:spPr/>
        <p:txBody>
          <a:bodyPr/>
          <a:lstStyle/>
          <a:p>
            <a:fld id="{31160B98-140E-4345-B1A3-2A7247C42973}" type="slidenum">
              <a:rPr lang="fi-FI" smtClean="0"/>
              <a:t>‹#›</a:t>
            </a:fld>
            <a:endParaRPr lang="fi-FI"/>
          </a:p>
        </p:txBody>
      </p:sp>
      <p:sp>
        <p:nvSpPr>
          <p:cNvPr id="4" name="Title 1">
            <a:extLst>
              <a:ext uri="{FF2B5EF4-FFF2-40B4-BE49-F238E27FC236}">
                <a16:creationId xmlns:a16="http://schemas.microsoft.com/office/drawing/2014/main" id="{AA2AC879-23C5-77B0-FA33-BBAAD8A62022}"/>
              </a:ext>
            </a:extLst>
          </p:cNvPr>
          <p:cNvSpPr>
            <a:spLocks noGrp="1"/>
          </p:cNvSpPr>
          <p:nvPr>
            <p:ph type="title" hasCustomPrompt="1"/>
          </p:nvPr>
        </p:nvSpPr>
        <p:spPr>
          <a:xfrm>
            <a:off x="184462" y="1278326"/>
            <a:ext cx="4874869" cy="566240"/>
          </a:xfrm>
        </p:spPr>
        <p:txBody>
          <a:bodyPr/>
          <a:lstStyle>
            <a:lvl1pPr>
              <a:lnSpc>
                <a:spcPct val="85000"/>
              </a:lnSpc>
              <a:defRPr sz="2000" spc="-40" baseline="0"/>
            </a:lvl1pPr>
          </a:lstStyle>
          <a:p>
            <a:r>
              <a:rPr lang="en-GB" noProof="0"/>
              <a:t>Add title here</a:t>
            </a:r>
            <a:endParaRPr lang="en-GB"/>
          </a:p>
        </p:txBody>
      </p:sp>
      <p:sp>
        <p:nvSpPr>
          <p:cNvPr id="13" name="Text Placeholder 5">
            <a:extLst>
              <a:ext uri="{FF2B5EF4-FFF2-40B4-BE49-F238E27FC236}">
                <a16:creationId xmlns:a16="http://schemas.microsoft.com/office/drawing/2014/main" id="{CCC84E50-A73F-2D32-9FA4-E4E419569ADE}"/>
              </a:ext>
            </a:extLst>
          </p:cNvPr>
          <p:cNvSpPr>
            <a:spLocks noGrp="1"/>
          </p:cNvSpPr>
          <p:nvPr>
            <p:ph type="body" sz="quarter" idx="18"/>
          </p:nvPr>
        </p:nvSpPr>
        <p:spPr>
          <a:xfrm>
            <a:off x="236939" y="5349774"/>
            <a:ext cx="4590557" cy="1370623"/>
          </a:xfrm>
        </p:spPr>
        <p:txBody>
          <a:bodyPr/>
          <a:lstStyle>
            <a:lvl1pPr marL="126000" indent="-125413">
              <a:lnSpc>
                <a:spcPct val="90000"/>
              </a:lnSpc>
              <a:spcBef>
                <a:spcPts val="0"/>
              </a:spcBef>
              <a:spcAft>
                <a:spcPts val="0"/>
              </a:spcAft>
              <a:tabLst/>
              <a:defRPr sz="1400" spc="-20" baseline="0">
                <a:solidFill>
                  <a:schemeClr val="tx1"/>
                </a:solidFill>
              </a:defRPr>
            </a:lvl1pPr>
            <a:lvl2pPr marL="270000" indent="-125413">
              <a:lnSpc>
                <a:spcPct val="92000"/>
              </a:lnSpc>
              <a:spcBef>
                <a:spcPts val="0"/>
              </a:spcBef>
              <a:spcAft>
                <a:spcPts val="0"/>
              </a:spcAft>
              <a:tabLst/>
              <a:defRPr sz="1400" spc="-20" baseline="0">
                <a:solidFill>
                  <a:schemeClr val="tx1"/>
                </a:solidFill>
              </a:defRPr>
            </a:lvl2pPr>
            <a:lvl3pPr marL="450000" indent="-126000">
              <a:lnSpc>
                <a:spcPct val="92000"/>
              </a:lnSpc>
              <a:tabLst/>
              <a:defRPr sz="1400" spc="-20" baseline="0">
                <a:solidFill>
                  <a:schemeClr val="tx2"/>
                </a:solidFill>
              </a:defRPr>
            </a:lvl3pPr>
            <a:lvl4pPr marL="630000" indent="-125413">
              <a:lnSpc>
                <a:spcPct val="92000"/>
              </a:lnSpc>
              <a:tabLst/>
              <a:defRPr sz="1400" spc="-20" baseline="0">
                <a:solidFill>
                  <a:schemeClr val="tx2"/>
                </a:solidFill>
              </a:defRPr>
            </a:lvl4pPr>
            <a:lvl5pPr marL="810000" indent="-125413">
              <a:lnSpc>
                <a:spcPct val="92000"/>
              </a:lnSpc>
              <a:tabLst/>
              <a:defRPr sz="1400" spc="-20"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Footer Placeholder 6">
            <a:extLst>
              <a:ext uri="{FF2B5EF4-FFF2-40B4-BE49-F238E27FC236}">
                <a16:creationId xmlns:a16="http://schemas.microsoft.com/office/drawing/2014/main" id="{5DA04070-97D1-6BE6-1AAD-33E062A0CA8E}"/>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278474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Cover Slide 1">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rgbClr val="000000"/>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tx1">
                    <a:alpha val="50000"/>
                  </a:schemeClr>
                </a:solidFill>
              </a:defRPr>
            </a:lvl1pPr>
          </a:lstStyle>
          <a:p>
            <a:endParaRPr lang="fi-FI"/>
          </a:p>
        </p:txBody>
      </p:sp>
    </p:spTree>
    <p:extLst>
      <p:ext uri="{BB962C8B-B14F-4D97-AF65-F5344CB8AC3E}">
        <p14:creationId xmlns:p14="http://schemas.microsoft.com/office/powerpoint/2010/main" val="1815033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Cover Slid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rgbClr val="000000"/>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tx1">
                    <a:alpha val="50000"/>
                  </a:schemeClr>
                </a:solidFill>
              </a:defRPr>
            </a:lvl1pPr>
          </a:lstStyle>
          <a:p>
            <a:endParaRPr lang="fi-FI"/>
          </a:p>
        </p:txBody>
      </p:sp>
    </p:spTree>
    <p:extLst>
      <p:ext uri="{BB962C8B-B14F-4D97-AF65-F5344CB8AC3E}">
        <p14:creationId xmlns:p14="http://schemas.microsoft.com/office/powerpoint/2010/main" val="2985769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Cover Slide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rgbClr val="000000"/>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tx1">
                    <a:alpha val="50000"/>
                  </a:schemeClr>
                </a:solidFill>
              </a:defRPr>
            </a:lvl1pPr>
          </a:lstStyle>
          <a:p>
            <a:endParaRPr lang="fi-FI"/>
          </a:p>
        </p:txBody>
      </p:sp>
    </p:spTree>
    <p:extLst>
      <p:ext uri="{BB962C8B-B14F-4D97-AF65-F5344CB8AC3E}">
        <p14:creationId xmlns:p14="http://schemas.microsoft.com/office/powerpoint/2010/main" val="4090312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Cover Slid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rgbClr val="000000"/>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tx1">
                    <a:alpha val="50000"/>
                  </a:schemeClr>
                </a:solidFill>
              </a:defRPr>
            </a:lvl1pPr>
          </a:lstStyle>
          <a:p>
            <a:endParaRPr lang="fi-FI"/>
          </a:p>
        </p:txBody>
      </p:sp>
    </p:spTree>
    <p:extLst>
      <p:ext uri="{BB962C8B-B14F-4D97-AF65-F5344CB8AC3E}">
        <p14:creationId xmlns:p14="http://schemas.microsoft.com/office/powerpoint/2010/main" val="3927569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Cover Slide 5">
    <p:bg>
      <p:bgPr>
        <a:solidFill>
          <a:srgbClr val="557B8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solidFill>
                  <a:schemeClr val="bg1"/>
                </a:solidFill>
              </a:defRPr>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solidFill>
                  <a:schemeClr val="bg1"/>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solidFill>
                  <a:schemeClr val="bg1"/>
                </a:solidFill>
              </a:endParaRPr>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solidFill>
                  <a:schemeClr val="bg1"/>
                </a:solidFill>
              </a:endParaRPr>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solidFill>
                  <a:schemeClr val="bg1"/>
                </a:solidFill>
              </a:endParaRPr>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bg1"/>
                </a:solidFill>
              </a:defRPr>
            </a:lvl1pPr>
          </a:lstStyle>
          <a:p>
            <a:endParaRPr lang="fi-FI"/>
          </a:p>
        </p:txBody>
      </p:sp>
    </p:spTree>
    <p:extLst>
      <p:ext uri="{BB962C8B-B14F-4D97-AF65-F5344CB8AC3E}">
        <p14:creationId xmlns:p14="http://schemas.microsoft.com/office/powerpoint/2010/main" val="81522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Cover Slide 6">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solidFill>
                  <a:schemeClr val="bg1"/>
                </a:solidFill>
              </a:defRPr>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solidFill>
                  <a:schemeClr val="bg1"/>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solidFill>
                  <a:schemeClr val="bg1"/>
                </a:solidFill>
              </a:endParaRPr>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solidFill>
                  <a:schemeClr val="bg1"/>
                </a:solidFill>
              </a:endParaRPr>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solidFill>
                  <a:schemeClr val="bg1"/>
                </a:solidFill>
              </a:endParaRPr>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bg1"/>
                </a:solidFill>
              </a:defRPr>
            </a:lvl1pPr>
          </a:lstStyle>
          <a:p>
            <a:endParaRPr lang="fi-FI"/>
          </a:p>
        </p:txBody>
      </p:sp>
    </p:spTree>
    <p:extLst>
      <p:ext uri="{BB962C8B-B14F-4D97-AF65-F5344CB8AC3E}">
        <p14:creationId xmlns:p14="http://schemas.microsoft.com/office/powerpoint/2010/main" val="454381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Cover Slide 7">
    <p:bg>
      <p:bgPr>
        <a:solidFill>
          <a:srgbClr val="504E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solidFill>
                  <a:schemeClr val="bg1"/>
                </a:solidFill>
              </a:defRPr>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solidFill>
                  <a:schemeClr val="bg1"/>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solidFill>
                  <a:schemeClr val="bg1"/>
                </a:solidFill>
              </a:endParaRPr>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solidFill>
                  <a:schemeClr val="bg1"/>
                </a:solidFill>
              </a:endParaRPr>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solidFill>
                  <a:schemeClr val="bg1"/>
                </a:solidFill>
              </a:endParaRPr>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bg1"/>
                </a:solidFill>
              </a:defRPr>
            </a:lvl1pPr>
          </a:lstStyle>
          <a:p>
            <a:endParaRPr lang="fi-FI"/>
          </a:p>
        </p:txBody>
      </p:sp>
    </p:spTree>
    <p:extLst>
      <p:ext uri="{BB962C8B-B14F-4D97-AF65-F5344CB8AC3E}">
        <p14:creationId xmlns:p14="http://schemas.microsoft.com/office/powerpoint/2010/main" val="2340434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Cover Slide 8">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625876"/>
            <a:ext cx="7802599" cy="1816574"/>
          </a:xfrm>
        </p:spPr>
        <p:txBody>
          <a:bodyPr anchor="t" anchorCtr="0"/>
          <a:lstStyle>
            <a:lvl1pPr algn="l">
              <a:lnSpc>
                <a:spcPct val="85000"/>
              </a:lnSpc>
              <a:defRPr sz="3500">
                <a:solidFill>
                  <a:schemeClr val="bg1"/>
                </a:solidFill>
              </a:defRPr>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205581" y="297352"/>
            <a:ext cx="7802599" cy="213114"/>
          </a:xfrm>
        </p:spPr>
        <p:txBody>
          <a:bodyPr anchor="ctr" anchorCtr="0"/>
          <a:lstStyle>
            <a:lvl1pPr marL="0" indent="0" algn="l">
              <a:buNone/>
              <a:defRPr sz="1500" spc="-30" baseline="0">
                <a:solidFill>
                  <a:schemeClr val="bg1"/>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35378" y="3315328"/>
            <a:ext cx="11484029" cy="338572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solidFill>
                  <a:schemeClr val="bg1"/>
                </a:solidFill>
              </a:endParaRPr>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solidFill>
                  <a:schemeClr val="bg1"/>
                </a:solidFill>
              </a:endParaRPr>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solidFill>
                  <a:schemeClr val="bg1"/>
                </a:solidFill>
              </a:endParaRPr>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solidFill>
                  <a:schemeClr val="bg1"/>
                </a:solidFill>
              </a:endParaRPr>
            </a:p>
          </p:txBody>
        </p:sp>
      </p:grpSp>
      <p:sp>
        <p:nvSpPr>
          <p:cNvPr id="4" name="Date Placeholder 6">
            <a:extLst>
              <a:ext uri="{FF2B5EF4-FFF2-40B4-BE49-F238E27FC236}">
                <a16:creationId xmlns:a16="http://schemas.microsoft.com/office/drawing/2014/main" id="{C8E950F7-690D-01A4-84CE-EDA1BB4378EC}"/>
              </a:ext>
            </a:extLst>
          </p:cNvPr>
          <p:cNvSpPr>
            <a:spLocks noGrp="1"/>
          </p:cNvSpPr>
          <p:nvPr>
            <p:ph type="dt" sz="half" idx="10"/>
          </p:nvPr>
        </p:nvSpPr>
        <p:spPr>
          <a:xfrm>
            <a:off x="10299245" y="229100"/>
            <a:ext cx="1656362" cy="236979"/>
          </a:xfrm>
        </p:spPr>
        <p:txBody>
          <a:bodyPr/>
          <a:lstStyle>
            <a:lvl1pPr algn="r">
              <a:defRPr sz="1600">
                <a:solidFill>
                  <a:schemeClr val="bg1"/>
                </a:solidFill>
              </a:defRPr>
            </a:lvl1pPr>
          </a:lstStyle>
          <a:p>
            <a:endParaRPr lang="fi-FI"/>
          </a:p>
        </p:txBody>
      </p:sp>
    </p:spTree>
    <p:extLst>
      <p:ext uri="{BB962C8B-B14F-4D97-AF65-F5344CB8AC3E}">
        <p14:creationId xmlns:p14="http://schemas.microsoft.com/office/powerpoint/2010/main" val="2816848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murmuration 1">
    <p:bg>
      <p:bgPr>
        <a:solidFill>
          <a:srgbClr val="F6F279"/>
        </a:solidFill>
        <a:effectLst/>
      </p:bgPr>
    </p:bg>
    <p:spTree>
      <p:nvGrpSpPr>
        <p:cNvPr id="1" name=""/>
        <p:cNvGrpSpPr/>
        <p:nvPr/>
      </p:nvGrpSpPr>
      <p:grpSpPr>
        <a:xfrm>
          <a:off x="0" y="0"/>
          <a:ext cx="0" cy="0"/>
          <a:chOff x="0" y="0"/>
          <a:chExt cx="0" cy="0"/>
        </a:xfrm>
      </p:grpSpPr>
      <p:pic>
        <p:nvPicPr>
          <p:cNvPr id="5" name="Picture 4" descr="A yellow background with black letters&#10;&#10;AI-generated content may be incorrect.">
            <a:extLst>
              <a:ext uri="{FF2B5EF4-FFF2-40B4-BE49-F238E27FC236}">
                <a16:creationId xmlns:a16="http://schemas.microsoft.com/office/drawing/2014/main" id="{0109BBB2-7271-F8D1-BDB7-5A96B3D05536}"/>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6768186" y="679224"/>
            <a:ext cx="5080485" cy="5480945"/>
          </a:xfrm>
          <a:prstGeom prst="rect">
            <a:avLst/>
          </a:prstGeom>
        </p:spPr>
      </p:pic>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5193437"/>
            <a:ext cx="6524132" cy="1360685"/>
          </a:xfrm>
        </p:spPr>
        <p:txBody>
          <a:bodyPr anchor="b" anchorCtr="0"/>
          <a:lstStyle>
            <a:lvl1pPr algn="l">
              <a:lnSpc>
                <a:spcPct val="85000"/>
              </a:lnSpc>
              <a:defRPr sz="3500"/>
            </a:lvl1pPr>
          </a:lstStyle>
          <a:p>
            <a:r>
              <a:rPr lang="en-GB" noProof="0"/>
              <a:t>Add title here</a:t>
            </a:r>
            <a:endParaRPr lang="en-GB"/>
          </a:p>
        </p:txBody>
      </p:sp>
      <p:sp>
        <p:nvSpPr>
          <p:cNvPr id="3" name="Subtitle 2">
            <a:extLst>
              <a:ext uri="{FF2B5EF4-FFF2-40B4-BE49-F238E27FC236}">
                <a16:creationId xmlns:a16="http://schemas.microsoft.com/office/drawing/2014/main" id="{91FDDA9F-DC3B-4803-9730-F564F287AC8E}"/>
              </a:ext>
            </a:extLst>
          </p:cNvPr>
          <p:cNvSpPr>
            <a:spLocks noGrp="1"/>
          </p:cNvSpPr>
          <p:nvPr>
            <p:ph type="subTitle" idx="1" hasCustomPrompt="1"/>
          </p:nvPr>
        </p:nvSpPr>
        <p:spPr>
          <a:xfrm>
            <a:off x="3884233" y="257401"/>
            <a:ext cx="6241409" cy="213114"/>
          </a:xfrm>
        </p:spPr>
        <p:txBody>
          <a:bodyPr anchor="ctr" anchorCtr="0"/>
          <a:lstStyle>
            <a:lvl1pPr marL="0" indent="0" algn="r">
              <a:buNone/>
              <a:defRPr sz="1500" spc="-30" baseline="0">
                <a:solidFill>
                  <a:schemeClr val="tx1">
                    <a:alpha val="50000"/>
                  </a:schemeClr>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sp>
        <p:nvSpPr>
          <p:cNvPr id="7" name="Date Placeholder 6">
            <a:extLst>
              <a:ext uri="{FF2B5EF4-FFF2-40B4-BE49-F238E27FC236}">
                <a16:creationId xmlns:a16="http://schemas.microsoft.com/office/drawing/2014/main" id="{20DD658E-3473-4681-B845-DA52394CB7D5}"/>
              </a:ext>
            </a:extLst>
          </p:cNvPr>
          <p:cNvSpPr>
            <a:spLocks noGrp="1"/>
          </p:cNvSpPr>
          <p:nvPr>
            <p:ph type="dt" sz="half" idx="10"/>
          </p:nvPr>
        </p:nvSpPr>
        <p:spPr>
          <a:xfrm>
            <a:off x="10299245" y="229100"/>
            <a:ext cx="1656362" cy="236979"/>
          </a:xfrm>
        </p:spPr>
        <p:txBody>
          <a:bodyPr/>
          <a:lstStyle>
            <a:lvl1pPr algn="r">
              <a:defRPr sz="1600">
                <a:solidFill>
                  <a:schemeClr val="tx1">
                    <a:alpha val="50000"/>
                  </a:schemeClr>
                </a:solidFill>
              </a:defRPr>
            </a:lvl1pPr>
          </a:lstStyle>
          <a:p>
            <a:endParaRPr lang="fi-FI"/>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270287" y="254000"/>
            <a:ext cx="1504350" cy="443514"/>
            <a:chOff x="670711" y="6630656"/>
            <a:chExt cx="22966563" cy="6771458"/>
          </a:xfrm>
          <a:solidFill>
            <a:srgbClr val="000000"/>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1978604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murmuration 2">
    <p:bg>
      <p:bgPr>
        <a:solidFill>
          <a:srgbClr val="B0CED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09BBB2-7271-F8D1-BDB7-5A96B3D05536}"/>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6841229" y="697514"/>
            <a:ext cx="4747052" cy="5582971"/>
          </a:xfrm>
          <a:prstGeom prst="rect">
            <a:avLst/>
          </a:prstGeom>
        </p:spPr>
      </p:pic>
      <p:sp>
        <p:nvSpPr>
          <p:cNvPr id="2" name="Title 1">
            <a:extLst>
              <a:ext uri="{FF2B5EF4-FFF2-40B4-BE49-F238E27FC236}">
                <a16:creationId xmlns:a16="http://schemas.microsoft.com/office/drawing/2014/main" id="{9F6E6260-E36C-484A-9F25-1346EC50A8D2}"/>
              </a:ext>
            </a:extLst>
          </p:cNvPr>
          <p:cNvSpPr>
            <a:spLocks noGrp="1"/>
          </p:cNvSpPr>
          <p:nvPr>
            <p:ph type="ctrTitle" hasCustomPrompt="1"/>
          </p:nvPr>
        </p:nvSpPr>
        <p:spPr>
          <a:xfrm>
            <a:off x="205581" y="5193437"/>
            <a:ext cx="6524132" cy="1360685"/>
          </a:xfrm>
        </p:spPr>
        <p:txBody>
          <a:bodyPr anchor="b" anchorCtr="0"/>
          <a:lstStyle>
            <a:lvl1pPr algn="l">
              <a:lnSpc>
                <a:spcPct val="85000"/>
              </a:lnSpc>
              <a:defRPr sz="3500"/>
            </a:lvl1pPr>
          </a:lstStyle>
          <a:p>
            <a:r>
              <a:rPr lang="en-GB" noProof="0"/>
              <a:t>Add title here</a:t>
            </a:r>
            <a:endParaRPr lang="en-GB"/>
          </a:p>
        </p:txBody>
      </p:sp>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270287" y="254000"/>
            <a:ext cx="1504350" cy="443514"/>
            <a:chOff x="670711" y="6630656"/>
            <a:chExt cx="22966563" cy="6771458"/>
          </a:xfrm>
          <a:solidFill>
            <a:srgbClr val="000000"/>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4" name="Subtitle 2">
            <a:extLst>
              <a:ext uri="{FF2B5EF4-FFF2-40B4-BE49-F238E27FC236}">
                <a16:creationId xmlns:a16="http://schemas.microsoft.com/office/drawing/2014/main" id="{9F5AC276-9A35-AF3D-69C0-B17315B488C0}"/>
              </a:ext>
            </a:extLst>
          </p:cNvPr>
          <p:cNvSpPr>
            <a:spLocks noGrp="1"/>
          </p:cNvSpPr>
          <p:nvPr>
            <p:ph type="subTitle" idx="1" hasCustomPrompt="1"/>
          </p:nvPr>
        </p:nvSpPr>
        <p:spPr>
          <a:xfrm>
            <a:off x="3884233" y="257401"/>
            <a:ext cx="6241409" cy="213114"/>
          </a:xfrm>
        </p:spPr>
        <p:txBody>
          <a:bodyPr anchor="ctr" anchorCtr="0"/>
          <a:lstStyle>
            <a:lvl1pPr marL="0" indent="0" algn="r">
              <a:buNone/>
              <a:defRPr sz="1500" spc="-30" baseline="0">
                <a:solidFill>
                  <a:schemeClr val="tx1">
                    <a:alpha val="50000"/>
                  </a:schemeClr>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sp>
        <p:nvSpPr>
          <p:cNvPr id="6" name="Date Placeholder 6">
            <a:extLst>
              <a:ext uri="{FF2B5EF4-FFF2-40B4-BE49-F238E27FC236}">
                <a16:creationId xmlns:a16="http://schemas.microsoft.com/office/drawing/2014/main" id="{A6E44BF9-20B2-DD79-D366-B86D2E0036C1}"/>
              </a:ext>
            </a:extLst>
          </p:cNvPr>
          <p:cNvSpPr>
            <a:spLocks noGrp="1"/>
          </p:cNvSpPr>
          <p:nvPr>
            <p:ph type="dt" sz="half" idx="10"/>
          </p:nvPr>
        </p:nvSpPr>
        <p:spPr>
          <a:xfrm>
            <a:off x="10299245" y="229100"/>
            <a:ext cx="1656362" cy="236979"/>
          </a:xfrm>
        </p:spPr>
        <p:txBody>
          <a:bodyPr/>
          <a:lstStyle>
            <a:lvl1pPr algn="r">
              <a:defRPr sz="1600">
                <a:solidFill>
                  <a:schemeClr val="tx1">
                    <a:alpha val="50000"/>
                  </a:schemeClr>
                </a:solidFill>
              </a:defRPr>
            </a:lvl1pPr>
          </a:lstStyle>
          <a:p>
            <a:endParaRPr lang="fi-FI"/>
          </a:p>
        </p:txBody>
      </p:sp>
    </p:spTree>
    <p:extLst>
      <p:ext uri="{BB962C8B-B14F-4D97-AF65-F5344CB8AC3E}">
        <p14:creationId xmlns:p14="http://schemas.microsoft.com/office/powerpoint/2010/main" val="702024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Headline 1">
    <p:bg>
      <p:bgPr>
        <a:solidFill>
          <a:srgbClr val="CA8B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lvl1pPr>
          </a:lstStyle>
          <a:p>
            <a:r>
              <a:rPr lang="en-GB" noProof="0"/>
              <a:t>Add title here</a:t>
            </a:r>
            <a:endParaRPr lang="en-GB"/>
          </a:p>
        </p:txBody>
      </p:sp>
      <p:sp>
        <p:nvSpPr>
          <p:cNvPr id="8" name="Footer Placeholder 7">
            <a:extLst>
              <a:ext uri="{FF2B5EF4-FFF2-40B4-BE49-F238E27FC236}">
                <a16:creationId xmlns:a16="http://schemas.microsoft.com/office/drawing/2014/main" id="{32766CB0-43A1-4E89-83D2-9E67BAD6325E}"/>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tx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Tree>
    <p:extLst>
      <p:ext uri="{BB962C8B-B14F-4D97-AF65-F5344CB8AC3E}">
        <p14:creationId xmlns:p14="http://schemas.microsoft.com/office/powerpoint/2010/main" val="8148274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Headlin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tx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4" name="Footer Placeholder 7">
            <a:extLst>
              <a:ext uri="{FF2B5EF4-FFF2-40B4-BE49-F238E27FC236}">
                <a16:creationId xmlns:a16="http://schemas.microsoft.com/office/drawing/2014/main" id="{F5B78E88-BB04-C82C-E3E1-F60A79A5B045}"/>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33665458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 image">
    <p:bg>
      <p:bgPr>
        <a:solidFill>
          <a:schemeClr val="accent2"/>
        </a:solidFill>
        <a:effectLst/>
      </p:bgPr>
    </p:bg>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933A5026-6523-8E75-1BBB-70A35175F361}"/>
              </a:ext>
            </a:extLst>
          </p:cNvPr>
          <p:cNvSpPr>
            <a:spLocks noGrp="1"/>
          </p:cNvSpPr>
          <p:nvPr>
            <p:ph type="pic" sz="quarter" idx="13" hasCustomPrompt="1"/>
          </p:nvPr>
        </p:nvSpPr>
        <p:spPr>
          <a:xfrm>
            <a:off x="8907815" y="187779"/>
            <a:ext cx="3094466" cy="3094265"/>
          </a:xfrm>
          <a:prstGeom prst="roundRect">
            <a:avLst>
              <a:gd name="adj" fmla="val 2098"/>
            </a:avLst>
          </a:prstGeom>
          <a:solidFill>
            <a:schemeClr val="bg1">
              <a:lumMod val="95000"/>
            </a:schemeClr>
          </a:solidFill>
        </p:spPr>
        <p:txBody>
          <a:bodyPr anchor="ctr" anchorCtr="0"/>
          <a:lstStyle>
            <a:lvl1pPr marL="0" indent="0" algn="ctr">
              <a:buNone/>
              <a:defRPr sz="1800"/>
            </a:lvl1pPr>
          </a:lstStyle>
          <a:p>
            <a:r>
              <a:rPr lang="en-GB" noProof="0"/>
              <a:t>Add picture here</a:t>
            </a:r>
          </a:p>
        </p:txBody>
      </p:sp>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tx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4" name="Footer Placeholder 7">
            <a:extLst>
              <a:ext uri="{FF2B5EF4-FFF2-40B4-BE49-F238E27FC236}">
                <a16:creationId xmlns:a16="http://schemas.microsoft.com/office/drawing/2014/main" id="{E12F71DC-6B78-DFC2-FA7A-8C4D24B8CCF5}"/>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323096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Headlin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tx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4" name="Footer Placeholder 7">
            <a:extLst>
              <a:ext uri="{FF2B5EF4-FFF2-40B4-BE49-F238E27FC236}">
                <a16:creationId xmlns:a16="http://schemas.microsoft.com/office/drawing/2014/main" id="{EBC994F4-F046-FEAE-52A9-FF2CA17FC7EA}"/>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36741622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Headline 5">
    <p:bg>
      <p:bgPr>
        <a:solidFill>
          <a:srgbClr val="557B8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solidFill>
                  <a:schemeClr val="bg1"/>
                </a:solidFill>
              </a:defRPr>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bg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14" name="Footer Placeholder 7">
            <a:extLst>
              <a:ext uri="{FF2B5EF4-FFF2-40B4-BE49-F238E27FC236}">
                <a16:creationId xmlns:a16="http://schemas.microsoft.com/office/drawing/2014/main" id="{E70F55FD-8611-1C55-1ED6-6A542F7507D9}"/>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bg1">
                    <a:alpha val="50000"/>
                  </a:schemeClr>
                </a:solidFill>
              </a:defRPr>
            </a:lvl1pPr>
          </a:lstStyle>
          <a:p>
            <a:endParaRPr lang="fi-FI"/>
          </a:p>
        </p:txBody>
      </p:sp>
      <p:grpSp>
        <p:nvGrpSpPr>
          <p:cNvPr id="8" name="Group 7">
            <a:extLst>
              <a:ext uri="{FF2B5EF4-FFF2-40B4-BE49-F238E27FC236}">
                <a16:creationId xmlns:a16="http://schemas.microsoft.com/office/drawing/2014/main" id="{750026E0-A736-C2DF-BFB4-000D4536C033}"/>
              </a:ext>
            </a:extLst>
          </p:cNvPr>
          <p:cNvGrpSpPr/>
          <p:nvPr userDrawn="1"/>
        </p:nvGrpSpPr>
        <p:grpSpPr bwMode="gray">
          <a:xfrm>
            <a:off x="193326" y="147362"/>
            <a:ext cx="601060" cy="177205"/>
            <a:chOff x="670711" y="6630656"/>
            <a:chExt cx="22966563" cy="6771458"/>
          </a:xfrm>
          <a:solidFill>
            <a:schemeClr val="bg1"/>
          </a:solidFill>
        </p:grpSpPr>
        <p:sp>
          <p:nvSpPr>
            <p:cNvPr id="15" name="Free-form: Shape 9">
              <a:extLst>
                <a:ext uri="{FF2B5EF4-FFF2-40B4-BE49-F238E27FC236}">
                  <a16:creationId xmlns:a16="http://schemas.microsoft.com/office/drawing/2014/main" id="{E92622CD-ADA8-8001-DBEB-12D66763FD15}"/>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6" name="Free-form: Shape 10">
              <a:extLst>
                <a:ext uri="{FF2B5EF4-FFF2-40B4-BE49-F238E27FC236}">
                  <a16:creationId xmlns:a16="http://schemas.microsoft.com/office/drawing/2014/main" id="{C30A55F6-DDC7-B442-7CB7-A0156964E67C}"/>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7" name="Free-form: Shape 11">
              <a:extLst>
                <a:ext uri="{FF2B5EF4-FFF2-40B4-BE49-F238E27FC236}">
                  <a16:creationId xmlns:a16="http://schemas.microsoft.com/office/drawing/2014/main" id="{DB8EE4E0-29DA-08CB-20A7-B2CA8F202692}"/>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8" name="Free-form: Shape 12">
              <a:extLst>
                <a:ext uri="{FF2B5EF4-FFF2-40B4-BE49-F238E27FC236}">
                  <a16:creationId xmlns:a16="http://schemas.microsoft.com/office/drawing/2014/main" id="{C5AEF381-8051-A2E9-A928-2CD07F1CB9B2}"/>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9" name="Free-form: Shape 13">
              <a:extLst>
                <a:ext uri="{FF2B5EF4-FFF2-40B4-BE49-F238E27FC236}">
                  <a16:creationId xmlns:a16="http://schemas.microsoft.com/office/drawing/2014/main" id="{D476C4F8-CB3E-CC3A-16A7-7CC080E4624E}"/>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20" name="Free-form: Shape 14">
              <a:extLst>
                <a:ext uri="{FF2B5EF4-FFF2-40B4-BE49-F238E27FC236}">
                  <a16:creationId xmlns:a16="http://schemas.microsoft.com/office/drawing/2014/main" id="{1E0AD9F7-952B-9DD1-4981-3C46A8F785BA}"/>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1" name="Free-form: Shape 15">
              <a:extLst>
                <a:ext uri="{FF2B5EF4-FFF2-40B4-BE49-F238E27FC236}">
                  <a16:creationId xmlns:a16="http://schemas.microsoft.com/office/drawing/2014/main" id="{4905387C-53A1-B232-125E-3E8CA3C1AC87}"/>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10759900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secHead" preserve="1">
  <p:cSld name="Headline 6">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solidFill>
                  <a:schemeClr val="bg1"/>
                </a:solidFill>
              </a:defRPr>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lvl1pPr>
              <a:defRPr>
                <a:solidFill>
                  <a:schemeClr val="bg1">
                    <a:alpha val="50000"/>
                  </a:schemeClr>
                </a:solidFill>
              </a:defRPr>
            </a:lvl1pPr>
          </a:lstStyle>
          <a:p>
            <a:fld id="{31160B98-140E-4345-B1A3-2A7247C42973}" type="slidenum">
              <a:rPr lang="fi-FI" smtClean="0"/>
              <a:pPr/>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bg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14" name="Footer Placeholder 7">
            <a:extLst>
              <a:ext uri="{FF2B5EF4-FFF2-40B4-BE49-F238E27FC236}">
                <a16:creationId xmlns:a16="http://schemas.microsoft.com/office/drawing/2014/main" id="{0A3F4E73-E8F4-9412-693C-BFCB242B81A1}"/>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bg1">
                    <a:alpha val="50000"/>
                  </a:schemeClr>
                </a:solidFill>
              </a:defRPr>
            </a:lvl1pPr>
          </a:lstStyle>
          <a:p>
            <a:endParaRPr lang="fi-FI"/>
          </a:p>
        </p:txBody>
      </p:sp>
      <p:grpSp>
        <p:nvGrpSpPr>
          <p:cNvPr id="8" name="Group 7">
            <a:extLst>
              <a:ext uri="{FF2B5EF4-FFF2-40B4-BE49-F238E27FC236}">
                <a16:creationId xmlns:a16="http://schemas.microsoft.com/office/drawing/2014/main" id="{D7839A84-A003-DF7F-5B7E-5156AFB2EE17}"/>
              </a:ext>
            </a:extLst>
          </p:cNvPr>
          <p:cNvGrpSpPr/>
          <p:nvPr userDrawn="1"/>
        </p:nvGrpSpPr>
        <p:grpSpPr bwMode="gray">
          <a:xfrm>
            <a:off x="193326" y="147362"/>
            <a:ext cx="601060" cy="177205"/>
            <a:chOff x="670711" y="6630656"/>
            <a:chExt cx="22966563" cy="6771458"/>
          </a:xfrm>
          <a:solidFill>
            <a:schemeClr val="bg1"/>
          </a:solidFill>
        </p:grpSpPr>
        <p:sp>
          <p:nvSpPr>
            <p:cNvPr id="15" name="Free-form: Shape 9">
              <a:extLst>
                <a:ext uri="{FF2B5EF4-FFF2-40B4-BE49-F238E27FC236}">
                  <a16:creationId xmlns:a16="http://schemas.microsoft.com/office/drawing/2014/main" id="{AB10E88E-22CE-AC06-451F-DE9B85CDE7F0}"/>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6" name="Free-form: Shape 10">
              <a:extLst>
                <a:ext uri="{FF2B5EF4-FFF2-40B4-BE49-F238E27FC236}">
                  <a16:creationId xmlns:a16="http://schemas.microsoft.com/office/drawing/2014/main" id="{DDC006B2-266E-6DAA-23DE-9AD3134D27C4}"/>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7" name="Free-form: Shape 11">
              <a:extLst>
                <a:ext uri="{FF2B5EF4-FFF2-40B4-BE49-F238E27FC236}">
                  <a16:creationId xmlns:a16="http://schemas.microsoft.com/office/drawing/2014/main" id="{E53695F7-6647-8A92-7DA3-309F7E8A21B6}"/>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8" name="Free-form: Shape 12">
              <a:extLst>
                <a:ext uri="{FF2B5EF4-FFF2-40B4-BE49-F238E27FC236}">
                  <a16:creationId xmlns:a16="http://schemas.microsoft.com/office/drawing/2014/main" id="{339B61F3-B0A6-806C-3E10-91AB9FD7881A}"/>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9" name="Free-form: Shape 13">
              <a:extLst>
                <a:ext uri="{FF2B5EF4-FFF2-40B4-BE49-F238E27FC236}">
                  <a16:creationId xmlns:a16="http://schemas.microsoft.com/office/drawing/2014/main" id="{B2529173-CBD1-B4ED-EB55-5E046C2F9E89}"/>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20" name="Free-form: Shape 14">
              <a:extLst>
                <a:ext uri="{FF2B5EF4-FFF2-40B4-BE49-F238E27FC236}">
                  <a16:creationId xmlns:a16="http://schemas.microsoft.com/office/drawing/2014/main" id="{9D240263-72AB-E10D-F1A0-56FD3694454B}"/>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1" name="Free-form: Shape 15">
              <a:extLst>
                <a:ext uri="{FF2B5EF4-FFF2-40B4-BE49-F238E27FC236}">
                  <a16:creationId xmlns:a16="http://schemas.microsoft.com/office/drawing/2014/main" id="{B9E62A81-4FFD-7A34-A069-AC6FBBBCEB00}"/>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15162723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secHead" preserve="1">
  <p:cSld name="Headline 7">
    <p:bg>
      <p:bgPr>
        <a:solidFill>
          <a:srgbClr val="504E1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solidFill>
                  <a:schemeClr val="bg1"/>
                </a:solidFill>
              </a:defRPr>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lvl1pPr>
              <a:defRPr>
                <a:solidFill>
                  <a:schemeClr val="bg1">
                    <a:alpha val="50000"/>
                  </a:schemeClr>
                </a:solidFill>
              </a:defRPr>
            </a:lvl1pPr>
          </a:lstStyle>
          <a:p>
            <a:fld id="{31160B98-140E-4345-B1A3-2A7247C42973}" type="slidenum">
              <a:rPr lang="fi-FI" smtClean="0"/>
              <a:pPr/>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bg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14" name="Footer Placeholder 7">
            <a:extLst>
              <a:ext uri="{FF2B5EF4-FFF2-40B4-BE49-F238E27FC236}">
                <a16:creationId xmlns:a16="http://schemas.microsoft.com/office/drawing/2014/main" id="{72E8C731-0782-44E3-ACC9-CDF3AD5E56A3}"/>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bg1">
                    <a:alpha val="50000"/>
                  </a:schemeClr>
                </a:solidFill>
              </a:defRPr>
            </a:lvl1pPr>
          </a:lstStyle>
          <a:p>
            <a:endParaRPr lang="fi-FI"/>
          </a:p>
        </p:txBody>
      </p:sp>
      <p:grpSp>
        <p:nvGrpSpPr>
          <p:cNvPr id="8" name="Group 7">
            <a:extLst>
              <a:ext uri="{FF2B5EF4-FFF2-40B4-BE49-F238E27FC236}">
                <a16:creationId xmlns:a16="http://schemas.microsoft.com/office/drawing/2014/main" id="{9F448D48-5D28-49A8-D175-8BCC52570FFF}"/>
              </a:ext>
            </a:extLst>
          </p:cNvPr>
          <p:cNvGrpSpPr/>
          <p:nvPr userDrawn="1"/>
        </p:nvGrpSpPr>
        <p:grpSpPr bwMode="gray">
          <a:xfrm>
            <a:off x="193326" y="147362"/>
            <a:ext cx="601060" cy="177205"/>
            <a:chOff x="670711" y="6630656"/>
            <a:chExt cx="22966563" cy="6771458"/>
          </a:xfrm>
          <a:solidFill>
            <a:schemeClr val="bg1"/>
          </a:solidFill>
        </p:grpSpPr>
        <p:sp>
          <p:nvSpPr>
            <p:cNvPr id="15" name="Free-form: Shape 9">
              <a:extLst>
                <a:ext uri="{FF2B5EF4-FFF2-40B4-BE49-F238E27FC236}">
                  <a16:creationId xmlns:a16="http://schemas.microsoft.com/office/drawing/2014/main" id="{F0C4E0DD-9017-DAA2-22F8-7B325E1C744F}"/>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6" name="Free-form: Shape 10">
              <a:extLst>
                <a:ext uri="{FF2B5EF4-FFF2-40B4-BE49-F238E27FC236}">
                  <a16:creationId xmlns:a16="http://schemas.microsoft.com/office/drawing/2014/main" id="{31FA108B-1074-A5AE-A5C9-4F135223BD4C}"/>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7" name="Free-form: Shape 11">
              <a:extLst>
                <a:ext uri="{FF2B5EF4-FFF2-40B4-BE49-F238E27FC236}">
                  <a16:creationId xmlns:a16="http://schemas.microsoft.com/office/drawing/2014/main" id="{35155435-CCC8-541C-B1C5-D523EE0F23B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8" name="Free-form: Shape 12">
              <a:extLst>
                <a:ext uri="{FF2B5EF4-FFF2-40B4-BE49-F238E27FC236}">
                  <a16:creationId xmlns:a16="http://schemas.microsoft.com/office/drawing/2014/main" id="{5C6C15D3-7609-621C-8236-730EE3250AD2}"/>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9" name="Free-form: Shape 13">
              <a:extLst>
                <a:ext uri="{FF2B5EF4-FFF2-40B4-BE49-F238E27FC236}">
                  <a16:creationId xmlns:a16="http://schemas.microsoft.com/office/drawing/2014/main" id="{DB5FA654-769A-DF29-0D10-4C30E80629C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20" name="Free-form: Shape 14">
              <a:extLst>
                <a:ext uri="{FF2B5EF4-FFF2-40B4-BE49-F238E27FC236}">
                  <a16:creationId xmlns:a16="http://schemas.microsoft.com/office/drawing/2014/main" id="{641CD0A9-B4A8-54D0-5D5A-D9F7B0706A1C}"/>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1" name="Free-form: Shape 15">
              <a:extLst>
                <a:ext uri="{FF2B5EF4-FFF2-40B4-BE49-F238E27FC236}">
                  <a16:creationId xmlns:a16="http://schemas.microsoft.com/office/drawing/2014/main" id="{CA70611A-D789-6246-AE58-6005545E4AE9}"/>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13455129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secHead" preserve="1">
  <p:cSld name="Headline 8">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C208-0BC6-4780-8569-0CCC5C8BCBB3}"/>
              </a:ext>
            </a:extLst>
          </p:cNvPr>
          <p:cNvSpPr>
            <a:spLocks noGrp="1"/>
          </p:cNvSpPr>
          <p:nvPr>
            <p:ph type="title" hasCustomPrompt="1"/>
          </p:nvPr>
        </p:nvSpPr>
        <p:spPr>
          <a:xfrm>
            <a:off x="268081" y="3645071"/>
            <a:ext cx="8570215" cy="2852737"/>
          </a:xfrm>
        </p:spPr>
        <p:txBody>
          <a:bodyPr anchor="b"/>
          <a:lstStyle>
            <a:lvl1pPr>
              <a:lnSpc>
                <a:spcPct val="75000"/>
              </a:lnSpc>
              <a:defRPr sz="7500" spc="-150" baseline="0">
                <a:solidFill>
                  <a:schemeClr val="bg1"/>
                </a:solidFill>
              </a:defRPr>
            </a:lvl1pPr>
          </a:lstStyle>
          <a:p>
            <a:r>
              <a:rPr lang="en-GB" noProof="0"/>
              <a:t>Add title here</a:t>
            </a:r>
            <a:endParaRPr lang="en-GB"/>
          </a:p>
        </p:txBody>
      </p:sp>
      <p:sp>
        <p:nvSpPr>
          <p:cNvPr id="9" name="Slide Number Placeholder 8">
            <a:extLst>
              <a:ext uri="{FF2B5EF4-FFF2-40B4-BE49-F238E27FC236}">
                <a16:creationId xmlns:a16="http://schemas.microsoft.com/office/drawing/2014/main" id="{6E2AEE1E-B285-4162-ABF0-E898A0AD6816}"/>
              </a:ext>
            </a:extLst>
          </p:cNvPr>
          <p:cNvSpPr>
            <a:spLocks noGrp="1"/>
          </p:cNvSpPr>
          <p:nvPr>
            <p:ph type="sldNum" sz="quarter" idx="12"/>
          </p:nvPr>
        </p:nvSpPr>
        <p:spPr/>
        <p:txBody>
          <a:bodyPr/>
          <a:lstStyle>
            <a:lvl1pPr>
              <a:defRPr>
                <a:solidFill>
                  <a:schemeClr val="bg1">
                    <a:alpha val="50000"/>
                  </a:schemeClr>
                </a:solidFill>
              </a:defRPr>
            </a:lvl1pPr>
          </a:lstStyle>
          <a:p>
            <a:fld id="{31160B98-140E-4345-B1A3-2A7247C42973}" type="slidenum">
              <a:rPr lang="fi-FI" smtClean="0"/>
              <a:pPr/>
              <a:t>‹#›</a:t>
            </a:fld>
            <a:endParaRPr lang="fi-FI"/>
          </a:p>
        </p:txBody>
      </p:sp>
      <p:sp>
        <p:nvSpPr>
          <p:cNvPr id="3" name="Text Placeholder 2">
            <a:extLst>
              <a:ext uri="{FF2B5EF4-FFF2-40B4-BE49-F238E27FC236}">
                <a16:creationId xmlns:a16="http://schemas.microsoft.com/office/drawing/2014/main" id="{E3AD90FD-B435-43DB-9A67-DD6748747D4A}"/>
              </a:ext>
            </a:extLst>
          </p:cNvPr>
          <p:cNvSpPr>
            <a:spLocks noGrp="1"/>
          </p:cNvSpPr>
          <p:nvPr>
            <p:ph type="body" idx="1" hasCustomPrompt="1"/>
          </p:nvPr>
        </p:nvSpPr>
        <p:spPr>
          <a:xfrm>
            <a:off x="512233" y="6387191"/>
            <a:ext cx="8326063" cy="262183"/>
          </a:xfrm>
        </p:spPr>
        <p:txBody>
          <a:bodyPr anchor="ctr" anchorCtr="0"/>
          <a:lstStyle>
            <a:lvl1pPr marL="0" indent="0">
              <a:buNone/>
              <a:defRPr sz="2000">
                <a:solidFill>
                  <a:schemeClr val="bg1">
                    <a:alpha val="50000"/>
                  </a:schemeClr>
                </a:solidFill>
              </a:defRPr>
            </a:lvl1pPr>
            <a:lvl2pPr marL="457177"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3" indent="0">
              <a:buNone/>
              <a:defRPr sz="1600">
                <a:solidFill>
                  <a:schemeClr val="tx1">
                    <a:tint val="75000"/>
                  </a:schemeClr>
                </a:solidFill>
              </a:defRPr>
            </a:lvl7pPr>
            <a:lvl8pPr marL="3200240" indent="0">
              <a:buNone/>
              <a:defRPr sz="1600">
                <a:solidFill>
                  <a:schemeClr val="tx1">
                    <a:tint val="75000"/>
                  </a:schemeClr>
                </a:solidFill>
              </a:defRPr>
            </a:lvl8pPr>
            <a:lvl9pPr marL="3657417" indent="0">
              <a:buNone/>
              <a:defRPr sz="1600">
                <a:solidFill>
                  <a:schemeClr val="tx1">
                    <a:tint val="75000"/>
                  </a:schemeClr>
                </a:solidFill>
              </a:defRPr>
            </a:lvl9pPr>
          </a:lstStyle>
          <a:p>
            <a:r>
              <a:rPr lang="en-GB" noProof="0"/>
              <a:t>Add subtitle here</a:t>
            </a:r>
          </a:p>
        </p:txBody>
      </p:sp>
      <p:sp>
        <p:nvSpPr>
          <p:cNvPr id="14" name="Footer Placeholder 7">
            <a:extLst>
              <a:ext uri="{FF2B5EF4-FFF2-40B4-BE49-F238E27FC236}">
                <a16:creationId xmlns:a16="http://schemas.microsoft.com/office/drawing/2014/main" id="{76CBF276-8D51-455C-14B0-DFC912689AAB}"/>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bg1">
                    <a:alpha val="50000"/>
                  </a:schemeClr>
                </a:solidFill>
              </a:defRPr>
            </a:lvl1pPr>
          </a:lstStyle>
          <a:p>
            <a:endParaRPr lang="fi-FI"/>
          </a:p>
        </p:txBody>
      </p:sp>
      <p:grpSp>
        <p:nvGrpSpPr>
          <p:cNvPr id="8" name="Group 7">
            <a:extLst>
              <a:ext uri="{FF2B5EF4-FFF2-40B4-BE49-F238E27FC236}">
                <a16:creationId xmlns:a16="http://schemas.microsoft.com/office/drawing/2014/main" id="{043343B0-36EB-7B40-BFDF-5B8343C2D509}"/>
              </a:ext>
            </a:extLst>
          </p:cNvPr>
          <p:cNvGrpSpPr/>
          <p:nvPr userDrawn="1"/>
        </p:nvGrpSpPr>
        <p:grpSpPr bwMode="gray">
          <a:xfrm>
            <a:off x="193326" y="147362"/>
            <a:ext cx="601060" cy="177205"/>
            <a:chOff x="670711" y="6630656"/>
            <a:chExt cx="22966563" cy="6771458"/>
          </a:xfrm>
          <a:solidFill>
            <a:schemeClr val="bg1"/>
          </a:solidFill>
        </p:grpSpPr>
        <p:sp>
          <p:nvSpPr>
            <p:cNvPr id="15" name="Free-form: Shape 9">
              <a:extLst>
                <a:ext uri="{FF2B5EF4-FFF2-40B4-BE49-F238E27FC236}">
                  <a16:creationId xmlns:a16="http://schemas.microsoft.com/office/drawing/2014/main" id="{43D361C0-6922-2EC2-F90E-E69155D1C30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6" name="Free-form: Shape 10">
              <a:extLst>
                <a:ext uri="{FF2B5EF4-FFF2-40B4-BE49-F238E27FC236}">
                  <a16:creationId xmlns:a16="http://schemas.microsoft.com/office/drawing/2014/main" id="{F359D0A0-1684-B058-6A65-36CB1F343525}"/>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7" name="Free-form: Shape 11">
              <a:extLst>
                <a:ext uri="{FF2B5EF4-FFF2-40B4-BE49-F238E27FC236}">
                  <a16:creationId xmlns:a16="http://schemas.microsoft.com/office/drawing/2014/main" id="{AA3C88F0-BD75-1474-5730-629833EDA7A2}"/>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8" name="Free-form: Shape 12">
              <a:extLst>
                <a:ext uri="{FF2B5EF4-FFF2-40B4-BE49-F238E27FC236}">
                  <a16:creationId xmlns:a16="http://schemas.microsoft.com/office/drawing/2014/main" id="{BF738103-493E-C2DD-7C94-04B7AA502301}"/>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9" name="Free-form: Shape 13">
              <a:extLst>
                <a:ext uri="{FF2B5EF4-FFF2-40B4-BE49-F238E27FC236}">
                  <a16:creationId xmlns:a16="http://schemas.microsoft.com/office/drawing/2014/main" id="{2EACCBC5-0502-B14E-62F6-A4ECAF68FB4F}"/>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20" name="Free-form: Shape 14">
              <a:extLst>
                <a:ext uri="{FF2B5EF4-FFF2-40B4-BE49-F238E27FC236}">
                  <a16:creationId xmlns:a16="http://schemas.microsoft.com/office/drawing/2014/main" id="{BF9208C6-7FAE-4F04-50D0-A93F14D58799}"/>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1" name="Free-form: Shape 15">
              <a:extLst>
                <a:ext uri="{FF2B5EF4-FFF2-40B4-BE49-F238E27FC236}">
                  <a16:creationId xmlns:a16="http://schemas.microsoft.com/office/drawing/2014/main" id="{9C33A547-2300-5346-67BD-D2424EAD841A}"/>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20139722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3B6CAA-4767-42B4-A19C-0CFD9AFC8229}"/>
              </a:ext>
            </a:extLst>
          </p:cNvPr>
          <p:cNvSpPr>
            <a:spLocks noGrp="1"/>
          </p:cNvSpPr>
          <p:nvPr>
            <p:ph idx="1" hasCustomPrompt="1"/>
          </p:nvPr>
        </p:nvSpPr>
        <p:spPr/>
        <p:txBody>
          <a:bodyPr/>
          <a:lstStyle>
            <a:lvl1pPr marL="269875" indent="-270669">
              <a:tabLst/>
              <a:defRPr/>
            </a:lvl1pPr>
            <a:lvl2pPr marL="449263" indent="-270669">
              <a:tabLst/>
              <a:defRPr/>
            </a:lvl2pPr>
            <a:lvl3pPr marL="629444" indent="-269875">
              <a:tabLst/>
              <a:defRPr/>
            </a:lvl3pPr>
            <a:lvl4pPr marL="809625" indent="-269875">
              <a:tabLst/>
              <a:defRPr/>
            </a:lvl4pPr>
            <a:lvl5pPr marL="989807" indent="-270000">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4" name="Footer Placeholder 6">
            <a:extLst>
              <a:ext uri="{FF2B5EF4-FFF2-40B4-BE49-F238E27FC236}">
                <a16:creationId xmlns:a16="http://schemas.microsoft.com/office/drawing/2014/main" id="{A14434E0-9AA0-3619-C88E-7F19CC6D2E40}"/>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
        <p:nvSpPr>
          <p:cNvPr id="5" name="Title 1">
            <a:extLst>
              <a:ext uri="{FF2B5EF4-FFF2-40B4-BE49-F238E27FC236}">
                <a16:creationId xmlns:a16="http://schemas.microsoft.com/office/drawing/2014/main" id="{3BA8767E-15C9-94B0-4831-FC1ADFD5B3A2}"/>
              </a:ext>
            </a:extLst>
          </p:cNvPr>
          <p:cNvSpPr>
            <a:spLocks noGrp="1"/>
          </p:cNvSpPr>
          <p:nvPr>
            <p:ph type="title" hasCustomPrompt="1"/>
          </p:nvPr>
        </p:nvSpPr>
        <p:spPr>
          <a:xfrm>
            <a:off x="253741" y="1265009"/>
            <a:ext cx="11689895" cy="439505"/>
          </a:xfrm>
        </p:spPr>
        <p:txBody>
          <a:bodyPr/>
          <a:lstStyle/>
          <a:p>
            <a:r>
              <a:rPr lang="en-GB" noProof="0"/>
              <a:t>Add title here</a:t>
            </a:r>
            <a:endParaRPr lang="en-GB"/>
          </a:p>
        </p:txBody>
      </p:sp>
    </p:spTree>
    <p:extLst>
      <p:ext uri="{BB962C8B-B14F-4D97-AF65-F5344CB8AC3E}">
        <p14:creationId xmlns:p14="http://schemas.microsoft.com/office/powerpoint/2010/main" val="3608688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C18505A-465D-234C-A895-922B91740D15}"/>
              </a:ext>
            </a:extLst>
          </p:cNvPr>
          <p:cNvSpPr>
            <a:spLocks noGrp="1"/>
          </p:cNvSpPr>
          <p:nvPr>
            <p:ph idx="14" hasCustomPrompt="1"/>
          </p:nvPr>
        </p:nvSpPr>
        <p:spPr>
          <a:xfrm>
            <a:off x="6606525" y="1778400"/>
            <a:ext cx="5108017" cy="4531043"/>
          </a:xfrm>
        </p:spPr>
        <p:txBody>
          <a:bodyPr/>
          <a:lstStyle>
            <a:lvl1pPr marL="270669" indent="-270669">
              <a:tabLst/>
              <a:defRPr/>
            </a:lvl1pPr>
            <a:lvl2pPr marL="450000" indent="-270669">
              <a:tabLst/>
              <a:defRPr/>
            </a:lvl2pPr>
            <a:lvl3pPr marL="630000" indent="-270000">
              <a:tabLst/>
              <a:defRPr/>
            </a:lvl3pPr>
            <a:lvl4pPr marL="810000" indent="-270000">
              <a:tabLst/>
              <a:defRPr/>
            </a:lvl4pPr>
            <a:lvl5pPr marL="990000" indent="-270000">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3" name="Content Placeholder 2">
            <a:extLst>
              <a:ext uri="{FF2B5EF4-FFF2-40B4-BE49-F238E27FC236}">
                <a16:creationId xmlns:a16="http://schemas.microsoft.com/office/drawing/2014/main" id="{6E3B6CAA-4767-42B4-A19C-0CFD9AFC8229}"/>
              </a:ext>
            </a:extLst>
          </p:cNvPr>
          <p:cNvSpPr>
            <a:spLocks noGrp="1"/>
          </p:cNvSpPr>
          <p:nvPr>
            <p:ph idx="1" hasCustomPrompt="1"/>
          </p:nvPr>
        </p:nvSpPr>
        <p:spPr>
          <a:xfrm>
            <a:off x="496990" y="1778400"/>
            <a:ext cx="5108017" cy="4531043"/>
          </a:xfrm>
        </p:spPr>
        <p:txBody>
          <a:bodyPr/>
          <a:lstStyle>
            <a:lvl1pPr marL="270669" indent="-270669">
              <a:tabLst/>
              <a:defRPr/>
            </a:lvl1pPr>
            <a:lvl2pPr marL="450000" indent="-270669">
              <a:tabLst/>
              <a:defRPr/>
            </a:lvl2pPr>
            <a:lvl3pPr marL="630000" indent="-270000">
              <a:tabLst/>
              <a:defRPr/>
            </a:lvl3pPr>
            <a:lvl4pPr marL="810000" indent="-270000">
              <a:tabLst/>
              <a:defRPr/>
            </a:lvl4pPr>
            <a:lvl5pPr marL="990000" indent="-270000">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4" name="Footer Placeholder 6">
            <a:extLst>
              <a:ext uri="{FF2B5EF4-FFF2-40B4-BE49-F238E27FC236}">
                <a16:creationId xmlns:a16="http://schemas.microsoft.com/office/drawing/2014/main" id="{7BA136A3-7939-0F96-E951-DD5922496B0C}"/>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
        <p:nvSpPr>
          <p:cNvPr id="5" name="Title 1">
            <a:extLst>
              <a:ext uri="{FF2B5EF4-FFF2-40B4-BE49-F238E27FC236}">
                <a16:creationId xmlns:a16="http://schemas.microsoft.com/office/drawing/2014/main" id="{9B87C457-5334-A2F2-954D-9AC476137344}"/>
              </a:ext>
            </a:extLst>
          </p:cNvPr>
          <p:cNvSpPr>
            <a:spLocks noGrp="1"/>
          </p:cNvSpPr>
          <p:nvPr>
            <p:ph type="title" hasCustomPrompt="1"/>
          </p:nvPr>
        </p:nvSpPr>
        <p:spPr>
          <a:xfrm>
            <a:off x="253741" y="1265009"/>
            <a:ext cx="11689895" cy="439505"/>
          </a:xfrm>
        </p:spPr>
        <p:txBody>
          <a:bodyPr/>
          <a:lstStyle/>
          <a:p>
            <a:r>
              <a:rPr lang="en-GB" noProof="0"/>
              <a:t>Add title here</a:t>
            </a:r>
            <a:endParaRPr lang="en-GB"/>
          </a:p>
        </p:txBody>
      </p:sp>
    </p:spTree>
    <p:extLst>
      <p:ext uri="{BB962C8B-B14F-4D97-AF65-F5344CB8AC3E}">
        <p14:creationId xmlns:p14="http://schemas.microsoft.com/office/powerpoint/2010/main" val="221560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16503E7-EE33-D8A5-B14A-AD6BEE5E06AD}"/>
              </a:ext>
            </a:extLst>
          </p:cNvPr>
          <p:cNvSpPr>
            <a:spLocks noGrp="1"/>
          </p:cNvSpPr>
          <p:nvPr>
            <p:ph idx="16" hasCustomPrompt="1"/>
          </p:nvPr>
        </p:nvSpPr>
        <p:spPr>
          <a:xfrm>
            <a:off x="9222305" y="1778400"/>
            <a:ext cx="2674288" cy="4531043"/>
          </a:xfrm>
        </p:spPr>
        <p:txBody>
          <a:bodyPr/>
          <a:lstStyle>
            <a:lvl1pPr marL="270669" indent="-270669">
              <a:spcAft>
                <a:spcPts val="0"/>
              </a:spcAft>
              <a:tabLst/>
              <a:defRPr/>
            </a:lvl1pPr>
            <a:lvl2pPr marL="450000" indent="-270669">
              <a:tabLst/>
              <a:defRPr/>
            </a:lvl2pPr>
            <a:lvl3pPr marL="630000" indent="-269875">
              <a:tabLst/>
              <a:defRPr/>
            </a:lvl3pPr>
            <a:lvl4pPr marL="810000" indent="-269875">
              <a:tabLst/>
              <a:defRPr/>
            </a:lvl4pPr>
            <a:lvl5pPr marL="990000" indent="-269875">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p:txBody>
          <a:bodyPr/>
          <a:lstStyle/>
          <a:p>
            <a:r>
              <a:rPr lang="en-GB" noProof="0"/>
              <a:t>Add title here</a:t>
            </a:r>
            <a:endParaRPr lang="en-GB"/>
          </a:p>
        </p:txBody>
      </p:sp>
      <p:sp>
        <p:nvSpPr>
          <p:cNvPr id="3" name="Content Placeholder 2">
            <a:extLst>
              <a:ext uri="{FF2B5EF4-FFF2-40B4-BE49-F238E27FC236}">
                <a16:creationId xmlns:a16="http://schemas.microsoft.com/office/drawing/2014/main" id="{6E3B6CAA-4767-42B4-A19C-0CFD9AFC8229}"/>
              </a:ext>
            </a:extLst>
          </p:cNvPr>
          <p:cNvSpPr>
            <a:spLocks noGrp="1"/>
          </p:cNvSpPr>
          <p:nvPr>
            <p:ph idx="1" hasCustomPrompt="1"/>
          </p:nvPr>
        </p:nvSpPr>
        <p:spPr>
          <a:xfrm>
            <a:off x="253741" y="1778400"/>
            <a:ext cx="2674288" cy="4531043"/>
          </a:xfrm>
        </p:spPr>
        <p:txBody>
          <a:bodyPr/>
          <a:lstStyle>
            <a:lvl1pPr marL="270669" indent="-270669">
              <a:spcAft>
                <a:spcPts val="0"/>
              </a:spcAft>
              <a:tabLst/>
              <a:defRPr/>
            </a:lvl1pPr>
            <a:lvl2pPr marL="450000" indent="-270669">
              <a:tabLst/>
              <a:defRPr/>
            </a:lvl2pPr>
            <a:lvl3pPr marL="630000" indent="-269875">
              <a:tabLst/>
              <a:defRPr/>
            </a:lvl3pPr>
            <a:lvl4pPr marL="810000" indent="-269875">
              <a:tabLst/>
              <a:defRPr/>
            </a:lvl4pPr>
            <a:lvl5pPr marL="990000" indent="-269875">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4" name="Footer Placeholder 6">
            <a:extLst>
              <a:ext uri="{FF2B5EF4-FFF2-40B4-BE49-F238E27FC236}">
                <a16:creationId xmlns:a16="http://schemas.microsoft.com/office/drawing/2014/main" id="{C5B6FB45-01D9-ABC8-815C-F49DCB6F8CCC}"/>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
        <p:nvSpPr>
          <p:cNvPr id="6" name="Content Placeholder 2">
            <a:extLst>
              <a:ext uri="{FF2B5EF4-FFF2-40B4-BE49-F238E27FC236}">
                <a16:creationId xmlns:a16="http://schemas.microsoft.com/office/drawing/2014/main" id="{1C928EE1-1245-C26F-C022-561B459B2BD9}"/>
              </a:ext>
            </a:extLst>
          </p:cNvPr>
          <p:cNvSpPr>
            <a:spLocks noGrp="1"/>
          </p:cNvSpPr>
          <p:nvPr>
            <p:ph idx="17" hasCustomPrompt="1"/>
          </p:nvPr>
        </p:nvSpPr>
        <p:spPr>
          <a:xfrm>
            <a:off x="3243262" y="1778400"/>
            <a:ext cx="2674288" cy="4531043"/>
          </a:xfrm>
        </p:spPr>
        <p:txBody>
          <a:bodyPr/>
          <a:lstStyle>
            <a:lvl1pPr marL="270669" indent="-270669">
              <a:spcAft>
                <a:spcPts val="0"/>
              </a:spcAft>
              <a:tabLst/>
              <a:defRPr/>
            </a:lvl1pPr>
            <a:lvl2pPr marL="450000" indent="-270669">
              <a:tabLst/>
              <a:defRPr/>
            </a:lvl2pPr>
            <a:lvl3pPr marL="630000" indent="-269875">
              <a:tabLst/>
              <a:defRPr/>
            </a:lvl3pPr>
            <a:lvl4pPr marL="810000" indent="-269875">
              <a:tabLst/>
              <a:defRPr/>
            </a:lvl4pPr>
            <a:lvl5pPr marL="990000" indent="-269875">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10" name="Content Placeholder 2">
            <a:extLst>
              <a:ext uri="{FF2B5EF4-FFF2-40B4-BE49-F238E27FC236}">
                <a16:creationId xmlns:a16="http://schemas.microsoft.com/office/drawing/2014/main" id="{1C2C4907-96C4-3665-4860-DD94F441DC4A}"/>
              </a:ext>
            </a:extLst>
          </p:cNvPr>
          <p:cNvSpPr>
            <a:spLocks noGrp="1"/>
          </p:cNvSpPr>
          <p:nvPr>
            <p:ph idx="18" hasCustomPrompt="1"/>
          </p:nvPr>
        </p:nvSpPr>
        <p:spPr>
          <a:xfrm>
            <a:off x="6232783" y="1778400"/>
            <a:ext cx="2674288" cy="4531043"/>
          </a:xfrm>
        </p:spPr>
        <p:txBody>
          <a:bodyPr/>
          <a:lstStyle>
            <a:lvl1pPr marL="270669" indent="-270669">
              <a:spcAft>
                <a:spcPts val="0"/>
              </a:spcAft>
              <a:tabLst/>
              <a:defRPr/>
            </a:lvl1pPr>
            <a:lvl2pPr marL="450000" indent="-270669">
              <a:tabLst/>
              <a:defRPr/>
            </a:lvl2pPr>
            <a:lvl3pPr marL="630000" indent="-269875">
              <a:tabLst/>
              <a:defRPr/>
            </a:lvl3pPr>
            <a:lvl4pPr marL="810000" indent="-269875">
              <a:tabLst/>
              <a:defRPr/>
            </a:lvl4pPr>
            <a:lvl5pPr marL="990000" indent="-269875">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Tree>
    <p:extLst>
      <p:ext uri="{BB962C8B-B14F-4D97-AF65-F5344CB8AC3E}">
        <p14:creationId xmlns:p14="http://schemas.microsoft.com/office/powerpoint/2010/main" val="662829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lored text slide 1">
    <p:bg>
      <p:bgPr>
        <a:solidFill>
          <a:schemeClr val="accent4"/>
        </a:solidFill>
        <a:effectLst/>
      </p:bgPr>
    </p:bg>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54D30ACE-9555-A98F-5412-3C7E53C28D97}"/>
              </a:ext>
            </a:extLst>
          </p:cNvPr>
          <p:cNvSpPr>
            <a:spLocks noGrp="1"/>
          </p:cNvSpPr>
          <p:nvPr>
            <p:ph type="ftr" sz="quarter" idx="11"/>
          </p:nvPr>
        </p:nvSpPr>
        <p:spPr>
          <a:xfrm>
            <a:off x="944531" y="198027"/>
            <a:ext cx="4114800" cy="177205"/>
          </a:xfrm>
          <a:prstGeom prst="rect">
            <a:avLst/>
          </a:prstGeom>
        </p:spPr>
        <p:txBody>
          <a:bodyPr/>
          <a:lstStyle>
            <a:lvl1pPr>
              <a:defRPr>
                <a:solidFill>
                  <a:schemeClr val="bg1">
                    <a:alpha val="50000"/>
                  </a:schemeClr>
                </a:solidFill>
              </a:defRPr>
            </a:lvl1pPr>
          </a:lstStyle>
          <a:p>
            <a:pPr algn="l"/>
            <a:endParaRPr lang="fi-FI"/>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lvl1pPr>
              <a:defRPr>
                <a:solidFill>
                  <a:schemeClr val="bg1">
                    <a:alpha val="50000"/>
                  </a:schemeClr>
                </a:solidFill>
              </a:defRPr>
            </a:lvl1pPr>
          </a:lstStyle>
          <a:p>
            <a:fld id="{31160B98-140E-4345-B1A3-2A7247C42973}" type="slidenum">
              <a:rPr lang="fi-FI" smtClean="0"/>
              <a:pPr/>
              <a:t>‹#›</a:t>
            </a:fld>
            <a:endParaRPr lang="fi-FI"/>
          </a:p>
        </p:txBody>
      </p:sp>
      <p:grpSp>
        <p:nvGrpSpPr>
          <p:cNvPr id="5" name="Group 4">
            <a:extLst>
              <a:ext uri="{FF2B5EF4-FFF2-40B4-BE49-F238E27FC236}">
                <a16:creationId xmlns:a16="http://schemas.microsoft.com/office/drawing/2014/main" id="{7B2A47F5-2027-8F9B-BAE3-D0EFA3B38A5A}"/>
              </a:ext>
            </a:extLst>
          </p:cNvPr>
          <p:cNvGrpSpPr/>
          <p:nvPr userDrawn="1"/>
        </p:nvGrpSpPr>
        <p:grpSpPr bwMode="gray">
          <a:xfrm>
            <a:off x="193326" y="147362"/>
            <a:ext cx="601060" cy="177205"/>
            <a:chOff x="670711" y="6630656"/>
            <a:chExt cx="22966563" cy="6771458"/>
          </a:xfrm>
          <a:solidFill>
            <a:schemeClr val="bg1"/>
          </a:solidFill>
        </p:grpSpPr>
        <p:sp>
          <p:nvSpPr>
            <p:cNvPr id="14" name="Free-form: Shape 9">
              <a:extLst>
                <a:ext uri="{FF2B5EF4-FFF2-40B4-BE49-F238E27FC236}">
                  <a16:creationId xmlns:a16="http://schemas.microsoft.com/office/drawing/2014/main" id="{06F4E923-B4E6-D23D-0167-3D79896D65F4}"/>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5" name="Free-form: Shape 10">
              <a:extLst>
                <a:ext uri="{FF2B5EF4-FFF2-40B4-BE49-F238E27FC236}">
                  <a16:creationId xmlns:a16="http://schemas.microsoft.com/office/drawing/2014/main" id="{F1BE8E4B-AAF7-C506-ED4C-E051A32A81E8}"/>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6" name="Free-form: Shape 11">
              <a:extLst>
                <a:ext uri="{FF2B5EF4-FFF2-40B4-BE49-F238E27FC236}">
                  <a16:creationId xmlns:a16="http://schemas.microsoft.com/office/drawing/2014/main" id="{8DABDBA9-510A-7D37-DCBE-A0DD261C3E3B}"/>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7" name="Free-form: Shape 12">
              <a:extLst>
                <a:ext uri="{FF2B5EF4-FFF2-40B4-BE49-F238E27FC236}">
                  <a16:creationId xmlns:a16="http://schemas.microsoft.com/office/drawing/2014/main" id="{557D883B-2FA4-AC68-DA03-D356C415F8B5}"/>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8" name="Free-form: Shape 13">
              <a:extLst>
                <a:ext uri="{FF2B5EF4-FFF2-40B4-BE49-F238E27FC236}">
                  <a16:creationId xmlns:a16="http://schemas.microsoft.com/office/drawing/2014/main" id="{35280328-CE0B-3E5C-50CC-0FC757D30CFF}"/>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9" name="Free-form: Shape 14">
              <a:extLst>
                <a:ext uri="{FF2B5EF4-FFF2-40B4-BE49-F238E27FC236}">
                  <a16:creationId xmlns:a16="http://schemas.microsoft.com/office/drawing/2014/main" id="{BE342D9E-AF5B-A441-E883-B3BBDAE2B085}"/>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0" name="Free-form: Shape 15">
              <a:extLst>
                <a:ext uri="{FF2B5EF4-FFF2-40B4-BE49-F238E27FC236}">
                  <a16:creationId xmlns:a16="http://schemas.microsoft.com/office/drawing/2014/main" id="{F52FBEC6-C803-9829-8BAE-B84495361B90}"/>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3" name="Text Placeholder 5">
            <a:extLst>
              <a:ext uri="{FF2B5EF4-FFF2-40B4-BE49-F238E27FC236}">
                <a16:creationId xmlns:a16="http://schemas.microsoft.com/office/drawing/2014/main" id="{9C4973F8-FD7D-3A99-D262-935CD6A1F680}"/>
              </a:ext>
            </a:extLst>
          </p:cNvPr>
          <p:cNvSpPr>
            <a:spLocks noGrp="1"/>
          </p:cNvSpPr>
          <p:nvPr>
            <p:ph type="body" sz="quarter" idx="13"/>
          </p:nvPr>
        </p:nvSpPr>
        <p:spPr>
          <a:xfrm>
            <a:off x="306500" y="1859018"/>
            <a:ext cx="6455227" cy="4584574"/>
          </a:xfrm>
        </p:spPr>
        <p:txBody>
          <a:bodyPr anchor="b" anchorCtr="0"/>
          <a:lstStyle>
            <a:lvl1pPr marL="90000" indent="-449263">
              <a:lnSpc>
                <a:spcPct val="92000"/>
              </a:lnSpc>
              <a:spcAft>
                <a:spcPts val="0"/>
              </a:spcAft>
              <a:tabLst/>
              <a:defRPr sz="3500" spc="-50" baseline="0">
                <a:solidFill>
                  <a:schemeClr val="bg1">
                    <a:alpha val="50000"/>
                  </a:schemeClr>
                </a:solidFill>
              </a:defRPr>
            </a:lvl1pPr>
            <a:lvl2pPr marL="667544" indent="-439738">
              <a:lnSpc>
                <a:spcPct val="92000"/>
              </a:lnSpc>
              <a:spcBef>
                <a:spcPts val="0"/>
              </a:spcBef>
              <a:tabLst/>
              <a:defRPr sz="3500" spc="-50" baseline="0">
                <a:solidFill>
                  <a:schemeClr val="bg1">
                    <a:alpha val="50000"/>
                  </a:schemeClr>
                </a:solidFill>
              </a:defRPr>
            </a:lvl2pPr>
            <a:lvl3pPr marL="1335088" indent="-450057">
              <a:lnSpc>
                <a:spcPct val="92000"/>
              </a:lnSpc>
              <a:tabLst>
                <a:tab pos="797719" algn="l"/>
              </a:tabLst>
              <a:defRPr sz="3500" spc="-50" baseline="0">
                <a:solidFill>
                  <a:schemeClr val="bg1">
                    <a:alpha val="50000"/>
                  </a:schemeClr>
                </a:solidFill>
              </a:defRPr>
            </a:lvl3pPr>
            <a:lvl4pPr marL="2026444" indent="-431007">
              <a:lnSpc>
                <a:spcPct val="92000"/>
              </a:lnSpc>
              <a:tabLst/>
              <a:defRPr sz="3500" spc="-50" baseline="0">
                <a:solidFill>
                  <a:schemeClr val="bg1">
                    <a:alpha val="50000"/>
                  </a:schemeClr>
                </a:solidFill>
              </a:defRPr>
            </a:lvl4pPr>
            <a:lvl5pPr marL="2735263" indent="-464344">
              <a:lnSpc>
                <a:spcPct val="92000"/>
              </a:lnSpc>
              <a:tabLst/>
              <a:defRPr sz="3500" spc="-50" baseline="0">
                <a:solidFill>
                  <a:schemeClr val="bg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997295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lored text slide 2">
    <p:bg>
      <p:bgPr>
        <a:solidFill>
          <a:srgbClr val="557B83"/>
        </a:solidFill>
        <a:effectLst/>
      </p:bgPr>
    </p:bg>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54D30ACE-9555-A98F-5412-3C7E53C28D97}"/>
              </a:ext>
            </a:extLst>
          </p:cNvPr>
          <p:cNvSpPr>
            <a:spLocks noGrp="1"/>
          </p:cNvSpPr>
          <p:nvPr>
            <p:ph type="ftr" sz="quarter" idx="11"/>
          </p:nvPr>
        </p:nvSpPr>
        <p:spPr>
          <a:xfrm>
            <a:off x="944531" y="198027"/>
            <a:ext cx="4114800" cy="177205"/>
          </a:xfrm>
          <a:prstGeom prst="rect">
            <a:avLst/>
          </a:prstGeom>
        </p:spPr>
        <p:txBody>
          <a:bodyPr/>
          <a:lstStyle>
            <a:lvl1pPr>
              <a:defRPr>
                <a:solidFill>
                  <a:schemeClr val="bg1">
                    <a:alpha val="50000"/>
                  </a:schemeClr>
                </a:solidFill>
              </a:defRPr>
            </a:lvl1pPr>
          </a:lstStyle>
          <a:p>
            <a:pPr algn="l"/>
            <a:endParaRPr lang="fi-FI"/>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lvl1pPr>
              <a:defRPr>
                <a:solidFill>
                  <a:schemeClr val="bg1">
                    <a:alpha val="50000"/>
                  </a:schemeClr>
                </a:solidFill>
              </a:defRPr>
            </a:lvl1pPr>
          </a:lstStyle>
          <a:p>
            <a:fld id="{31160B98-140E-4345-B1A3-2A7247C42973}" type="slidenum">
              <a:rPr lang="fi-FI" smtClean="0"/>
              <a:pPr/>
              <a:t>‹#›</a:t>
            </a:fld>
            <a:endParaRPr lang="fi-FI"/>
          </a:p>
        </p:txBody>
      </p:sp>
      <p:sp>
        <p:nvSpPr>
          <p:cNvPr id="5" name="Subtitle 2">
            <a:extLst>
              <a:ext uri="{FF2B5EF4-FFF2-40B4-BE49-F238E27FC236}">
                <a16:creationId xmlns:a16="http://schemas.microsoft.com/office/drawing/2014/main" id="{295A2588-33F4-E4F4-BC62-38730555B818}"/>
              </a:ext>
            </a:extLst>
          </p:cNvPr>
          <p:cNvSpPr>
            <a:spLocks noGrp="1"/>
          </p:cNvSpPr>
          <p:nvPr>
            <p:ph type="subTitle" idx="1" hasCustomPrompt="1"/>
          </p:nvPr>
        </p:nvSpPr>
        <p:spPr>
          <a:xfrm>
            <a:off x="1" y="6457950"/>
            <a:ext cx="12191999" cy="400050"/>
          </a:xfrm>
        </p:spPr>
        <p:txBody>
          <a:bodyPr anchor="t" anchorCtr="0"/>
          <a:lstStyle>
            <a:lvl1pPr marL="0" indent="0" algn="ctr">
              <a:lnSpc>
                <a:spcPct val="90000"/>
              </a:lnSpc>
              <a:buNone/>
              <a:defRPr sz="2000" spc="-20" baseline="0">
                <a:solidFill>
                  <a:schemeClr val="bg1">
                    <a:alpha val="50000"/>
                  </a:schemeClr>
                </a:solidFill>
              </a:defRPr>
            </a:lvl1pPr>
            <a:lvl2pPr marL="457177"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3" indent="0" algn="ctr">
              <a:buNone/>
              <a:defRPr sz="1600"/>
            </a:lvl7pPr>
            <a:lvl8pPr marL="3200240" indent="0" algn="ctr">
              <a:buNone/>
              <a:defRPr sz="1600"/>
            </a:lvl8pPr>
            <a:lvl9pPr marL="3657417" indent="0" algn="ctr">
              <a:buNone/>
              <a:defRPr sz="1600"/>
            </a:lvl9pPr>
          </a:lstStyle>
          <a:p>
            <a:r>
              <a:rPr lang="en-GB" noProof="0"/>
              <a:t>Add subtitle here</a:t>
            </a:r>
          </a:p>
        </p:txBody>
      </p:sp>
      <p:grpSp>
        <p:nvGrpSpPr>
          <p:cNvPr id="14" name="Group 13">
            <a:extLst>
              <a:ext uri="{FF2B5EF4-FFF2-40B4-BE49-F238E27FC236}">
                <a16:creationId xmlns:a16="http://schemas.microsoft.com/office/drawing/2014/main" id="{504FECB5-6338-5CDE-B70D-908A699F3463}"/>
              </a:ext>
            </a:extLst>
          </p:cNvPr>
          <p:cNvGrpSpPr/>
          <p:nvPr userDrawn="1"/>
        </p:nvGrpSpPr>
        <p:grpSpPr bwMode="gray">
          <a:xfrm>
            <a:off x="193326" y="147362"/>
            <a:ext cx="601060" cy="177205"/>
            <a:chOff x="670711" y="6630656"/>
            <a:chExt cx="22966563" cy="6771458"/>
          </a:xfrm>
          <a:solidFill>
            <a:schemeClr val="bg1"/>
          </a:solidFill>
        </p:grpSpPr>
        <p:sp>
          <p:nvSpPr>
            <p:cNvPr id="15" name="Free-form: Shape 9">
              <a:extLst>
                <a:ext uri="{FF2B5EF4-FFF2-40B4-BE49-F238E27FC236}">
                  <a16:creationId xmlns:a16="http://schemas.microsoft.com/office/drawing/2014/main" id="{AA670923-548F-E905-EEB9-0EAD862F4732}"/>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6" name="Free-form: Shape 10">
              <a:extLst>
                <a:ext uri="{FF2B5EF4-FFF2-40B4-BE49-F238E27FC236}">
                  <a16:creationId xmlns:a16="http://schemas.microsoft.com/office/drawing/2014/main" id="{739E7E04-8AFB-B2B5-9EDB-1ECBCDDD10E7}"/>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7" name="Free-form: Shape 11">
              <a:extLst>
                <a:ext uri="{FF2B5EF4-FFF2-40B4-BE49-F238E27FC236}">
                  <a16:creationId xmlns:a16="http://schemas.microsoft.com/office/drawing/2014/main" id="{3CD82CC6-0B4B-0781-9669-917EFF4BB71B}"/>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8" name="Free-form: Shape 12">
              <a:extLst>
                <a:ext uri="{FF2B5EF4-FFF2-40B4-BE49-F238E27FC236}">
                  <a16:creationId xmlns:a16="http://schemas.microsoft.com/office/drawing/2014/main" id="{7B5A46A5-EBC1-CDCE-E79A-972FD3AB0A77}"/>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9" name="Free-form: Shape 13">
              <a:extLst>
                <a:ext uri="{FF2B5EF4-FFF2-40B4-BE49-F238E27FC236}">
                  <a16:creationId xmlns:a16="http://schemas.microsoft.com/office/drawing/2014/main" id="{18643D0C-CF2F-5618-525B-0297F0770E20}"/>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20" name="Free-form: Shape 14">
              <a:extLst>
                <a:ext uri="{FF2B5EF4-FFF2-40B4-BE49-F238E27FC236}">
                  <a16:creationId xmlns:a16="http://schemas.microsoft.com/office/drawing/2014/main" id="{946042CD-9575-366B-6C44-13D0081A589C}"/>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1" name="Free-form: Shape 15">
              <a:extLst>
                <a:ext uri="{FF2B5EF4-FFF2-40B4-BE49-F238E27FC236}">
                  <a16:creationId xmlns:a16="http://schemas.microsoft.com/office/drawing/2014/main" id="{0BB92E9F-E150-77E9-FB27-902BA5222158}"/>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
        <p:nvSpPr>
          <p:cNvPr id="3" name="Text Placeholder 5">
            <a:extLst>
              <a:ext uri="{FF2B5EF4-FFF2-40B4-BE49-F238E27FC236}">
                <a16:creationId xmlns:a16="http://schemas.microsoft.com/office/drawing/2014/main" id="{71E1552F-7CC0-E95D-BD87-B7D8088E9AB5}"/>
              </a:ext>
            </a:extLst>
          </p:cNvPr>
          <p:cNvSpPr>
            <a:spLocks noGrp="1"/>
          </p:cNvSpPr>
          <p:nvPr>
            <p:ph type="body" sz="quarter" idx="13"/>
          </p:nvPr>
        </p:nvSpPr>
        <p:spPr>
          <a:xfrm>
            <a:off x="306500" y="1859018"/>
            <a:ext cx="6455227" cy="4584574"/>
          </a:xfrm>
        </p:spPr>
        <p:txBody>
          <a:bodyPr anchor="b" anchorCtr="0"/>
          <a:lstStyle>
            <a:lvl1pPr marL="90000" indent="-449263">
              <a:lnSpc>
                <a:spcPct val="92000"/>
              </a:lnSpc>
              <a:spcAft>
                <a:spcPts val="0"/>
              </a:spcAft>
              <a:tabLst/>
              <a:defRPr sz="3500" spc="-50" baseline="0">
                <a:solidFill>
                  <a:schemeClr val="bg1">
                    <a:alpha val="50000"/>
                  </a:schemeClr>
                </a:solidFill>
              </a:defRPr>
            </a:lvl1pPr>
            <a:lvl2pPr marL="667544" indent="-439738">
              <a:lnSpc>
                <a:spcPct val="92000"/>
              </a:lnSpc>
              <a:spcBef>
                <a:spcPts val="0"/>
              </a:spcBef>
              <a:tabLst/>
              <a:defRPr sz="3500" spc="-50" baseline="0">
                <a:solidFill>
                  <a:schemeClr val="bg1">
                    <a:alpha val="50000"/>
                  </a:schemeClr>
                </a:solidFill>
              </a:defRPr>
            </a:lvl2pPr>
            <a:lvl3pPr marL="1335088" indent="-450057">
              <a:lnSpc>
                <a:spcPct val="92000"/>
              </a:lnSpc>
              <a:tabLst>
                <a:tab pos="797719" algn="l"/>
              </a:tabLst>
              <a:defRPr sz="3500" spc="-50" baseline="0">
                <a:solidFill>
                  <a:schemeClr val="bg1">
                    <a:alpha val="50000"/>
                  </a:schemeClr>
                </a:solidFill>
              </a:defRPr>
            </a:lvl3pPr>
            <a:lvl4pPr marL="2026444" indent="-431007">
              <a:lnSpc>
                <a:spcPct val="92000"/>
              </a:lnSpc>
              <a:tabLst/>
              <a:defRPr sz="3500" spc="-50" baseline="0">
                <a:solidFill>
                  <a:schemeClr val="bg1">
                    <a:alpha val="50000"/>
                  </a:schemeClr>
                </a:solidFill>
              </a:defRPr>
            </a:lvl4pPr>
            <a:lvl5pPr marL="2735263" indent="-464344">
              <a:lnSpc>
                <a:spcPct val="92000"/>
              </a:lnSpc>
              <a:tabLst/>
              <a:defRPr sz="3500" spc="-50" baseline="0">
                <a:solidFill>
                  <a:schemeClr val="bg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623927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5B7F3-1215-4921-A314-96E4FC2B1239}"/>
              </a:ext>
            </a:extLst>
          </p:cNvPr>
          <p:cNvSpPr>
            <a:spLocks noGrp="1"/>
          </p:cNvSpPr>
          <p:nvPr>
            <p:ph type="title" hasCustomPrompt="1"/>
          </p:nvPr>
        </p:nvSpPr>
        <p:spPr/>
        <p:txBody>
          <a:bodyPr/>
          <a:lstStyle/>
          <a:p>
            <a:r>
              <a:rPr lang="en-GB" noProof="0"/>
              <a:t>Add title here</a:t>
            </a:r>
            <a:endParaRPr lang="en-GB"/>
          </a:p>
        </p:txBody>
      </p:sp>
      <p:sp>
        <p:nvSpPr>
          <p:cNvPr id="8" name="Slide Number Placeholder 7">
            <a:extLst>
              <a:ext uri="{FF2B5EF4-FFF2-40B4-BE49-F238E27FC236}">
                <a16:creationId xmlns:a16="http://schemas.microsoft.com/office/drawing/2014/main" id="{3C581D05-5813-4B50-86D4-96A15B78A231}"/>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3" name="Footer Placeholder 6">
            <a:extLst>
              <a:ext uri="{FF2B5EF4-FFF2-40B4-BE49-F238E27FC236}">
                <a16:creationId xmlns:a16="http://schemas.microsoft.com/office/drawing/2014/main" id="{49DC06B5-A1D3-9F7E-2099-582C2D5B2D1A}"/>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058178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7519037-54EE-46F6-8610-A2A8D9E613FA}"/>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2" name="Footer Placeholder 6">
            <a:extLst>
              <a:ext uri="{FF2B5EF4-FFF2-40B4-BE49-F238E27FC236}">
                <a16:creationId xmlns:a16="http://schemas.microsoft.com/office/drawing/2014/main" id="{7227A361-78CE-9D4B-3904-074F33F7FBC3}"/>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5951757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B878-8E84-426A-BEF0-AF1AAFA1F994}"/>
              </a:ext>
            </a:extLst>
          </p:cNvPr>
          <p:cNvSpPr>
            <a:spLocks noGrp="1"/>
          </p:cNvSpPr>
          <p:nvPr>
            <p:ph type="title"/>
          </p:nvPr>
        </p:nvSpPr>
        <p:spPr>
          <a:xfrm>
            <a:off x="253742" y="1265400"/>
            <a:ext cx="5454972" cy="998798"/>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E3B6CAA-4767-42B4-A19C-0CFD9AFC8229}"/>
              </a:ext>
            </a:extLst>
          </p:cNvPr>
          <p:cNvSpPr>
            <a:spLocks noGrp="1"/>
          </p:cNvSpPr>
          <p:nvPr>
            <p:ph idx="1" hasCustomPrompt="1"/>
          </p:nvPr>
        </p:nvSpPr>
        <p:spPr>
          <a:xfrm>
            <a:off x="589609" y="2649984"/>
            <a:ext cx="5119104" cy="3842135"/>
          </a:xfrm>
        </p:spPr>
        <p:txBody>
          <a:bodyPr anchor="b" anchorCtr="0"/>
          <a:lstStyle>
            <a:lvl1pPr marL="270669" indent="-270669">
              <a:lnSpc>
                <a:spcPct val="100000"/>
              </a:lnSpc>
              <a:spcAft>
                <a:spcPts val="0"/>
              </a:spcAft>
              <a:tabLst/>
              <a:defRPr/>
            </a:lvl1pPr>
            <a:lvl2pPr marL="450000" indent="-269875">
              <a:spcAft>
                <a:spcPts val="0"/>
              </a:spcAft>
              <a:tabLst/>
              <a:defRPr>
                <a:solidFill>
                  <a:schemeClr val="tx1"/>
                </a:solidFill>
              </a:defRPr>
            </a:lvl2pPr>
            <a:lvl3pPr marL="630000" indent="-269875">
              <a:tabLst/>
              <a:defRPr/>
            </a:lvl3pPr>
            <a:lvl4pPr marL="810000" indent="-269875">
              <a:tabLst/>
              <a:defRPr/>
            </a:lvl4pPr>
            <a:lvl5pPr marL="990000" indent="-269875">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7" name="Picture Placeholder 7">
            <a:extLst>
              <a:ext uri="{FF2B5EF4-FFF2-40B4-BE49-F238E27FC236}">
                <a16:creationId xmlns:a16="http://schemas.microsoft.com/office/drawing/2014/main" id="{006789F3-151D-4A78-8134-2617E04A66C0}"/>
              </a:ext>
            </a:extLst>
          </p:cNvPr>
          <p:cNvSpPr>
            <a:spLocks noGrp="1"/>
          </p:cNvSpPr>
          <p:nvPr>
            <p:ph type="pic" sz="quarter" idx="13" hasCustomPrompt="1"/>
          </p:nvPr>
        </p:nvSpPr>
        <p:spPr>
          <a:xfrm>
            <a:off x="6084325" y="137605"/>
            <a:ext cx="5945700" cy="6582791"/>
          </a:xfrm>
          <a:prstGeom prst="roundRect">
            <a:avLst>
              <a:gd name="adj" fmla="val 839"/>
            </a:avLst>
          </a:prstGeom>
          <a:solidFill>
            <a:schemeClr val="bg1">
              <a:lumMod val="95000"/>
            </a:schemeClr>
          </a:solidFill>
        </p:spPr>
        <p:txBody>
          <a:bodyPr anchor="ctr" anchorCtr="0"/>
          <a:lstStyle>
            <a:lvl1pPr marL="0" indent="0" algn="ctr">
              <a:buNone/>
              <a:defRPr sz="1800"/>
            </a:lvl1pPr>
          </a:lstStyle>
          <a:p>
            <a:r>
              <a:rPr lang="en-GB" noProof="0"/>
              <a:t>Add picture here</a:t>
            </a:r>
          </a:p>
        </p:txBody>
      </p:sp>
      <p:sp>
        <p:nvSpPr>
          <p:cNvPr id="10" name="Slide Number Placeholder 9">
            <a:extLst>
              <a:ext uri="{FF2B5EF4-FFF2-40B4-BE49-F238E27FC236}">
                <a16:creationId xmlns:a16="http://schemas.microsoft.com/office/drawing/2014/main" id="{614E2ED4-F2BA-451D-9887-4EFA690716A6}"/>
              </a:ext>
            </a:extLst>
          </p:cNvPr>
          <p:cNvSpPr>
            <a:spLocks noGrp="1"/>
          </p:cNvSpPr>
          <p:nvPr>
            <p:ph type="sldNum" sz="quarter" idx="16"/>
          </p:nvPr>
        </p:nvSpPr>
        <p:spPr/>
        <p:txBody>
          <a:bodyPr/>
          <a:lstStyle/>
          <a:p>
            <a:fld id="{31160B98-140E-4345-B1A3-2A7247C42973}" type="slidenum">
              <a:rPr lang="fi-FI" smtClean="0"/>
              <a:t>‹#›</a:t>
            </a:fld>
            <a:endParaRPr lang="fi-FI"/>
          </a:p>
        </p:txBody>
      </p:sp>
      <p:sp>
        <p:nvSpPr>
          <p:cNvPr id="4" name="Footer Placeholder 6">
            <a:extLst>
              <a:ext uri="{FF2B5EF4-FFF2-40B4-BE49-F238E27FC236}">
                <a16:creationId xmlns:a16="http://schemas.microsoft.com/office/drawing/2014/main" id="{72525BCB-4628-A1BA-7B5F-BA579AB8F9D4}"/>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803497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image 2">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050AF81-1061-A69D-553D-139DE355B060}"/>
              </a:ext>
            </a:extLst>
          </p:cNvPr>
          <p:cNvSpPr>
            <a:spLocks noGrp="1"/>
          </p:cNvSpPr>
          <p:nvPr>
            <p:ph idx="1" hasCustomPrompt="1"/>
          </p:nvPr>
        </p:nvSpPr>
        <p:spPr>
          <a:xfrm>
            <a:off x="253741" y="898790"/>
            <a:ext cx="4114800" cy="5593329"/>
          </a:xfrm>
        </p:spPr>
        <p:txBody>
          <a:bodyPr anchor="b" anchorCtr="0"/>
          <a:lstStyle>
            <a:lvl1pPr marL="270669" indent="-270669">
              <a:lnSpc>
                <a:spcPct val="100000"/>
              </a:lnSpc>
              <a:spcAft>
                <a:spcPts val="0"/>
              </a:spcAft>
              <a:tabLst/>
              <a:defRPr/>
            </a:lvl1pPr>
            <a:lvl2pPr marL="450000" indent="-269875">
              <a:spcAft>
                <a:spcPts val="0"/>
              </a:spcAft>
              <a:tabLst/>
              <a:defRPr>
                <a:solidFill>
                  <a:schemeClr val="tx1"/>
                </a:solidFill>
              </a:defRPr>
            </a:lvl2pPr>
            <a:lvl3pPr marL="630000" indent="-269875">
              <a:tabLst/>
              <a:defRPr/>
            </a:lvl3pPr>
            <a:lvl4pPr marL="810000" indent="-269875">
              <a:tabLst/>
              <a:defRPr/>
            </a:lvl4pPr>
            <a:lvl5pPr marL="990000" indent="-269875">
              <a:tabLst/>
              <a:defRPr/>
            </a:lvl5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4" name="Picture Placeholder 7">
            <a:extLst>
              <a:ext uri="{FF2B5EF4-FFF2-40B4-BE49-F238E27FC236}">
                <a16:creationId xmlns:a16="http://schemas.microsoft.com/office/drawing/2014/main" id="{A6248F0B-FD13-2717-EA48-DBB7790862BD}"/>
              </a:ext>
            </a:extLst>
          </p:cNvPr>
          <p:cNvSpPr>
            <a:spLocks noGrp="1"/>
          </p:cNvSpPr>
          <p:nvPr>
            <p:ph type="pic" sz="quarter" idx="14" hasCustomPrompt="1"/>
          </p:nvPr>
        </p:nvSpPr>
        <p:spPr>
          <a:xfrm>
            <a:off x="4712007" y="137605"/>
            <a:ext cx="7318018" cy="6582791"/>
          </a:xfrm>
          <a:prstGeom prst="roundRect">
            <a:avLst>
              <a:gd name="adj" fmla="val 779"/>
            </a:avLst>
          </a:prstGeom>
          <a:solidFill>
            <a:schemeClr val="bg1">
              <a:lumMod val="95000"/>
            </a:schemeClr>
          </a:solidFill>
        </p:spPr>
        <p:txBody>
          <a:bodyPr anchor="ctr" anchorCtr="0"/>
          <a:lstStyle>
            <a:lvl1pPr marL="0" indent="0" algn="ctr">
              <a:buNone/>
              <a:defRPr sz="1800"/>
            </a:lvl1pPr>
          </a:lstStyle>
          <a:p>
            <a:r>
              <a:rPr lang="en-GB" noProof="0"/>
              <a:t>Add picture here</a:t>
            </a:r>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3" name="Footer Placeholder 6">
            <a:extLst>
              <a:ext uri="{FF2B5EF4-FFF2-40B4-BE49-F238E27FC236}">
                <a16:creationId xmlns:a16="http://schemas.microsoft.com/office/drawing/2014/main" id="{CC800BA9-9FCA-596F-4E86-94D18AE87DD0}"/>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1127188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Murmuration 1">
    <p:bg>
      <p:bgPr>
        <a:solidFill>
          <a:schemeClr val="accent1"/>
        </a:solidFill>
        <a:effectLst/>
      </p:bgPr>
    </p:bg>
    <p:spTree>
      <p:nvGrpSpPr>
        <p:cNvPr id="1" name=""/>
        <p:cNvGrpSpPr/>
        <p:nvPr/>
      </p:nvGrpSpPr>
      <p:grpSpPr>
        <a:xfrm>
          <a:off x="0" y="0"/>
          <a:ext cx="0" cy="0"/>
          <a:chOff x="0" y="0"/>
          <a:chExt cx="0" cy="0"/>
        </a:xfrm>
      </p:grpSpPr>
      <p:pic>
        <p:nvPicPr>
          <p:cNvPr id="5" name="Picture 4" descr="A yellow background with small letters&#10;&#10;AI-generated content may be incorrect.">
            <a:extLst>
              <a:ext uri="{FF2B5EF4-FFF2-40B4-BE49-F238E27FC236}">
                <a16:creationId xmlns:a16="http://schemas.microsoft.com/office/drawing/2014/main" id="{B33B5473-9BCE-2743-EB64-C961FF9A8E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23"/>
            <a:ext cx="12192400" cy="6857777"/>
          </a:xfrm>
          <a:prstGeom prst="rect">
            <a:avLst/>
          </a:prstGeom>
        </p:spPr>
      </p:pic>
    </p:spTree>
    <p:extLst>
      <p:ext uri="{BB962C8B-B14F-4D97-AF65-F5344CB8AC3E}">
        <p14:creationId xmlns:p14="http://schemas.microsoft.com/office/powerpoint/2010/main" val="2797599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Murmuration 2">
    <p:bg>
      <p:bgPr>
        <a:solidFill>
          <a:schemeClr val="accent5"/>
        </a:solidFill>
        <a:effectLst/>
      </p:bgPr>
    </p:bg>
    <p:spTree>
      <p:nvGrpSpPr>
        <p:cNvPr id="1" name=""/>
        <p:cNvGrpSpPr/>
        <p:nvPr/>
      </p:nvGrpSpPr>
      <p:grpSpPr>
        <a:xfrm>
          <a:off x="0" y="0"/>
          <a:ext cx="0" cy="0"/>
          <a:chOff x="0" y="0"/>
          <a:chExt cx="0" cy="0"/>
        </a:xfrm>
      </p:grpSpPr>
      <p:pic>
        <p:nvPicPr>
          <p:cNvPr id="3" name="Picture 2" descr="A circle of black letters&#10;&#10;AI-generated content may be incorrect.">
            <a:extLst>
              <a:ext uri="{FF2B5EF4-FFF2-40B4-BE49-F238E27FC236}">
                <a16:creationId xmlns:a16="http://schemas.microsoft.com/office/drawing/2014/main" id="{6F846935-7215-E0E6-9BC9-0B648DB85F0A}"/>
              </a:ext>
            </a:extLst>
          </p:cNvPr>
          <p:cNvPicPr>
            <a:picLocks noChangeAspect="1"/>
          </p:cNvPicPr>
          <p:nvPr userDrawn="1"/>
        </p:nvPicPr>
        <p:blipFill>
          <a:blip r:embed="rId2">
            <a:extLst>
              <a:ext uri="{28A0092B-C50C-407E-A947-70E740481C1C}">
                <a14:useLocalDpi xmlns:a14="http://schemas.microsoft.com/office/drawing/2010/main"/>
              </a:ext>
            </a:extLst>
          </a:blip>
          <a:srcRect l="9665" t="9199" r="11559" b="12534"/>
          <a:stretch>
            <a:fillRect/>
          </a:stretch>
        </p:blipFill>
        <p:spPr>
          <a:xfrm>
            <a:off x="3319489" y="630936"/>
            <a:ext cx="5422745" cy="5367528"/>
          </a:xfrm>
          <a:prstGeom prst="rect">
            <a:avLst/>
          </a:prstGeom>
        </p:spPr>
      </p:pic>
    </p:spTree>
    <p:extLst>
      <p:ext uri="{BB962C8B-B14F-4D97-AF65-F5344CB8AC3E}">
        <p14:creationId xmlns:p14="http://schemas.microsoft.com/office/powerpoint/2010/main" val="26439407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Ending Slide 1">
    <p:bg>
      <p:bgPr>
        <a:solidFill>
          <a:srgbClr val="557B8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932395" y="2787454"/>
            <a:ext cx="4324490" cy="127494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1746492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Ending Slide 2">
    <p:bg>
      <p:bgPr>
        <a:solidFill>
          <a:srgbClr val="557B83"/>
        </a:solidFill>
        <a:effectLst/>
      </p:bgPr>
    </p:bg>
    <p:spTree>
      <p:nvGrpSpPr>
        <p:cNvPr id="1" name=""/>
        <p:cNvGrpSpPr/>
        <p:nvPr/>
      </p:nvGrpSpPr>
      <p:grpSpPr>
        <a:xfrm>
          <a:off x="0" y="0"/>
          <a:ext cx="0" cy="0"/>
          <a:chOff x="0" y="0"/>
          <a:chExt cx="0" cy="0"/>
        </a:xfrm>
      </p:grpSpPr>
      <p:pic>
        <p:nvPicPr>
          <p:cNvPr id="3" name="Picture 2" descr="A person standing in a field&#10;&#10;AI-generated content may be incorrect.">
            <a:extLst>
              <a:ext uri="{FF2B5EF4-FFF2-40B4-BE49-F238E27FC236}">
                <a16:creationId xmlns:a16="http://schemas.microsoft.com/office/drawing/2014/main" id="{F4E838DF-9B6B-E588-531E-4A326FC5E5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794" cy="6858000"/>
          </a:xfrm>
          <a:prstGeom prst="rect">
            <a:avLst/>
          </a:prstGeom>
        </p:spPr>
      </p:pic>
      <p:grpSp>
        <p:nvGrpSpPr>
          <p:cNvPr id="18" name="Group 17">
            <a:extLst>
              <a:ext uri="{FF2B5EF4-FFF2-40B4-BE49-F238E27FC236}">
                <a16:creationId xmlns:a16="http://schemas.microsoft.com/office/drawing/2014/main" id="{AE0F8DCD-12C7-55CA-502D-E2B013224D92}"/>
              </a:ext>
            </a:extLst>
          </p:cNvPr>
          <p:cNvGrpSpPr/>
          <p:nvPr userDrawn="1"/>
        </p:nvGrpSpPr>
        <p:grpSpPr bwMode="gray">
          <a:xfrm>
            <a:off x="3932395" y="2787454"/>
            <a:ext cx="4324490" cy="1274949"/>
            <a:chOff x="670711" y="6630656"/>
            <a:chExt cx="22966563" cy="6771458"/>
          </a:xfrm>
          <a:solidFill>
            <a:schemeClr val="bg1"/>
          </a:solidFill>
        </p:grpSpPr>
        <p:sp>
          <p:nvSpPr>
            <p:cNvPr id="11" name="Free-form: Shape 10">
              <a:extLst>
                <a:ext uri="{FF2B5EF4-FFF2-40B4-BE49-F238E27FC236}">
                  <a16:creationId xmlns:a16="http://schemas.microsoft.com/office/drawing/2014/main" id="{784F9B3E-E638-19EB-0E80-1288DE91271A}"/>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2" name="Free-form: Shape 11">
              <a:extLst>
                <a:ext uri="{FF2B5EF4-FFF2-40B4-BE49-F238E27FC236}">
                  <a16:creationId xmlns:a16="http://schemas.microsoft.com/office/drawing/2014/main" id="{E973C420-6C9F-FB89-EE63-B670FA4FF95B}"/>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3" name="Free-form: Shape 12">
              <a:extLst>
                <a:ext uri="{FF2B5EF4-FFF2-40B4-BE49-F238E27FC236}">
                  <a16:creationId xmlns:a16="http://schemas.microsoft.com/office/drawing/2014/main" id="{F6D96632-06F5-9424-472E-35754766284C}"/>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4" name="Free-form: Shape 13">
              <a:extLst>
                <a:ext uri="{FF2B5EF4-FFF2-40B4-BE49-F238E27FC236}">
                  <a16:creationId xmlns:a16="http://schemas.microsoft.com/office/drawing/2014/main" id="{5F65C385-CEDF-0B76-152B-350A6480EC1C}"/>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15" name="Free-form: Shape 14">
              <a:extLst>
                <a:ext uri="{FF2B5EF4-FFF2-40B4-BE49-F238E27FC236}">
                  <a16:creationId xmlns:a16="http://schemas.microsoft.com/office/drawing/2014/main" id="{9768C582-F859-B049-514A-7EE73E1772B2}"/>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16" name="Free-form: Shape 15">
              <a:extLst>
                <a:ext uri="{FF2B5EF4-FFF2-40B4-BE49-F238E27FC236}">
                  <a16:creationId xmlns:a16="http://schemas.microsoft.com/office/drawing/2014/main" id="{D98ADB9F-66CB-CBBD-F453-C0ECBACB8318}"/>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17" name="Free-form: Shape 16">
              <a:extLst>
                <a:ext uri="{FF2B5EF4-FFF2-40B4-BE49-F238E27FC236}">
                  <a16:creationId xmlns:a16="http://schemas.microsoft.com/office/drawing/2014/main" id="{AFDC26D3-E1DE-DD8F-ECE2-06DE6340B36F}"/>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7442867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ext slide 4">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5034EF3-C236-E4EA-C8A9-13D3B1A28837}"/>
              </a:ext>
            </a:extLst>
          </p:cNvPr>
          <p:cNvSpPr>
            <a:spLocks noGrp="1"/>
          </p:cNvSpPr>
          <p:nvPr>
            <p:ph type="body" sz="quarter" idx="13"/>
          </p:nvPr>
        </p:nvSpPr>
        <p:spPr>
          <a:xfrm>
            <a:off x="467277" y="1659464"/>
            <a:ext cx="11476359" cy="4653757"/>
          </a:xfrm>
        </p:spPr>
        <p:txBody>
          <a:bodyPr/>
          <a:lstStyle>
            <a:lvl1pPr marL="126000" indent="-125413">
              <a:lnSpc>
                <a:spcPct val="92000"/>
              </a:lnSpc>
              <a:spcAft>
                <a:spcPts val="0"/>
              </a:spcAft>
              <a:tabLst/>
              <a:defRPr sz="1000" spc="-20" baseline="0"/>
            </a:lvl1pPr>
            <a:lvl2pPr marL="269875" indent="-125413">
              <a:lnSpc>
                <a:spcPct val="92000"/>
              </a:lnSpc>
              <a:spcBef>
                <a:spcPts val="0"/>
              </a:spcBef>
              <a:tabLst/>
              <a:defRPr sz="1000" spc="-20" baseline="0"/>
            </a:lvl2pPr>
            <a:lvl3pPr marL="449263" indent="-127000">
              <a:lnSpc>
                <a:spcPct val="92000"/>
              </a:lnSpc>
              <a:tabLst/>
              <a:defRPr sz="1000" spc="-20" baseline="0"/>
            </a:lvl3pPr>
            <a:lvl4pPr marL="629444" indent="-125413">
              <a:lnSpc>
                <a:spcPct val="92000"/>
              </a:lnSpc>
              <a:tabLst/>
              <a:defRPr sz="1000" spc="-20" baseline="0"/>
            </a:lvl4pPr>
            <a:lvl5pPr marL="809625" indent="-125413">
              <a:lnSpc>
                <a:spcPct val="92000"/>
              </a:lnSpc>
              <a:tabLst/>
              <a:defRPr sz="10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184462" y="1278326"/>
            <a:ext cx="11759175" cy="305926"/>
          </a:xfrm>
        </p:spPr>
        <p:txBody>
          <a:bodyPr/>
          <a:lstStyle>
            <a:lvl1pPr>
              <a:lnSpc>
                <a:spcPct val="85000"/>
              </a:lnSpc>
              <a:defRPr sz="2000" spc="-40" baseline="0"/>
            </a:lvl1pPr>
          </a:lstStyle>
          <a:p>
            <a:r>
              <a:rPr lang="en-GB" noProof="0"/>
              <a:t>Add title here</a:t>
            </a:r>
            <a:endParaRPr lang="en-GB"/>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3" name="Footer Placeholder 6">
            <a:extLst>
              <a:ext uri="{FF2B5EF4-FFF2-40B4-BE49-F238E27FC236}">
                <a16:creationId xmlns:a16="http://schemas.microsoft.com/office/drawing/2014/main" id="{9F44686A-74E1-5122-3599-1D6546FEAE41}"/>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8411756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ext Slid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183612" y="1296000"/>
            <a:ext cx="11689895" cy="439505"/>
          </a:xfrm>
        </p:spPr>
        <p:txBody>
          <a:bodyPr/>
          <a:lstStyle/>
          <a:p>
            <a:r>
              <a:rPr lang="en-GB" noProof="0"/>
              <a:t>Add title here</a:t>
            </a:r>
            <a:endParaRPr lang="en-GB"/>
          </a:p>
        </p:txBody>
      </p:sp>
      <p:sp>
        <p:nvSpPr>
          <p:cNvPr id="3" name="Content Placeholder 2">
            <a:extLst>
              <a:ext uri="{FF2B5EF4-FFF2-40B4-BE49-F238E27FC236}">
                <a16:creationId xmlns:a16="http://schemas.microsoft.com/office/drawing/2014/main" id="{6E3B6CAA-4767-42B4-A19C-0CFD9AFC8229}"/>
              </a:ext>
            </a:extLst>
          </p:cNvPr>
          <p:cNvSpPr>
            <a:spLocks noGrp="1"/>
          </p:cNvSpPr>
          <p:nvPr>
            <p:ph idx="1" hasCustomPrompt="1"/>
          </p:nvPr>
        </p:nvSpPr>
        <p:spPr/>
        <p:txBody>
          <a:bodyPr/>
          <a:lstStyle>
            <a:lvl2pPr marL="384969" indent="-270669">
              <a:tabLst/>
              <a:defRPr/>
            </a:lvl2pPr>
          </a:lstStyle>
          <a:p>
            <a:pPr lvl="0"/>
            <a:r>
              <a:rPr lang="en-GB" noProof="0"/>
              <a:t>Click to add 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4" name="Footer Placeholder 6">
            <a:extLst>
              <a:ext uri="{FF2B5EF4-FFF2-40B4-BE49-F238E27FC236}">
                <a16:creationId xmlns:a16="http://schemas.microsoft.com/office/drawing/2014/main" id="{A14434E0-9AA0-3619-C88E-7F19CC6D2E40}"/>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r>
              <a:rPr lang="fi-FI"/>
              <a:t>Commodo duis et sed</a:t>
            </a:r>
          </a:p>
        </p:txBody>
      </p:sp>
    </p:spTree>
    <p:extLst>
      <p:ext uri="{BB962C8B-B14F-4D97-AF65-F5344CB8AC3E}">
        <p14:creationId xmlns:p14="http://schemas.microsoft.com/office/powerpoint/2010/main" val="199091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ext Slide 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5034EF3-C236-E4EA-C8A9-13D3B1A28837}"/>
              </a:ext>
            </a:extLst>
          </p:cNvPr>
          <p:cNvSpPr>
            <a:spLocks noGrp="1"/>
          </p:cNvSpPr>
          <p:nvPr>
            <p:ph type="body" sz="quarter" idx="13"/>
          </p:nvPr>
        </p:nvSpPr>
        <p:spPr>
          <a:xfrm>
            <a:off x="467277" y="1659464"/>
            <a:ext cx="11476359" cy="4653757"/>
          </a:xfrm>
        </p:spPr>
        <p:txBody>
          <a:bodyPr/>
          <a:lstStyle>
            <a:lvl1pPr marL="125413" indent="-125413">
              <a:lnSpc>
                <a:spcPct val="92000"/>
              </a:lnSpc>
              <a:tabLst/>
              <a:defRPr sz="1000" spc="-20" baseline="0"/>
            </a:lvl1pPr>
            <a:lvl2pPr marL="269875" indent="-125413">
              <a:lnSpc>
                <a:spcPct val="92000"/>
              </a:lnSpc>
              <a:spcBef>
                <a:spcPts val="0"/>
              </a:spcBef>
              <a:tabLst/>
              <a:defRPr sz="1000" spc="-20" baseline="0"/>
            </a:lvl2pPr>
            <a:lvl3pPr marL="449263" indent="-125413">
              <a:lnSpc>
                <a:spcPct val="92000"/>
              </a:lnSpc>
              <a:tabLst/>
              <a:defRPr sz="1000" spc="-20" baseline="0"/>
            </a:lvl3pPr>
            <a:lvl4pPr marL="629444" indent="-125413">
              <a:lnSpc>
                <a:spcPct val="92000"/>
              </a:lnSpc>
              <a:tabLst/>
              <a:defRPr sz="1000" spc="-20" baseline="0"/>
            </a:lvl4pPr>
            <a:lvl5pPr marL="810000" indent="-125413">
              <a:lnSpc>
                <a:spcPct val="92000"/>
              </a:lnSpc>
              <a:tabLst/>
              <a:defRPr sz="10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184462" y="1278326"/>
            <a:ext cx="11759175" cy="305926"/>
          </a:xfrm>
        </p:spPr>
        <p:txBody>
          <a:bodyPr/>
          <a:lstStyle>
            <a:lvl1pPr>
              <a:lnSpc>
                <a:spcPct val="85000"/>
              </a:lnSpc>
              <a:defRPr sz="2000" spc="-40" baseline="0"/>
            </a:lvl1pPr>
          </a:lstStyle>
          <a:p>
            <a:r>
              <a:rPr lang="en-GB" noProof="0"/>
              <a:t>Add title here</a:t>
            </a:r>
            <a:endParaRPr lang="en-GB"/>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3" name="Footer Placeholder 6">
            <a:extLst>
              <a:ext uri="{FF2B5EF4-FFF2-40B4-BE49-F238E27FC236}">
                <a16:creationId xmlns:a16="http://schemas.microsoft.com/office/drawing/2014/main" id="{DBD17379-837E-D94C-D68A-5D0A3D2C888D}"/>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18317002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Photo Slide 11">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A6248F0B-FD13-2717-EA48-DBB7790862BD}"/>
              </a:ext>
            </a:extLst>
          </p:cNvPr>
          <p:cNvSpPr>
            <a:spLocks noGrp="1"/>
          </p:cNvSpPr>
          <p:nvPr>
            <p:ph type="pic" sz="quarter" idx="14" hasCustomPrompt="1"/>
          </p:nvPr>
        </p:nvSpPr>
        <p:spPr>
          <a:xfrm>
            <a:off x="4712007" y="137605"/>
            <a:ext cx="7318018" cy="6582791"/>
          </a:xfrm>
          <a:prstGeom prst="roundRect">
            <a:avLst>
              <a:gd name="adj" fmla="val 779"/>
            </a:avLst>
          </a:prstGeom>
          <a:solidFill>
            <a:schemeClr val="bg1">
              <a:lumMod val="95000"/>
            </a:schemeClr>
          </a:solidFill>
        </p:spPr>
        <p:txBody>
          <a:bodyPr anchor="ctr" anchorCtr="0"/>
          <a:lstStyle>
            <a:lvl1pPr marL="0" indent="0" algn="ctr">
              <a:buNone/>
              <a:defRPr sz="1800"/>
            </a:lvl1pPr>
          </a:lstStyle>
          <a:p>
            <a:r>
              <a:rPr lang="en-GB" noProof="0"/>
              <a:t>Add picture here</a:t>
            </a:r>
          </a:p>
        </p:txBody>
      </p:sp>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253741" y="898072"/>
            <a:ext cx="4114800" cy="5593329"/>
          </a:xfrm>
        </p:spPr>
        <p:txBody>
          <a:bodyPr anchor="b" anchorCtr="0"/>
          <a:lstStyle>
            <a:lvl1pPr>
              <a:defRPr sz="2000" spc="-50" baseline="0"/>
            </a:lvl1pPr>
          </a:lstStyle>
          <a:p>
            <a:r>
              <a:rPr lang="en-GB" noProof="0"/>
              <a:t>Add title here</a:t>
            </a:r>
            <a:endParaRPr lang="en-GB"/>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3" name="Footer Placeholder 6">
            <a:extLst>
              <a:ext uri="{FF2B5EF4-FFF2-40B4-BE49-F238E27FC236}">
                <a16:creationId xmlns:a16="http://schemas.microsoft.com/office/drawing/2014/main" id="{CC800BA9-9FCA-596F-4E86-94D18AE87DD0}"/>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r>
              <a:rPr lang="fi-FI"/>
              <a:t>Commodo duis et sed</a:t>
            </a:r>
          </a:p>
        </p:txBody>
      </p:sp>
    </p:spTree>
    <p:extLst>
      <p:ext uri="{BB962C8B-B14F-4D97-AF65-F5344CB8AC3E}">
        <p14:creationId xmlns:p14="http://schemas.microsoft.com/office/powerpoint/2010/main" val="3006216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Three Comparison ">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839790" y="1700214"/>
            <a:ext cx="3311994" cy="504651"/>
          </a:xfrm>
        </p:spPr>
        <p:txBody>
          <a:bodyPr anchor="t" anchorCtr="0"/>
          <a:lstStyle>
            <a:lvl1pPr marL="0" indent="0">
              <a:spcBef>
                <a:spcPts val="0"/>
              </a:spcBef>
              <a:buNone/>
              <a:defRPr sz="1600" b="1" cap="none" baseline="0"/>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90" y="2204865"/>
            <a:ext cx="3311995" cy="388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8040217" y="1700214"/>
            <a:ext cx="3311997" cy="504651"/>
          </a:xfrm>
        </p:spPr>
        <p:txBody>
          <a:bodyPr anchor="t" anchorCtr="0"/>
          <a:lstStyle>
            <a:lvl1pPr marL="0" indent="0">
              <a:spcBef>
                <a:spcPts val="0"/>
              </a:spcBef>
              <a:buNone/>
              <a:defRPr sz="1600" b="1" cap="none" baseline="0"/>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8040217" y="2204865"/>
            <a:ext cx="3311997" cy="388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047C0F-A866-934B-88B5-41E9195801FA}" type="datetime1">
              <a:rPr lang="fi-FI" smtClean="0"/>
              <a:t>18.9.2026</a:t>
            </a:fld>
            <a:endParaRPr lang="en-US"/>
          </a:p>
        </p:txBody>
      </p:sp>
      <p:sp>
        <p:nvSpPr>
          <p:cNvPr id="8" name="Footer Placeholder 7"/>
          <p:cNvSpPr>
            <a:spLocks noGrp="1"/>
          </p:cNvSpPr>
          <p:nvPr>
            <p:ph type="ftr" sz="quarter" idx="11"/>
          </p:nvPr>
        </p:nvSpPr>
        <p:spPr/>
        <p:txBody>
          <a:bodyPr/>
          <a:lstStyle/>
          <a:p>
            <a:r>
              <a:rPr lang="en-US"/>
              <a:t>CLASSIFICATION  /  PRESENTATION  /  AUTHOR</a:t>
            </a:r>
          </a:p>
        </p:txBody>
      </p:sp>
      <p:sp>
        <p:nvSpPr>
          <p:cNvPr id="9" name="Slide Number Placeholder 8"/>
          <p:cNvSpPr>
            <a:spLocks noGrp="1"/>
          </p:cNvSpPr>
          <p:nvPr>
            <p:ph type="sldNum" sz="quarter" idx="12"/>
          </p:nvPr>
        </p:nvSpPr>
        <p:spPr/>
        <p:txBody>
          <a:bodyPr/>
          <a:lstStyle/>
          <a:p>
            <a:fld id="{9B8CDF1A-3CDE-4195-AF23-CDCF2878DEB5}" type="slidenum">
              <a:rPr lang="en-US" smtClean="0"/>
              <a:t>‹#›</a:t>
            </a:fld>
            <a:endParaRPr lang="en-US"/>
          </a:p>
        </p:txBody>
      </p:sp>
      <p:sp>
        <p:nvSpPr>
          <p:cNvPr id="11" name="Text Placeholder 4"/>
          <p:cNvSpPr>
            <a:spLocks noGrp="1"/>
          </p:cNvSpPr>
          <p:nvPr>
            <p:ph type="body" sz="quarter" idx="13" hasCustomPrompt="1"/>
          </p:nvPr>
        </p:nvSpPr>
        <p:spPr>
          <a:xfrm>
            <a:off x="4440239" y="1700214"/>
            <a:ext cx="3311525" cy="504651"/>
          </a:xfrm>
        </p:spPr>
        <p:txBody>
          <a:bodyPr anchor="t" anchorCtr="0"/>
          <a:lstStyle>
            <a:lvl1pPr marL="0" indent="0">
              <a:spcBef>
                <a:spcPts val="0"/>
              </a:spcBef>
              <a:buNone/>
              <a:defRPr sz="1600" b="1" cap="none" baseline="0"/>
            </a:lvl1pPr>
            <a:lvl2pPr marL="457177"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12" name="Content Placeholder 5"/>
          <p:cNvSpPr>
            <a:spLocks noGrp="1"/>
          </p:cNvSpPr>
          <p:nvPr>
            <p:ph sz="quarter" idx="14"/>
          </p:nvPr>
        </p:nvSpPr>
        <p:spPr>
          <a:xfrm>
            <a:off x="4440239" y="2204865"/>
            <a:ext cx="3311525" cy="38879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376603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ext Slid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184462" y="1278326"/>
            <a:ext cx="4114800" cy="305926"/>
          </a:xfrm>
        </p:spPr>
        <p:txBody>
          <a:bodyPr/>
          <a:lstStyle>
            <a:lvl1pPr>
              <a:lnSpc>
                <a:spcPct val="85000"/>
              </a:lnSpc>
              <a:defRPr sz="2000" spc="-40" baseline="0"/>
            </a:lvl1pPr>
          </a:lstStyle>
          <a:p>
            <a:r>
              <a:rPr lang="en-GB" noProof="0"/>
              <a:t>Add title here</a:t>
            </a:r>
            <a:endParaRPr lang="en-GB"/>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22" name="Text Placeholder 5">
            <a:extLst>
              <a:ext uri="{FF2B5EF4-FFF2-40B4-BE49-F238E27FC236}">
                <a16:creationId xmlns:a16="http://schemas.microsoft.com/office/drawing/2014/main" id="{088CB4DD-B9D0-400A-8857-8B73E4C58AEF}"/>
              </a:ext>
            </a:extLst>
          </p:cNvPr>
          <p:cNvSpPr>
            <a:spLocks noGrp="1"/>
          </p:cNvSpPr>
          <p:nvPr>
            <p:ph type="body" sz="quarter" idx="16"/>
          </p:nvPr>
        </p:nvSpPr>
        <p:spPr>
          <a:xfrm>
            <a:off x="4444490" y="1270800"/>
            <a:ext cx="3778445" cy="2705400"/>
          </a:xfrm>
          <a:prstGeom prst="roundRect">
            <a:avLst>
              <a:gd name="adj" fmla="val 2022"/>
            </a:avLst>
          </a:prstGeom>
          <a:solidFill>
            <a:schemeClr val="accent1"/>
          </a:solidFill>
        </p:spPr>
        <p:txBody>
          <a:bodyPr lIns="792000" tIns="612000" rIns="251999"/>
          <a:lstStyle>
            <a:lvl1pPr marL="88900" indent="-88900">
              <a:lnSpc>
                <a:spcPct val="92000"/>
              </a:lnSpc>
              <a:spcAft>
                <a:spcPts val="1100"/>
              </a:spcAft>
              <a:defRPr sz="1000" spc="-20" baseline="0"/>
            </a:lvl1pPr>
            <a:lvl2pPr marL="189000" indent="-126000">
              <a:lnSpc>
                <a:spcPct val="92000"/>
              </a:lnSpc>
              <a:spcBef>
                <a:spcPts val="0"/>
              </a:spcBef>
              <a:tabLst/>
              <a:defRPr sz="1000" spc="-20" baseline="0">
                <a:solidFill>
                  <a:schemeClr val="tx1">
                    <a:alpha val="50000"/>
                  </a:schemeClr>
                </a:solidFill>
              </a:defRPr>
            </a:lvl2pPr>
            <a:lvl3pPr marL="567000" indent="-126000">
              <a:lnSpc>
                <a:spcPct val="92000"/>
              </a:lnSpc>
              <a:tabLst/>
              <a:defRPr sz="1000" spc="-20" baseline="0">
                <a:solidFill>
                  <a:schemeClr val="tx1">
                    <a:alpha val="50000"/>
                  </a:schemeClr>
                </a:solidFill>
              </a:defRPr>
            </a:lvl3pPr>
            <a:lvl4pPr marL="567000" indent="-126000">
              <a:lnSpc>
                <a:spcPct val="92000"/>
              </a:lnSpc>
              <a:tabLst/>
              <a:defRPr sz="1000" spc="-20" baseline="0">
                <a:solidFill>
                  <a:schemeClr val="tx1">
                    <a:alpha val="50000"/>
                  </a:schemeClr>
                </a:solidFill>
              </a:defRPr>
            </a:lvl4pPr>
            <a:lvl5pPr marL="567000" indent="-126000">
              <a:lnSpc>
                <a:spcPct val="92000"/>
              </a:lnSpc>
              <a:tabLst/>
              <a:defRPr sz="1000" spc="-20" baseline="0">
                <a:solidFill>
                  <a:schemeClr val="tx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5">
            <a:extLst>
              <a:ext uri="{FF2B5EF4-FFF2-40B4-BE49-F238E27FC236}">
                <a16:creationId xmlns:a16="http://schemas.microsoft.com/office/drawing/2014/main" id="{647FB88A-4679-5CFC-CC53-CE856E3D68A4}"/>
              </a:ext>
            </a:extLst>
          </p:cNvPr>
          <p:cNvSpPr>
            <a:spLocks noGrp="1"/>
          </p:cNvSpPr>
          <p:nvPr>
            <p:ph type="body" sz="quarter" idx="17"/>
          </p:nvPr>
        </p:nvSpPr>
        <p:spPr>
          <a:xfrm>
            <a:off x="8235995" y="1270800"/>
            <a:ext cx="3778445" cy="2705400"/>
          </a:xfrm>
          <a:prstGeom prst="roundRect">
            <a:avLst>
              <a:gd name="adj" fmla="val 2022"/>
            </a:avLst>
          </a:prstGeom>
          <a:solidFill>
            <a:schemeClr val="accent5"/>
          </a:solidFill>
        </p:spPr>
        <p:txBody>
          <a:bodyPr lIns="792000" tIns="612000" rIns="251999"/>
          <a:lstStyle>
            <a:lvl1pPr marL="88900" indent="-88900">
              <a:lnSpc>
                <a:spcPct val="92000"/>
              </a:lnSpc>
              <a:spcAft>
                <a:spcPts val="1100"/>
              </a:spcAft>
              <a:defRPr sz="1000" spc="-20" baseline="0"/>
            </a:lvl1pPr>
            <a:lvl2pPr marL="189000" indent="-126000">
              <a:lnSpc>
                <a:spcPct val="92000"/>
              </a:lnSpc>
              <a:spcBef>
                <a:spcPts val="0"/>
              </a:spcBef>
              <a:tabLst/>
              <a:defRPr sz="1000" spc="-20" baseline="0">
                <a:solidFill>
                  <a:schemeClr val="tx1">
                    <a:alpha val="50000"/>
                  </a:schemeClr>
                </a:solidFill>
              </a:defRPr>
            </a:lvl2pPr>
            <a:lvl3pPr marL="567000" indent="-126000">
              <a:lnSpc>
                <a:spcPct val="92000"/>
              </a:lnSpc>
              <a:tabLst/>
              <a:defRPr sz="1000" spc="-20" baseline="0">
                <a:solidFill>
                  <a:schemeClr val="tx1">
                    <a:alpha val="50000"/>
                  </a:schemeClr>
                </a:solidFill>
              </a:defRPr>
            </a:lvl3pPr>
            <a:lvl4pPr marL="567000" indent="-126000">
              <a:lnSpc>
                <a:spcPct val="92000"/>
              </a:lnSpc>
              <a:tabLst/>
              <a:defRPr sz="1000" spc="-20" baseline="0">
                <a:solidFill>
                  <a:schemeClr val="tx1">
                    <a:alpha val="50000"/>
                  </a:schemeClr>
                </a:solidFill>
              </a:defRPr>
            </a:lvl4pPr>
            <a:lvl5pPr marL="567000" indent="-126000">
              <a:lnSpc>
                <a:spcPct val="92000"/>
              </a:lnSpc>
              <a:tabLst/>
              <a:defRPr sz="1000" spc="-20" baseline="0">
                <a:solidFill>
                  <a:schemeClr val="tx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5">
            <a:extLst>
              <a:ext uri="{FF2B5EF4-FFF2-40B4-BE49-F238E27FC236}">
                <a16:creationId xmlns:a16="http://schemas.microsoft.com/office/drawing/2014/main" id="{7EEDE80E-D770-F9A6-A4CB-B929FDC5F89B}"/>
              </a:ext>
            </a:extLst>
          </p:cNvPr>
          <p:cNvSpPr>
            <a:spLocks noGrp="1"/>
          </p:cNvSpPr>
          <p:nvPr>
            <p:ph type="body" sz="quarter" idx="18"/>
          </p:nvPr>
        </p:nvSpPr>
        <p:spPr>
          <a:xfrm>
            <a:off x="4444490" y="3987000"/>
            <a:ext cx="3778445" cy="2705400"/>
          </a:xfrm>
          <a:prstGeom prst="roundRect">
            <a:avLst>
              <a:gd name="adj" fmla="val 2022"/>
            </a:avLst>
          </a:prstGeom>
          <a:solidFill>
            <a:schemeClr val="accent2"/>
          </a:solidFill>
        </p:spPr>
        <p:txBody>
          <a:bodyPr lIns="792000" tIns="612000" rIns="251999"/>
          <a:lstStyle>
            <a:lvl1pPr marL="88900" indent="-88900">
              <a:lnSpc>
                <a:spcPct val="92000"/>
              </a:lnSpc>
              <a:spcAft>
                <a:spcPts val="1100"/>
              </a:spcAft>
              <a:defRPr sz="1000" spc="-20" baseline="0"/>
            </a:lvl1pPr>
            <a:lvl2pPr marL="189000" indent="-126000">
              <a:lnSpc>
                <a:spcPct val="92000"/>
              </a:lnSpc>
              <a:spcBef>
                <a:spcPts val="0"/>
              </a:spcBef>
              <a:tabLst/>
              <a:defRPr sz="1000" spc="-20" baseline="0">
                <a:solidFill>
                  <a:schemeClr val="tx1">
                    <a:alpha val="50000"/>
                  </a:schemeClr>
                </a:solidFill>
              </a:defRPr>
            </a:lvl2pPr>
            <a:lvl3pPr marL="567000" indent="-126000">
              <a:lnSpc>
                <a:spcPct val="92000"/>
              </a:lnSpc>
              <a:tabLst/>
              <a:defRPr sz="1000" spc="-20" baseline="0">
                <a:solidFill>
                  <a:schemeClr val="tx1">
                    <a:alpha val="50000"/>
                  </a:schemeClr>
                </a:solidFill>
              </a:defRPr>
            </a:lvl3pPr>
            <a:lvl4pPr marL="567000" indent="-126000">
              <a:lnSpc>
                <a:spcPct val="92000"/>
              </a:lnSpc>
              <a:tabLst/>
              <a:defRPr sz="1000" spc="-20" baseline="0">
                <a:solidFill>
                  <a:schemeClr val="tx1">
                    <a:alpha val="50000"/>
                  </a:schemeClr>
                </a:solidFill>
              </a:defRPr>
            </a:lvl4pPr>
            <a:lvl5pPr marL="567000" indent="-126000">
              <a:lnSpc>
                <a:spcPct val="92000"/>
              </a:lnSpc>
              <a:tabLst/>
              <a:defRPr sz="1000" spc="-20" baseline="0">
                <a:solidFill>
                  <a:schemeClr val="tx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F01BCF92-E379-CEB8-3AA7-C1090D8AC8C5}"/>
              </a:ext>
            </a:extLst>
          </p:cNvPr>
          <p:cNvSpPr>
            <a:spLocks noGrp="1"/>
          </p:cNvSpPr>
          <p:nvPr>
            <p:ph type="body" sz="quarter" idx="19"/>
          </p:nvPr>
        </p:nvSpPr>
        <p:spPr>
          <a:xfrm>
            <a:off x="8235995" y="3987000"/>
            <a:ext cx="3778445" cy="2705400"/>
          </a:xfrm>
          <a:prstGeom prst="roundRect">
            <a:avLst>
              <a:gd name="adj" fmla="val 2022"/>
            </a:avLst>
          </a:prstGeom>
          <a:solidFill>
            <a:schemeClr val="accent3"/>
          </a:solidFill>
        </p:spPr>
        <p:txBody>
          <a:bodyPr lIns="792000" tIns="612000" rIns="251999"/>
          <a:lstStyle>
            <a:lvl1pPr marL="88900" indent="-88900">
              <a:lnSpc>
                <a:spcPct val="92000"/>
              </a:lnSpc>
              <a:spcAft>
                <a:spcPts val="1100"/>
              </a:spcAft>
              <a:defRPr sz="1000" spc="-20" baseline="0"/>
            </a:lvl1pPr>
            <a:lvl2pPr marL="189000" indent="-126000">
              <a:lnSpc>
                <a:spcPct val="92000"/>
              </a:lnSpc>
              <a:spcBef>
                <a:spcPts val="0"/>
              </a:spcBef>
              <a:tabLst/>
              <a:defRPr sz="1000" spc="-20" baseline="0">
                <a:solidFill>
                  <a:schemeClr val="tx1">
                    <a:alpha val="50000"/>
                  </a:schemeClr>
                </a:solidFill>
              </a:defRPr>
            </a:lvl2pPr>
            <a:lvl3pPr marL="567000" indent="-126000">
              <a:lnSpc>
                <a:spcPct val="92000"/>
              </a:lnSpc>
              <a:tabLst/>
              <a:defRPr sz="1000" spc="-20" baseline="0">
                <a:solidFill>
                  <a:schemeClr val="tx1">
                    <a:alpha val="50000"/>
                  </a:schemeClr>
                </a:solidFill>
              </a:defRPr>
            </a:lvl3pPr>
            <a:lvl4pPr marL="567000" indent="-126000">
              <a:lnSpc>
                <a:spcPct val="92000"/>
              </a:lnSpc>
              <a:tabLst/>
              <a:defRPr sz="1000" spc="-20" baseline="0">
                <a:solidFill>
                  <a:schemeClr val="tx1">
                    <a:alpha val="50000"/>
                  </a:schemeClr>
                </a:solidFill>
              </a:defRPr>
            </a:lvl4pPr>
            <a:lvl5pPr marL="567000" indent="-126000">
              <a:lnSpc>
                <a:spcPct val="92000"/>
              </a:lnSpc>
              <a:tabLst/>
              <a:defRPr sz="1000" spc="-20" baseline="0">
                <a:solidFill>
                  <a:schemeClr val="tx1">
                    <a:alpha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6">
            <a:extLst>
              <a:ext uri="{FF2B5EF4-FFF2-40B4-BE49-F238E27FC236}">
                <a16:creationId xmlns:a16="http://schemas.microsoft.com/office/drawing/2014/main" id="{649FCEEE-0F91-C6A4-7DA1-60FFA14ABE29}"/>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r>
              <a:rPr lang="fi-FI"/>
              <a:t>Commodo duis et sed</a:t>
            </a:r>
          </a:p>
        </p:txBody>
      </p:sp>
    </p:spTree>
    <p:extLst>
      <p:ext uri="{BB962C8B-B14F-4D97-AF65-F5344CB8AC3E}">
        <p14:creationId xmlns:p14="http://schemas.microsoft.com/office/powerpoint/2010/main" val="7867599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Pitch slide">
    <p:spTree>
      <p:nvGrpSpPr>
        <p:cNvPr id="1" name=""/>
        <p:cNvGrpSpPr/>
        <p:nvPr/>
      </p:nvGrpSpPr>
      <p:grpSpPr>
        <a:xfrm>
          <a:off x="0" y="0"/>
          <a:ext cx="0" cy="0"/>
          <a:chOff x="0" y="0"/>
          <a:chExt cx="0" cy="0"/>
        </a:xfrm>
      </p:grpSpPr>
      <p:sp>
        <p:nvSpPr>
          <p:cNvPr id="19" name="Text Placeholder 2">
            <a:extLst>
              <a:ext uri="{FF2B5EF4-FFF2-40B4-BE49-F238E27FC236}">
                <a16:creationId xmlns:a16="http://schemas.microsoft.com/office/drawing/2014/main" id="{BFF2A3F7-3CE5-9881-7EAC-C672FF70EE4C}"/>
              </a:ext>
            </a:extLst>
          </p:cNvPr>
          <p:cNvSpPr>
            <a:spLocks noGrp="1"/>
          </p:cNvSpPr>
          <p:nvPr>
            <p:ph type="body" idx="23" hasCustomPrompt="1"/>
          </p:nvPr>
        </p:nvSpPr>
        <p:spPr>
          <a:xfrm>
            <a:off x="209580" y="3930374"/>
            <a:ext cx="1791052" cy="2257379"/>
          </a:xfrm>
          <a:prstGeom prst="roundRect">
            <a:avLst>
              <a:gd name="adj" fmla="val 3491"/>
            </a:avLst>
          </a:prstGeom>
          <a:solidFill>
            <a:schemeClr val="accent5"/>
          </a:solidFill>
        </p:spPr>
        <p:txBody>
          <a:bodyPr anchor="ctr" anchorCtr="0"/>
          <a:lstStyle>
            <a:lvl1pPr marL="0" indent="0" algn="ctr">
              <a:buNone/>
              <a:defRPr sz="25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7" name="Footer Placeholder 6">
            <a:extLst>
              <a:ext uri="{FF2B5EF4-FFF2-40B4-BE49-F238E27FC236}">
                <a16:creationId xmlns:a16="http://schemas.microsoft.com/office/drawing/2014/main" id="{33C69628-CCBB-4581-842C-07AC1724D7EE}"/>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
        <p:nvSpPr>
          <p:cNvPr id="8" name="Slide Number Placeholder 7">
            <a:extLst>
              <a:ext uri="{FF2B5EF4-FFF2-40B4-BE49-F238E27FC236}">
                <a16:creationId xmlns:a16="http://schemas.microsoft.com/office/drawing/2014/main" id="{3C581D05-5813-4B50-86D4-96A15B78A231}"/>
              </a:ext>
            </a:extLst>
          </p:cNvPr>
          <p:cNvSpPr>
            <a:spLocks noGrp="1"/>
          </p:cNvSpPr>
          <p:nvPr>
            <p:ph type="sldNum" sz="quarter" idx="12"/>
          </p:nvPr>
        </p:nvSpPr>
        <p:spPr/>
        <p:txBody>
          <a:bodyPr/>
          <a:lstStyle/>
          <a:p>
            <a:fld id="{31160B98-140E-4345-B1A3-2A7247C42973}" type="slidenum">
              <a:rPr lang="fi-FI" smtClean="0"/>
              <a:t>‹#›</a:t>
            </a:fld>
            <a:endParaRPr lang="fi-FI"/>
          </a:p>
        </p:txBody>
      </p:sp>
      <p:sp>
        <p:nvSpPr>
          <p:cNvPr id="5" name="Title 1">
            <a:extLst>
              <a:ext uri="{FF2B5EF4-FFF2-40B4-BE49-F238E27FC236}">
                <a16:creationId xmlns:a16="http://schemas.microsoft.com/office/drawing/2014/main" id="{DC291070-00E3-B7FF-F591-9CDE02CF826A}"/>
              </a:ext>
            </a:extLst>
          </p:cNvPr>
          <p:cNvSpPr>
            <a:spLocks noGrp="1"/>
          </p:cNvSpPr>
          <p:nvPr>
            <p:ph type="title" hasCustomPrompt="1"/>
          </p:nvPr>
        </p:nvSpPr>
        <p:spPr>
          <a:xfrm>
            <a:off x="253741" y="1278326"/>
            <a:ext cx="4547171" cy="306339"/>
          </a:xfrm>
        </p:spPr>
        <p:txBody>
          <a:bodyPr/>
          <a:lstStyle>
            <a:lvl1pPr>
              <a:defRPr sz="2000" spc="-50" baseline="0"/>
            </a:lvl1pPr>
          </a:lstStyle>
          <a:p>
            <a:r>
              <a:rPr lang="en-GB" noProof="0"/>
              <a:t>Add title here</a:t>
            </a:r>
            <a:endParaRPr lang="en-GB"/>
          </a:p>
        </p:txBody>
      </p:sp>
      <p:sp>
        <p:nvSpPr>
          <p:cNvPr id="25" name="Text Placeholder 2">
            <a:extLst>
              <a:ext uri="{FF2B5EF4-FFF2-40B4-BE49-F238E27FC236}">
                <a16:creationId xmlns:a16="http://schemas.microsoft.com/office/drawing/2014/main" id="{0CC2F40E-05FF-6A50-5B45-67F2F63060C6}"/>
              </a:ext>
            </a:extLst>
          </p:cNvPr>
          <p:cNvSpPr>
            <a:spLocks noGrp="1"/>
          </p:cNvSpPr>
          <p:nvPr>
            <p:ph type="body" idx="27" hasCustomPrompt="1"/>
          </p:nvPr>
        </p:nvSpPr>
        <p:spPr>
          <a:xfrm>
            <a:off x="209580" y="5860858"/>
            <a:ext cx="1796867" cy="326895"/>
          </a:xfrm>
        </p:spPr>
        <p:txBody>
          <a:bodyPr bIns="251999" anchor="b" anchorCtr="0"/>
          <a:lstStyle>
            <a:lvl1pPr marL="0" indent="0" algn="ctr">
              <a:buNone/>
              <a:defRPr sz="1000" b="0" spc="-20" baseline="0">
                <a:solidFill>
                  <a:schemeClr val="tx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2" name="Text Placeholder 2">
            <a:extLst>
              <a:ext uri="{FF2B5EF4-FFF2-40B4-BE49-F238E27FC236}">
                <a16:creationId xmlns:a16="http://schemas.microsoft.com/office/drawing/2014/main" id="{4894EC74-CDCF-B939-8100-42DEA2F7B7F8}"/>
              </a:ext>
            </a:extLst>
          </p:cNvPr>
          <p:cNvSpPr>
            <a:spLocks noGrp="1"/>
          </p:cNvSpPr>
          <p:nvPr>
            <p:ph type="body" idx="32"/>
          </p:nvPr>
        </p:nvSpPr>
        <p:spPr>
          <a:xfrm>
            <a:off x="6394246" y="3984414"/>
            <a:ext cx="2527113" cy="2230487"/>
          </a:xfrm>
          <a:prstGeom prst="roundRect">
            <a:avLst>
              <a:gd name="adj" fmla="val 2915"/>
            </a:avLst>
          </a:prstGeom>
          <a:solidFill>
            <a:schemeClr val="accent2"/>
          </a:solidFill>
        </p:spPr>
        <p:txBody>
          <a:bodyPr anchor="ctr" anchorCtr="0"/>
          <a:lstStyle>
            <a:lvl1pPr marL="0" indent="0" algn="ctr">
              <a:buNone/>
              <a:defRPr sz="2500" b="0" spc="-20" baseline="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endParaRPr lang="en-GB"/>
          </a:p>
        </p:txBody>
      </p:sp>
      <p:sp>
        <p:nvSpPr>
          <p:cNvPr id="28" name="Text Placeholder 2">
            <a:extLst>
              <a:ext uri="{FF2B5EF4-FFF2-40B4-BE49-F238E27FC236}">
                <a16:creationId xmlns:a16="http://schemas.microsoft.com/office/drawing/2014/main" id="{F93E61A1-A160-BD8E-263E-31820EEF1F1F}"/>
              </a:ext>
            </a:extLst>
          </p:cNvPr>
          <p:cNvSpPr>
            <a:spLocks noGrp="1"/>
          </p:cNvSpPr>
          <p:nvPr>
            <p:ph type="body" idx="33" hasCustomPrompt="1"/>
          </p:nvPr>
        </p:nvSpPr>
        <p:spPr>
          <a:xfrm>
            <a:off x="6394246" y="5914899"/>
            <a:ext cx="2527113" cy="272855"/>
          </a:xfrm>
        </p:spPr>
        <p:txBody>
          <a:bodyPr bIns="251999" anchor="b" anchorCtr="0"/>
          <a:lstStyle>
            <a:lvl1pPr marL="0" indent="0" algn="ctr">
              <a:buNone/>
              <a:defRPr sz="1000" b="0" spc="-20" baseline="0">
                <a:solidFill>
                  <a:schemeClr val="tx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3" name="Text Placeholder 2">
            <a:extLst>
              <a:ext uri="{FF2B5EF4-FFF2-40B4-BE49-F238E27FC236}">
                <a16:creationId xmlns:a16="http://schemas.microsoft.com/office/drawing/2014/main" id="{88FE3011-955C-A0BF-871F-6B8E52F9D04F}"/>
              </a:ext>
            </a:extLst>
          </p:cNvPr>
          <p:cNvSpPr>
            <a:spLocks noGrp="1"/>
          </p:cNvSpPr>
          <p:nvPr>
            <p:ph type="body" idx="34" hasCustomPrompt="1"/>
          </p:nvPr>
        </p:nvSpPr>
        <p:spPr>
          <a:xfrm>
            <a:off x="1994643" y="3957523"/>
            <a:ext cx="3016062" cy="2257378"/>
          </a:xfrm>
          <a:prstGeom prst="roundRect">
            <a:avLst>
              <a:gd name="adj" fmla="val 2915"/>
            </a:avLst>
          </a:prstGeom>
          <a:solidFill>
            <a:schemeClr val="accent3"/>
          </a:solidFill>
        </p:spPr>
        <p:txBody>
          <a:bodyPr anchor="ctr" anchorCtr="0"/>
          <a:lstStyle>
            <a:lvl1pPr marL="0" indent="0" algn="ctr">
              <a:buNone/>
              <a:defRPr sz="25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 </a:t>
            </a:r>
          </a:p>
        </p:txBody>
      </p:sp>
      <p:sp>
        <p:nvSpPr>
          <p:cNvPr id="35" name="Text Placeholder 2">
            <a:extLst>
              <a:ext uri="{FF2B5EF4-FFF2-40B4-BE49-F238E27FC236}">
                <a16:creationId xmlns:a16="http://schemas.microsoft.com/office/drawing/2014/main" id="{81C70767-6BA0-7DAF-4C99-AAABF57970D5}"/>
              </a:ext>
            </a:extLst>
          </p:cNvPr>
          <p:cNvSpPr>
            <a:spLocks noGrp="1"/>
          </p:cNvSpPr>
          <p:nvPr>
            <p:ph type="body" idx="36" hasCustomPrompt="1"/>
          </p:nvPr>
        </p:nvSpPr>
        <p:spPr>
          <a:xfrm>
            <a:off x="5028670" y="3996265"/>
            <a:ext cx="1327099" cy="1157626"/>
          </a:xfrm>
          <a:prstGeom prst="roundRect">
            <a:avLst>
              <a:gd name="adj" fmla="val 4279"/>
            </a:avLst>
          </a:prstGeom>
          <a:solidFill>
            <a:schemeClr val="accent4"/>
          </a:solidFill>
        </p:spPr>
        <p:txBody>
          <a:bodyPr anchor="ctr" anchorCtr="0"/>
          <a:lstStyle>
            <a:lvl1pPr marL="0" indent="0" algn="ctr">
              <a:buNone/>
              <a:defRPr sz="2500" b="0" spc="-20" baseline="0">
                <a:solidFill>
                  <a:schemeClr val="bg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6" name="Text Placeholder 2">
            <a:extLst>
              <a:ext uri="{FF2B5EF4-FFF2-40B4-BE49-F238E27FC236}">
                <a16:creationId xmlns:a16="http://schemas.microsoft.com/office/drawing/2014/main" id="{108C2FCB-AE31-CE09-F636-D89115B07F95}"/>
              </a:ext>
            </a:extLst>
          </p:cNvPr>
          <p:cNvSpPr>
            <a:spLocks noGrp="1"/>
          </p:cNvSpPr>
          <p:nvPr>
            <p:ph type="body" idx="37" hasCustomPrompt="1"/>
          </p:nvPr>
        </p:nvSpPr>
        <p:spPr>
          <a:xfrm>
            <a:off x="5049181" y="4873117"/>
            <a:ext cx="1306589" cy="272855"/>
          </a:xfrm>
        </p:spPr>
        <p:txBody>
          <a:bodyPr bIns="251999" anchor="b" anchorCtr="0"/>
          <a:lstStyle>
            <a:lvl1pPr marL="0" indent="0" algn="ctr">
              <a:buNone/>
              <a:defRPr sz="1000" b="0" spc="-20" baseline="0">
                <a:solidFill>
                  <a:schemeClr val="bg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9" name="Text Placeholder 2">
            <a:extLst>
              <a:ext uri="{FF2B5EF4-FFF2-40B4-BE49-F238E27FC236}">
                <a16:creationId xmlns:a16="http://schemas.microsoft.com/office/drawing/2014/main" id="{76CEFC66-1868-F56D-1230-D35FEC5728D9}"/>
              </a:ext>
            </a:extLst>
          </p:cNvPr>
          <p:cNvSpPr>
            <a:spLocks noGrp="1"/>
          </p:cNvSpPr>
          <p:nvPr>
            <p:ph type="body" idx="40" hasCustomPrompt="1"/>
          </p:nvPr>
        </p:nvSpPr>
        <p:spPr>
          <a:xfrm>
            <a:off x="4533907" y="2304118"/>
            <a:ext cx="4425755" cy="1626513"/>
          </a:xfrm>
          <a:prstGeom prst="roundRect">
            <a:avLst>
              <a:gd name="adj" fmla="val 3891"/>
            </a:avLst>
          </a:prstGeom>
          <a:solidFill>
            <a:srgbClr val="557B83"/>
          </a:solidFill>
        </p:spPr>
        <p:txBody>
          <a:bodyPr anchor="ctr" anchorCtr="0"/>
          <a:lstStyle>
            <a:lvl1pPr marL="0" indent="0" algn="ctr">
              <a:buNone/>
              <a:defRPr sz="2500" b="0" spc="-20" baseline="0">
                <a:solidFill>
                  <a:schemeClr val="bg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40" name="Text Placeholder 2">
            <a:extLst>
              <a:ext uri="{FF2B5EF4-FFF2-40B4-BE49-F238E27FC236}">
                <a16:creationId xmlns:a16="http://schemas.microsoft.com/office/drawing/2014/main" id="{CC2B4153-DBD8-A44A-BE30-14AB8EDB10DB}"/>
              </a:ext>
            </a:extLst>
          </p:cNvPr>
          <p:cNvSpPr>
            <a:spLocks noGrp="1"/>
          </p:cNvSpPr>
          <p:nvPr>
            <p:ph type="body" idx="41" hasCustomPrompt="1"/>
          </p:nvPr>
        </p:nvSpPr>
        <p:spPr>
          <a:xfrm>
            <a:off x="4533907" y="3657776"/>
            <a:ext cx="4425755" cy="272855"/>
          </a:xfrm>
        </p:spPr>
        <p:txBody>
          <a:bodyPr bIns="251999" anchor="b" anchorCtr="0"/>
          <a:lstStyle>
            <a:lvl1pPr marL="0" indent="0" algn="ctr">
              <a:buNone/>
              <a:defRPr sz="1000" b="0" spc="-20" baseline="0">
                <a:solidFill>
                  <a:schemeClr val="bg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43" name="Text Placeholder 5">
            <a:extLst>
              <a:ext uri="{FF2B5EF4-FFF2-40B4-BE49-F238E27FC236}">
                <a16:creationId xmlns:a16="http://schemas.microsoft.com/office/drawing/2014/main" id="{9CE70C96-6A2C-5E9A-66D1-F688E12084BA}"/>
              </a:ext>
            </a:extLst>
          </p:cNvPr>
          <p:cNvSpPr>
            <a:spLocks noGrp="1"/>
          </p:cNvSpPr>
          <p:nvPr>
            <p:ph type="body" sz="quarter" idx="42"/>
          </p:nvPr>
        </p:nvSpPr>
        <p:spPr>
          <a:xfrm>
            <a:off x="209580" y="2304118"/>
            <a:ext cx="4318512" cy="1626257"/>
          </a:xfrm>
          <a:prstGeom prst="roundRect">
            <a:avLst>
              <a:gd name="adj" fmla="val 3955"/>
            </a:avLst>
          </a:prstGeom>
          <a:solidFill>
            <a:srgbClr val="E6E7EA"/>
          </a:solidFill>
        </p:spPr>
        <p:txBody>
          <a:bodyPr lIns="216000" tIns="216000" rIns="360000" anchor="t" anchorCtr="0"/>
          <a:lstStyle>
            <a:lvl1pPr marL="180182" indent="-179388">
              <a:lnSpc>
                <a:spcPct val="92000"/>
              </a:lnSpc>
              <a:spcBef>
                <a:spcPts val="1100"/>
              </a:spcBef>
              <a:spcAft>
                <a:spcPts val="600"/>
              </a:spcAft>
              <a:tabLst/>
              <a:defRPr sz="1500" spc="-20" baseline="0">
                <a:solidFill>
                  <a:schemeClr val="tx1"/>
                </a:solidFill>
              </a:defRPr>
            </a:lvl1pPr>
            <a:lvl2pPr marL="360000" indent="-179388">
              <a:lnSpc>
                <a:spcPct val="92000"/>
              </a:lnSpc>
              <a:spcBef>
                <a:spcPts val="0"/>
              </a:spcBef>
              <a:tabLst/>
              <a:defRPr sz="1500" spc="-20" baseline="0">
                <a:solidFill>
                  <a:schemeClr val="tx1">
                    <a:alpha val="50000"/>
                  </a:schemeClr>
                </a:solidFill>
              </a:defRPr>
            </a:lvl2pPr>
            <a:lvl3pPr marL="540000" indent="-175419">
              <a:lnSpc>
                <a:spcPct val="92000"/>
              </a:lnSpc>
              <a:tabLst/>
              <a:defRPr sz="1500" spc="-20" baseline="0">
                <a:solidFill>
                  <a:schemeClr val="tx1">
                    <a:alpha val="50000"/>
                  </a:schemeClr>
                </a:solidFill>
              </a:defRPr>
            </a:lvl3pPr>
            <a:lvl4pPr marL="720000" indent="-179388">
              <a:lnSpc>
                <a:spcPct val="92000"/>
              </a:lnSpc>
              <a:tabLst/>
              <a:defRPr sz="1500" spc="-20" baseline="0">
                <a:solidFill>
                  <a:schemeClr val="tx1">
                    <a:alpha val="50000"/>
                  </a:schemeClr>
                </a:solidFill>
              </a:defRPr>
            </a:lvl4pPr>
            <a:lvl5pPr marL="900000" indent="-181769">
              <a:lnSpc>
                <a:spcPct val="92000"/>
              </a:lnSpc>
              <a:tabLst/>
              <a:defRPr sz="1500" spc="-20" baseline="0">
                <a:solidFill>
                  <a:schemeClr val="tx1">
                    <a:alpha val="50000"/>
                  </a:schemeClr>
                </a:solidFill>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GB"/>
          </a:p>
        </p:txBody>
      </p:sp>
      <p:sp>
        <p:nvSpPr>
          <p:cNvPr id="47" name="Text Placeholder 2">
            <a:extLst>
              <a:ext uri="{FF2B5EF4-FFF2-40B4-BE49-F238E27FC236}">
                <a16:creationId xmlns:a16="http://schemas.microsoft.com/office/drawing/2014/main" id="{8A3AC270-0F3C-D8E6-8D95-C27C7F1E9FBD}"/>
              </a:ext>
            </a:extLst>
          </p:cNvPr>
          <p:cNvSpPr>
            <a:spLocks noGrp="1"/>
          </p:cNvSpPr>
          <p:nvPr>
            <p:ph type="body" idx="43" hasCustomPrompt="1"/>
          </p:nvPr>
        </p:nvSpPr>
        <p:spPr>
          <a:xfrm>
            <a:off x="209580" y="1819147"/>
            <a:ext cx="3130591" cy="419336"/>
          </a:xfrm>
          <a:prstGeom prst="roundRect">
            <a:avLst>
              <a:gd name="adj" fmla="val 50000"/>
            </a:avLst>
          </a:prstGeom>
          <a:solidFill>
            <a:schemeClr val="accent1"/>
          </a:solidFill>
        </p:spPr>
        <p:txBody>
          <a:bodyPr anchor="ctr" anchorCtr="0"/>
          <a:lstStyle>
            <a:lvl1pPr marL="0" indent="0" algn="ctr">
              <a:buNone/>
              <a:defRPr sz="20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48" name="Text Placeholder 2">
            <a:extLst>
              <a:ext uri="{FF2B5EF4-FFF2-40B4-BE49-F238E27FC236}">
                <a16:creationId xmlns:a16="http://schemas.microsoft.com/office/drawing/2014/main" id="{F8AFB1D3-785F-753E-C859-396619C04926}"/>
              </a:ext>
            </a:extLst>
          </p:cNvPr>
          <p:cNvSpPr>
            <a:spLocks noGrp="1"/>
          </p:cNvSpPr>
          <p:nvPr>
            <p:ph type="body" idx="44" hasCustomPrompt="1"/>
          </p:nvPr>
        </p:nvSpPr>
        <p:spPr>
          <a:xfrm>
            <a:off x="4257497" y="1819147"/>
            <a:ext cx="3746724" cy="419336"/>
          </a:xfrm>
          <a:prstGeom prst="roundRect">
            <a:avLst>
              <a:gd name="adj" fmla="val 50000"/>
            </a:avLst>
          </a:prstGeom>
          <a:solidFill>
            <a:schemeClr val="accent1"/>
          </a:solidFill>
        </p:spPr>
        <p:txBody>
          <a:bodyPr anchor="ctr" anchorCtr="0"/>
          <a:lstStyle>
            <a:lvl1pPr marL="0" indent="0" algn="ctr">
              <a:buNone/>
              <a:defRPr sz="20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17" name="Text Placeholder 2">
            <a:extLst>
              <a:ext uri="{FF2B5EF4-FFF2-40B4-BE49-F238E27FC236}">
                <a16:creationId xmlns:a16="http://schemas.microsoft.com/office/drawing/2014/main" id="{D2BF64E4-AB40-E43A-B8F5-16FAF1C707FD}"/>
              </a:ext>
            </a:extLst>
          </p:cNvPr>
          <p:cNvSpPr>
            <a:spLocks noGrp="1"/>
          </p:cNvSpPr>
          <p:nvPr>
            <p:ph type="body" idx="35" hasCustomPrompt="1"/>
          </p:nvPr>
        </p:nvSpPr>
        <p:spPr>
          <a:xfrm>
            <a:off x="1994643" y="5888007"/>
            <a:ext cx="3016062" cy="272855"/>
          </a:xfrm>
        </p:spPr>
        <p:txBody>
          <a:bodyPr bIns="251999" anchor="b" anchorCtr="0"/>
          <a:lstStyle>
            <a:lvl1pPr marL="0" indent="0" algn="ctr">
              <a:buNone/>
              <a:defRPr sz="1000" b="0" spc="-20" baseline="0">
                <a:solidFill>
                  <a:schemeClr val="tx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18" name="Text Placeholder 2">
            <a:extLst>
              <a:ext uri="{FF2B5EF4-FFF2-40B4-BE49-F238E27FC236}">
                <a16:creationId xmlns:a16="http://schemas.microsoft.com/office/drawing/2014/main" id="{D247515E-C593-77D8-EEA3-7E71AA01C841}"/>
              </a:ext>
            </a:extLst>
          </p:cNvPr>
          <p:cNvSpPr>
            <a:spLocks noGrp="1"/>
          </p:cNvSpPr>
          <p:nvPr>
            <p:ph type="body" idx="38"/>
          </p:nvPr>
        </p:nvSpPr>
        <p:spPr>
          <a:xfrm>
            <a:off x="8959835" y="2304632"/>
            <a:ext cx="3047984" cy="3910269"/>
          </a:xfrm>
          <a:prstGeom prst="roundRect">
            <a:avLst>
              <a:gd name="adj" fmla="val 2119"/>
            </a:avLst>
          </a:prstGeom>
          <a:solidFill>
            <a:schemeClr val="accent6"/>
          </a:solidFill>
        </p:spPr>
        <p:txBody>
          <a:bodyPr anchor="ctr" anchorCtr="0"/>
          <a:lstStyle>
            <a:lvl1pPr marL="0" indent="0" algn="ctr">
              <a:buNone/>
              <a:defRPr sz="2500" b="0" spc="-20" baseline="0">
                <a:solidFill>
                  <a:schemeClr val="bg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endParaRPr lang="en-GB"/>
          </a:p>
        </p:txBody>
      </p:sp>
      <p:sp>
        <p:nvSpPr>
          <p:cNvPr id="20" name="Text Placeholder 2">
            <a:extLst>
              <a:ext uri="{FF2B5EF4-FFF2-40B4-BE49-F238E27FC236}">
                <a16:creationId xmlns:a16="http://schemas.microsoft.com/office/drawing/2014/main" id="{34C5CD60-90CF-EE2B-894E-A7EED31A8295}"/>
              </a:ext>
            </a:extLst>
          </p:cNvPr>
          <p:cNvSpPr>
            <a:spLocks noGrp="1"/>
          </p:cNvSpPr>
          <p:nvPr>
            <p:ph type="body" idx="39" hasCustomPrompt="1"/>
          </p:nvPr>
        </p:nvSpPr>
        <p:spPr>
          <a:xfrm>
            <a:off x="8959835" y="5860859"/>
            <a:ext cx="3047984" cy="272855"/>
          </a:xfrm>
        </p:spPr>
        <p:txBody>
          <a:bodyPr bIns="251999" anchor="b" anchorCtr="0"/>
          <a:lstStyle>
            <a:lvl1pPr marL="0" indent="0" algn="ctr">
              <a:buNone/>
              <a:defRPr sz="1000" b="0" spc="-20" baseline="0">
                <a:solidFill>
                  <a:schemeClr val="bg1">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1" name="Text Placeholder 2">
            <a:extLst>
              <a:ext uri="{FF2B5EF4-FFF2-40B4-BE49-F238E27FC236}">
                <a16:creationId xmlns:a16="http://schemas.microsoft.com/office/drawing/2014/main" id="{8840D5C2-A6F0-940E-FB44-1ED92C0F7970}"/>
              </a:ext>
            </a:extLst>
          </p:cNvPr>
          <p:cNvSpPr>
            <a:spLocks noGrp="1"/>
          </p:cNvSpPr>
          <p:nvPr>
            <p:ph type="body" idx="45" hasCustomPrompt="1"/>
          </p:nvPr>
        </p:nvSpPr>
        <p:spPr>
          <a:xfrm>
            <a:off x="8921359" y="1819147"/>
            <a:ext cx="3086484" cy="419336"/>
          </a:xfrm>
          <a:prstGeom prst="roundRect">
            <a:avLst>
              <a:gd name="adj" fmla="val 50000"/>
            </a:avLst>
          </a:prstGeom>
          <a:solidFill>
            <a:schemeClr val="accent1"/>
          </a:solidFill>
        </p:spPr>
        <p:txBody>
          <a:bodyPr anchor="ctr" anchorCtr="0"/>
          <a:lstStyle>
            <a:lvl1pPr marL="0" indent="0" algn="ctr">
              <a:buNone/>
              <a:defRPr sz="20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2" name="Text Placeholder 2">
            <a:extLst>
              <a:ext uri="{FF2B5EF4-FFF2-40B4-BE49-F238E27FC236}">
                <a16:creationId xmlns:a16="http://schemas.microsoft.com/office/drawing/2014/main" id="{F0908475-A509-9ACC-5AFA-0D9AE3B68725}"/>
              </a:ext>
            </a:extLst>
          </p:cNvPr>
          <p:cNvSpPr>
            <a:spLocks noGrp="1"/>
          </p:cNvSpPr>
          <p:nvPr>
            <p:ph type="body" idx="46" hasCustomPrompt="1"/>
          </p:nvPr>
        </p:nvSpPr>
        <p:spPr>
          <a:xfrm>
            <a:off x="5038926" y="5145972"/>
            <a:ext cx="1327099" cy="1068929"/>
          </a:xfrm>
          <a:prstGeom prst="roundRect">
            <a:avLst>
              <a:gd name="adj" fmla="val 4279"/>
            </a:avLst>
          </a:prstGeom>
          <a:solidFill>
            <a:schemeClr val="accent1"/>
          </a:solidFill>
        </p:spPr>
        <p:txBody>
          <a:bodyPr anchor="ctr" anchorCtr="0"/>
          <a:lstStyle>
            <a:lvl1pPr marL="0" indent="0" algn="ctr">
              <a:buNone/>
              <a:defRPr sz="2500" b="0" spc="-20" baseline="0">
                <a:solidFill>
                  <a:schemeClr val="tx1"/>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
        <p:nvSpPr>
          <p:cNvPr id="3" name="Text Placeholder 2">
            <a:extLst>
              <a:ext uri="{FF2B5EF4-FFF2-40B4-BE49-F238E27FC236}">
                <a16:creationId xmlns:a16="http://schemas.microsoft.com/office/drawing/2014/main" id="{1EACF2DA-8BDB-6C39-57CD-D7CCE285457F}"/>
              </a:ext>
            </a:extLst>
          </p:cNvPr>
          <p:cNvSpPr>
            <a:spLocks noGrp="1"/>
          </p:cNvSpPr>
          <p:nvPr>
            <p:ph type="body" idx="47" hasCustomPrompt="1"/>
          </p:nvPr>
        </p:nvSpPr>
        <p:spPr>
          <a:xfrm>
            <a:off x="5059436" y="5860859"/>
            <a:ext cx="1306589" cy="300004"/>
          </a:xfrm>
        </p:spPr>
        <p:txBody>
          <a:bodyPr bIns="251999" anchor="b" anchorCtr="0"/>
          <a:lstStyle>
            <a:lvl1pPr marL="0" indent="0" algn="ctr">
              <a:buNone/>
              <a:defRPr sz="1000" b="0" spc="-20" baseline="0">
                <a:solidFill>
                  <a:schemeClr val="accent1">
                    <a:lumMod val="50000"/>
                    <a:alpha val="50000"/>
                  </a:schemeClr>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GB"/>
              <a:t>Add text</a:t>
            </a:r>
          </a:p>
        </p:txBody>
      </p:sp>
    </p:spTree>
    <p:extLst>
      <p:ext uri="{BB962C8B-B14F-4D97-AF65-F5344CB8AC3E}">
        <p14:creationId xmlns:p14="http://schemas.microsoft.com/office/powerpoint/2010/main" val="33987162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4 column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184462" y="1278326"/>
            <a:ext cx="11759175" cy="305926"/>
          </a:xfrm>
        </p:spPr>
        <p:txBody>
          <a:bodyPr/>
          <a:lstStyle>
            <a:lvl1pPr>
              <a:lnSpc>
                <a:spcPct val="85000"/>
              </a:lnSpc>
              <a:defRPr sz="2000" spc="-40" baseline="0"/>
            </a:lvl1pPr>
          </a:lstStyle>
          <a:p>
            <a:r>
              <a:rPr lang="en-GB" noProof="0"/>
              <a:t>Add title here</a:t>
            </a:r>
            <a:endParaRPr lang="en-GB"/>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19" name="Text Placeholder 5">
            <a:extLst>
              <a:ext uri="{FF2B5EF4-FFF2-40B4-BE49-F238E27FC236}">
                <a16:creationId xmlns:a16="http://schemas.microsoft.com/office/drawing/2014/main" id="{23E694AE-481C-CD8F-BA5D-B2D6818E8594}"/>
              </a:ext>
            </a:extLst>
          </p:cNvPr>
          <p:cNvSpPr>
            <a:spLocks noGrp="1"/>
          </p:cNvSpPr>
          <p:nvPr>
            <p:ph type="body" sz="quarter" idx="13"/>
          </p:nvPr>
        </p:nvSpPr>
        <p:spPr>
          <a:xfrm>
            <a:off x="158782" y="1727078"/>
            <a:ext cx="2959393" cy="4991400"/>
          </a:xfrm>
          <a:prstGeom prst="roundRect">
            <a:avLst>
              <a:gd name="adj" fmla="val 2022"/>
            </a:avLst>
          </a:prstGeom>
          <a:solidFill>
            <a:schemeClr val="accent1"/>
          </a:solidFill>
        </p:spPr>
        <p:txBody>
          <a:bodyPr lIns="288000" tIns="306000" rIns="251999"/>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GB"/>
          </a:p>
        </p:txBody>
      </p:sp>
      <p:sp>
        <p:nvSpPr>
          <p:cNvPr id="20" name="Text Placeholder 5">
            <a:extLst>
              <a:ext uri="{FF2B5EF4-FFF2-40B4-BE49-F238E27FC236}">
                <a16:creationId xmlns:a16="http://schemas.microsoft.com/office/drawing/2014/main" id="{8BA6F852-93F6-5E8D-DBF0-203DCAFEC04B}"/>
              </a:ext>
            </a:extLst>
          </p:cNvPr>
          <p:cNvSpPr>
            <a:spLocks noGrp="1"/>
          </p:cNvSpPr>
          <p:nvPr>
            <p:ph type="body" sz="quarter" idx="14"/>
          </p:nvPr>
        </p:nvSpPr>
        <p:spPr>
          <a:xfrm>
            <a:off x="3130588" y="1727078"/>
            <a:ext cx="2959393" cy="4991400"/>
          </a:xfrm>
          <a:prstGeom prst="roundRect">
            <a:avLst>
              <a:gd name="adj" fmla="val 2022"/>
            </a:avLst>
          </a:prstGeom>
          <a:solidFill>
            <a:schemeClr val="accent1"/>
          </a:solidFill>
        </p:spPr>
        <p:txBody>
          <a:bodyPr lIns="288000" tIns="306000" rIns="251999"/>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GB"/>
          </a:p>
        </p:txBody>
      </p:sp>
      <p:sp>
        <p:nvSpPr>
          <p:cNvPr id="21" name="Text Placeholder 5">
            <a:extLst>
              <a:ext uri="{FF2B5EF4-FFF2-40B4-BE49-F238E27FC236}">
                <a16:creationId xmlns:a16="http://schemas.microsoft.com/office/drawing/2014/main" id="{7D68BEF5-DCE1-7445-B087-2201C2D9E2C7}"/>
              </a:ext>
            </a:extLst>
          </p:cNvPr>
          <p:cNvSpPr>
            <a:spLocks noGrp="1"/>
          </p:cNvSpPr>
          <p:nvPr>
            <p:ph type="body" sz="quarter" idx="15"/>
          </p:nvPr>
        </p:nvSpPr>
        <p:spPr>
          <a:xfrm>
            <a:off x="6102372" y="1727078"/>
            <a:ext cx="2959393" cy="4991400"/>
          </a:xfrm>
          <a:prstGeom prst="roundRect">
            <a:avLst>
              <a:gd name="adj" fmla="val 2022"/>
            </a:avLst>
          </a:prstGeom>
          <a:solidFill>
            <a:schemeClr val="accent1"/>
          </a:solidFill>
        </p:spPr>
        <p:txBody>
          <a:bodyPr lIns="288000" tIns="306000" rIns="251999"/>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GB"/>
          </a:p>
        </p:txBody>
      </p:sp>
      <p:sp>
        <p:nvSpPr>
          <p:cNvPr id="22" name="Text Placeholder 5">
            <a:extLst>
              <a:ext uri="{FF2B5EF4-FFF2-40B4-BE49-F238E27FC236}">
                <a16:creationId xmlns:a16="http://schemas.microsoft.com/office/drawing/2014/main" id="{088CB4DD-B9D0-400A-8857-8B73E4C58AEF}"/>
              </a:ext>
            </a:extLst>
          </p:cNvPr>
          <p:cNvSpPr>
            <a:spLocks noGrp="1"/>
          </p:cNvSpPr>
          <p:nvPr>
            <p:ph type="body" sz="quarter" idx="16"/>
          </p:nvPr>
        </p:nvSpPr>
        <p:spPr>
          <a:xfrm>
            <a:off x="9074158" y="1727078"/>
            <a:ext cx="2959393" cy="4991400"/>
          </a:xfrm>
          <a:prstGeom prst="roundRect">
            <a:avLst>
              <a:gd name="adj" fmla="val 2022"/>
            </a:avLst>
          </a:prstGeom>
          <a:solidFill>
            <a:schemeClr val="accent1"/>
          </a:solidFill>
        </p:spPr>
        <p:txBody>
          <a:bodyPr lIns="288000" tIns="306000" rIns="251999"/>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GB"/>
          </a:p>
        </p:txBody>
      </p:sp>
      <p:sp>
        <p:nvSpPr>
          <p:cNvPr id="3" name="Footer Placeholder 6">
            <a:extLst>
              <a:ext uri="{FF2B5EF4-FFF2-40B4-BE49-F238E27FC236}">
                <a16:creationId xmlns:a16="http://schemas.microsoft.com/office/drawing/2014/main" id="{35610B56-0911-3E19-E1B2-5C7D1EACFCF0}"/>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25184619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4 columns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5034EF3-C236-E4EA-C8A9-13D3B1A28837}"/>
              </a:ext>
            </a:extLst>
          </p:cNvPr>
          <p:cNvSpPr>
            <a:spLocks noGrp="1"/>
          </p:cNvSpPr>
          <p:nvPr>
            <p:ph type="body" sz="quarter" idx="13"/>
          </p:nvPr>
        </p:nvSpPr>
        <p:spPr>
          <a:xfrm>
            <a:off x="243016" y="1659464"/>
            <a:ext cx="2659862" cy="4653757"/>
          </a:xfrm>
        </p:spPr>
        <p:txBody>
          <a:bodyPr/>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380DB878-8E84-426A-BEF0-AF1AAFA1F994}"/>
              </a:ext>
            </a:extLst>
          </p:cNvPr>
          <p:cNvSpPr>
            <a:spLocks noGrp="1"/>
          </p:cNvSpPr>
          <p:nvPr>
            <p:ph type="title" hasCustomPrompt="1"/>
          </p:nvPr>
        </p:nvSpPr>
        <p:spPr>
          <a:xfrm>
            <a:off x="184462" y="1278326"/>
            <a:ext cx="11759175" cy="305926"/>
          </a:xfrm>
        </p:spPr>
        <p:txBody>
          <a:bodyPr/>
          <a:lstStyle>
            <a:lvl1pPr>
              <a:lnSpc>
                <a:spcPct val="85000"/>
              </a:lnSpc>
              <a:defRPr sz="2000" spc="-40" baseline="0"/>
            </a:lvl1pPr>
          </a:lstStyle>
          <a:p>
            <a:r>
              <a:rPr lang="en-GB" noProof="0"/>
              <a:t>Add title here</a:t>
            </a:r>
            <a:endParaRPr lang="en-GB"/>
          </a:p>
        </p:txBody>
      </p:sp>
      <p:sp>
        <p:nvSpPr>
          <p:cNvPr id="12" name="Slide Number Placeholder 11">
            <a:extLst>
              <a:ext uri="{FF2B5EF4-FFF2-40B4-BE49-F238E27FC236}">
                <a16:creationId xmlns:a16="http://schemas.microsoft.com/office/drawing/2014/main" id="{14CA5A37-B089-1C39-18BE-6B2683F2A33B}"/>
              </a:ext>
            </a:extLst>
          </p:cNvPr>
          <p:cNvSpPr>
            <a:spLocks noGrp="1"/>
          </p:cNvSpPr>
          <p:nvPr>
            <p:ph type="sldNum" sz="quarter" idx="12"/>
          </p:nvPr>
        </p:nvSpPr>
        <p:spPr/>
        <p:txBody>
          <a:bodyPr/>
          <a:lstStyle/>
          <a:p>
            <a:fld id="{31160B98-140E-4345-B1A3-2A7247C42973}" type="slidenum">
              <a:rPr lang="fi-FI" smtClean="0"/>
              <a:pPr/>
              <a:t>‹#›</a:t>
            </a:fld>
            <a:endParaRPr lang="fi-FI"/>
          </a:p>
        </p:txBody>
      </p:sp>
      <p:sp>
        <p:nvSpPr>
          <p:cNvPr id="7" name="Text Placeholder 5">
            <a:extLst>
              <a:ext uri="{FF2B5EF4-FFF2-40B4-BE49-F238E27FC236}">
                <a16:creationId xmlns:a16="http://schemas.microsoft.com/office/drawing/2014/main" id="{9619F8BA-52DA-DE75-32F6-940831B86994}"/>
              </a:ext>
            </a:extLst>
          </p:cNvPr>
          <p:cNvSpPr>
            <a:spLocks noGrp="1"/>
          </p:cNvSpPr>
          <p:nvPr>
            <p:ph type="body" sz="quarter" idx="14"/>
          </p:nvPr>
        </p:nvSpPr>
        <p:spPr>
          <a:xfrm>
            <a:off x="3284901" y="1659464"/>
            <a:ext cx="2659862" cy="4653757"/>
          </a:xfrm>
        </p:spPr>
        <p:txBody>
          <a:bodyPr/>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D5E2BD1C-9749-8706-7EC8-72792F86DA50}"/>
              </a:ext>
            </a:extLst>
          </p:cNvPr>
          <p:cNvSpPr>
            <a:spLocks noGrp="1"/>
          </p:cNvSpPr>
          <p:nvPr>
            <p:ph type="body" sz="quarter" idx="15"/>
          </p:nvPr>
        </p:nvSpPr>
        <p:spPr>
          <a:xfrm>
            <a:off x="6272844" y="1659464"/>
            <a:ext cx="2659862" cy="4653757"/>
          </a:xfrm>
        </p:spPr>
        <p:txBody>
          <a:bodyPr/>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10000" indent="-125413">
              <a:lnSpc>
                <a:spcPct val="92000"/>
              </a:lnSpc>
              <a:tabLst/>
              <a:defRPr sz="10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5">
            <a:extLst>
              <a:ext uri="{FF2B5EF4-FFF2-40B4-BE49-F238E27FC236}">
                <a16:creationId xmlns:a16="http://schemas.microsoft.com/office/drawing/2014/main" id="{2E96347F-813E-A1D0-BE41-FD982E96F95D}"/>
              </a:ext>
            </a:extLst>
          </p:cNvPr>
          <p:cNvSpPr>
            <a:spLocks noGrp="1"/>
          </p:cNvSpPr>
          <p:nvPr>
            <p:ph type="body" sz="quarter" idx="16"/>
          </p:nvPr>
        </p:nvSpPr>
        <p:spPr>
          <a:xfrm>
            <a:off x="9218254" y="1659464"/>
            <a:ext cx="2659862" cy="4653757"/>
          </a:xfrm>
        </p:spPr>
        <p:txBody>
          <a:bodyPr/>
          <a:lstStyle>
            <a:lvl1pPr marL="126000" indent="-125413">
              <a:lnSpc>
                <a:spcPct val="92000"/>
              </a:lnSpc>
              <a:tabLst/>
              <a:defRPr sz="1000" spc="-20" baseline="0"/>
            </a:lvl1pPr>
            <a:lvl2pPr marL="270000" indent="-125413">
              <a:lnSpc>
                <a:spcPct val="92000"/>
              </a:lnSpc>
              <a:spcBef>
                <a:spcPts val="0"/>
              </a:spcBef>
              <a:tabLst/>
              <a:defRPr sz="1000" spc="-20" baseline="0"/>
            </a:lvl2pPr>
            <a:lvl3pPr marL="450000" indent="-125413">
              <a:lnSpc>
                <a:spcPct val="92000"/>
              </a:lnSpc>
              <a:tabLst/>
              <a:defRPr sz="1000" spc="-20" baseline="0"/>
            </a:lvl3pPr>
            <a:lvl4pPr marL="630000" indent="-125413">
              <a:lnSpc>
                <a:spcPct val="92000"/>
              </a:lnSpc>
              <a:tabLst/>
              <a:defRPr sz="1000" spc="-20" baseline="0"/>
            </a:lvl4pPr>
            <a:lvl5pPr marL="809625" indent="-125413">
              <a:lnSpc>
                <a:spcPct val="92000"/>
              </a:lnSpc>
              <a:tabLst/>
              <a:defRPr sz="1000" spc="-2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Footer Placeholder 6">
            <a:extLst>
              <a:ext uri="{FF2B5EF4-FFF2-40B4-BE49-F238E27FC236}">
                <a16:creationId xmlns:a16="http://schemas.microsoft.com/office/drawing/2014/main" id="{3325B136-2CE8-9EA6-5625-FBE930D7C97C}"/>
              </a:ext>
            </a:extLst>
          </p:cNvPr>
          <p:cNvSpPr>
            <a:spLocks noGrp="1"/>
          </p:cNvSpPr>
          <p:nvPr>
            <p:ph type="ftr" sz="quarter" idx="11"/>
          </p:nvPr>
        </p:nvSpPr>
        <p:spPr>
          <a:xfrm>
            <a:off x="944531" y="198027"/>
            <a:ext cx="4114800" cy="177205"/>
          </a:xfrm>
          <a:prstGeom prst="rect">
            <a:avLst/>
          </a:prstGeom>
        </p:spPr>
        <p:txBody>
          <a:bodyPr/>
          <a:lstStyle>
            <a:lvl1pPr algn="l">
              <a:defRPr>
                <a:solidFill>
                  <a:schemeClr val="tx1">
                    <a:alpha val="50000"/>
                  </a:schemeClr>
                </a:solidFill>
              </a:defRPr>
            </a:lvl1pPr>
          </a:lstStyle>
          <a:p>
            <a:endParaRPr lang="fi-FI"/>
          </a:p>
        </p:txBody>
      </p:sp>
    </p:spTree>
    <p:extLst>
      <p:ext uri="{BB962C8B-B14F-4D97-AF65-F5344CB8AC3E}">
        <p14:creationId xmlns:p14="http://schemas.microsoft.com/office/powerpoint/2010/main" val="22819299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slideLayout" Target="../slideLayouts/slideLayout45.xml"/><Relationship Id="rId21" Type="http://schemas.openxmlformats.org/officeDocument/2006/relationships/slideLayout" Target="../slideLayouts/slideLayout27.xml"/><Relationship Id="rId34" Type="http://schemas.openxmlformats.org/officeDocument/2006/relationships/slideLayout" Target="../slideLayouts/slideLayout40.xml"/><Relationship Id="rId42" Type="http://schemas.openxmlformats.org/officeDocument/2006/relationships/tags" Target="../tags/tag1.xml"/><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41" Type="http://schemas.openxmlformats.org/officeDocument/2006/relationships/theme" Target="../theme/theme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slideLayout" Target="../slideLayouts/slideLayout46.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4" Type="http://schemas.openxmlformats.org/officeDocument/2006/relationships/image" Target="../media/image1.emf"/><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43" Type="http://schemas.openxmlformats.org/officeDocument/2006/relationships/oleObject" Target="../embeddings/oleObject1.bin"/><Relationship Id="rId8" Type="http://schemas.openxmlformats.org/officeDocument/2006/relationships/slideLayout" Target="../slideLayouts/slideLayout14.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27" r:id="rId1"/>
    <p:sldLayoutId id="2147483829" r:id="rId2"/>
    <p:sldLayoutId id="2147483652" r:id="rId3"/>
    <p:sldLayoutId id="2147483653" r:id="rId4"/>
    <p:sldLayoutId id="2147483830" r:id="rId5"/>
    <p:sldLayoutId id="2147483832"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490DAB2-5676-84B6-6F21-852F70A62093}"/>
              </a:ext>
            </a:extLst>
          </p:cNvPr>
          <p:cNvGraphicFramePr>
            <a:graphicFrameLocks/>
          </p:cNvGraphicFramePr>
          <p:nvPr userDrawn="1">
            <p:custDataLst>
              <p:tags r:id="rId42"/>
            </p:custDataLst>
          </p:nvPr>
        </p:nvGraphicFramePr>
        <p:xfrm>
          <a:off x="794" y="794"/>
          <a:ext cx="614" cy="794"/>
        </p:xfrm>
        <a:graphic>
          <a:graphicData uri="http://schemas.openxmlformats.org/presentationml/2006/ole">
            <mc:AlternateContent xmlns:mc="http://schemas.openxmlformats.org/markup-compatibility/2006">
              <mc:Choice xmlns:v="urn:schemas-microsoft-com:vml" Requires="v">
                <p:oleObj name="think-cell Slide" r:id="rId43" imgW="7772400" imgH="10058400" progId="TCLayout.ActiveDocument.1">
                  <p:embed/>
                </p:oleObj>
              </mc:Choice>
              <mc:Fallback>
                <p:oleObj name="think-cell Slide" r:id="rId43" imgW="7772400" imgH="10058400" progId="TCLayout.ActiveDocument.1">
                  <p:embed/>
                  <p:pic>
                    <p:nvPicPr>
                      <p:cNvPr id="6" name="think-cell data - do not delete" hidden="1">
                        <a:extLst>
                          <a:ext uri="{FF2B5EF4-FFF2-40B4-BE49-F238E27FC236}">
                            <a16:creationId xmlns:a16="http://schemas.microsoft.com/office/drawing/2014/main" id="{D490DAB2-5676-84B6-6F21-852F70A62093}"/>
                          </a:ext>
                        </a:extLst>
                      </p:cNvPr>
                      <p:cNvPicPr/>
                      <p:nvPr/>
                    </p:nvPicPr>
                    <p:blipFill>
                      <a:blip r:embed="rId44"/>
                      <a:stretch>
                        <a:fillRect/>
                      </a:stretch>
                    </p:blipFill>
                    <p:spPr>
                      <a:xfrm>
                        <a:off x="794" y="794"/>
                        <a:ext cx="614" cy="794"/>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02BCEDC-5BF0-4641-B029-97A0073B2CA6}"/>
              </a:ext>
            </a:extLst>
          </p:cNvPr>
          <p:cNvSpPr>
            <a:spLocks noGrp="1"/>
          </p:cNvSpPr>
          <p:nvPr>
            <p:ph type="title"/>
          </p:nvPr>
        </p:nvSpPr>
        <p:spPr>
          <a:xfrm>
            <a:off x="253741" y="1265009"/>
            <a:ext cx="11689895" cy="439505"/>
          </a:xfrm>
          <a:prstGeom prst="rect">
            <a:avLst/>
          </a:prstGeom>
        </p:spPr>
        <p:txBody>
          <a:bodyPr vert="horz" lIns="0" tIns="0" rIns="0" bIns="0" rtlCol="0" anchor="t" anchorCtr="0">
            <a:noAutofit/>
          </a:bodyPr>
          <a:lstStyle/>
          <a:p>
            <a:r>
              <a:rPr lang="fi-FI"/>
              <a:t>Muokkaa ots. perustyyl. napsautt.</a:t>
            </a:r>
            <a:endParaRPr lang="en-GB"/>
          </a:p>
        </p:txBody>
      </p:sp>
      <p:sp>
        <p:nvSpPr>
          <p:cNvPr id="3" name="Text Placeholder 2">
            <a:extLst>
              <a:ext uri="{FF2B5EF4-FFF2-40B4-BE49-F238E27FC236}">
                <a16:creationId xmlns:a16="http://schemas.microsoft.com/office/drawing/2014/main" id="{F8F58EF0-5CC6-4362-996D-AE27B9C25A25}"/>
              </a:ext>
            </a:extLst>
          </p:cNvPr>
          <p:cNvSpPr>
            <a:spLocks noGrp="1"/>
          </p:cNvSpPr>
          <p:nvPr>
            <p:ph type="body" idx="1"/>
          </p:nvPr>
        </p:nvSpPr>
        <p:spPr>
          <a:xfrm>
            <a:off x="496989" y="1778400"/>
            <a:ext cx="11446647" cy="4531043"/>
          </a:xfrm>
          <a:prstGeom prst="rect">
            <a:avLst/>
          </a:prstGeom>
        </p:spPr>
        <p:txBody>
          <a:bodyPr vert="horz" lIns="0" tIns="0" rIns="0" bIns="0" rtlCol="0">
            <a:no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GB"/>
          </a:p>
        </p:txBody>
      </p:sp>
      <p:sp>
        <p:nvSpPr>
          <p:cNvPr id="7" name="Date Placeholder 6">
            <a:extLst>
              <a:ext uri="{FF2B5EF4-FFF2-40B4-BE49-F238E27FC236}">
                <a16:creationId xmlns:a16="http://schemas.microsoft.com/office/drawing/2014/main" id="{BCFC8207-E1E1-4120-A9AA-730F0E3F9D1A}"/>
              </a:ext>
            </a:extLst>
          </p:cNvPr>
          <p:cNvSpPr>
            <a:spLocks noGrp="1"/>
          </p:cNvSpPr>
          <p:nvPr>
            <p:ph type="dt" sz="half" idx="2"/>
          </p:nvPr>
        </p:nvSpPr>
        <p:spPr>
          <a:xfrm>
            <a:off x="9717720" y="198027"/>
            <a:ext cx="1656362" cy="177205"/>
          </a:xfrm>
          <a:prstGeom prst="rect">
            <a:avLst/>
          </a:prstGeom>
        </p:spPr>
        <p:txBody>
          <a:bodyPr vert="horz" lIns="0" tIns="0" rIns="0" bIns="0" rtlCol="0" anchor="ctr"/>
          <a:lstStyle>
            <a:lvl1pPr algn="ctr">
              <a:defRPr sz="800">
                <a:solidFill>
                  <a:schemeClr val="tx1">
                    <a:alpha val="50000"/>
                  </a:schemeClr>
                </a:solidFill>
              </a:defRPr>
            </a:lvl1pPr>
          </a:lstStyle>
          <a:p>
            <a:endParaRPr lang="fi-FI"/>
          </a:p>
        </p:txBody>
      </p:sp>
      <p:sp>
        <p:nvSpPr>
          <p:cNvPr id="8" name="Footer Placeholder 7">
            <a:extLst>
              <a:ext uri="{FF2B5EF4-FFF2-40B4-BE49-F238E27FC236}">
                <a16:creationId xmlns:a16="http://schemas.microsoft.com/office/drawing/2014/main" id="{431C7E16-846E-4C51-8A54-1FE93AAD5BD6}"/>
              </a:ext>
            </a:extLst>
          </p:cNvPr>
          <p:cNvSpPr>
            <a:spLocks noGrp="1"/>
          </p:cNvSpPr>
          <p:nvPr>
            <p:ph type="ftr" sz="quarter" idx="3"/>
          </p:nvPr>
        </p:nvSpPr>
        <p:spPr>
          <a:xfrm>
            <a:off x="944531" y="198027"/>
            <a:ext cx="4114800" cy="177205"/>
          </a:xfrm>
          <a:prstGeom prst="rect">
            <a:avLst/>
          </a:prstGeom>
        </p:spPr>
        <p:txBody>
          <a:bodyPr vert="horz" lIns="0" tIns="0" rIns="0" bIns="0" rtlCol="0" anchor="ctr"/>
          <a:lstStyle>
            <a:lvl1pPr algn="ctr">
              <a:defRPr sz="800">
                <a:solidFill>
                  <a:schemeClr val="tx1">
                    <a:alpha val="50000"/>
                  </a:schemeClr>
                </a:solidFill>
              </a:defRPr>
            </a:lvl1pPr>
          </a:lstStyle>
          <a:p>
            <a:pPr algn="l"/>
            <a:endParaRPr lang="fi-FI"/>
          </a:p>
        </p:txBody>
      </p:sp>
      <p:sp>
        <p:nvSpPr>
          <p:cNvPr id="9" name="Slide Number Placeholder 8">
            <a:extLst>
              <a:ext uri="{FF2B5EF4-FFF2-40B4-BE49-F238E27FC236}">
                <a16:creationId xmlns:a16="http://schemas.microsoft.com/office/drawing/2014/main" id="{9D91B797-1514-4178-B4AD-AFE930D23265}"/>
              </a:ext>
            </a:extLst>
          </p:cNvPr>
          <p:cNvSpPr>
            <a:spLocks noGrp="1"/>
          </p:cNvSpPr>
          <p:nvPr>
            <p:ph type="sldNum" sz="quarter" idx="4"/>
          </p:nvPr>
        </p:nvSpPr>
        <p:spPr>
          <a:xfrm>
            <a:off x="11397405" y="198027"/>
            <a:ext cx="546232" cy="177205"/>
          </a:xfrm>
          <a:prstGeom prst="rect">
            <a:avLst/>
          </a:prstGeom>
        </p:spPr>
        <p:txBody>
          <a:bodyPr vert="horz" lIns="0" tIns="0" rIns="0" bIns="0" rtlCol="0" anchor="ctr"/>
          <a:lstStyle>
            <a:lvl1pPr algn="r">
              <a:defRPr sz="800">
                <a:solidFill>
                  <a:schemeClr val="tx1">
                    <a:alpha val="50000"/>
                  </a:schemeClr>
                </a:solidFill>
              </a:defRPr>
            </a:lvl1pPr>
          </a:lstStyle>
          <a:p>
            <a:fld id="{31160B98-140E-4345-B1A3-2A7247C42973}" type="slidenum">
              <a:rPr lang="fi-FI" smtClean="0"/>
              <a:pPr/>
              <a:t>‹#›</a:t>
            </a:fld>
            <a:endParaRPr lang="fi-FI"/>
          </a:p>
        </p:txBody>
      </p:sp>
      <p:grpSp>
        <p:nvGrpSpPr>
          <p:cNvPr id="4" name="Group 3">
            <a:extLst>
              <a:ext uri="{FF2B5EF4-FFF2-40B4-BE49-F238E27FC236}">
                <a16:creationId xmlns:a16="http://schemas.microsoft.com/office/drawing/2014/main" id="{71386C33-5951-3304-A7EF-FC388D2AB712}"/>
              </a:ext>
            </a:extLst>
          </p:cNvPr>
          <p:cNvGrpSpPr/>
          <p:nvPr userDrawn="1"/>
        </p:nvGrpSpPr>
        <p:grpSpPr bwMode="gray">
          <a:xfrm>
            <a:off x="193326" y="147362"/>
            <a:ext cx="601060" cy="177205"/>
            <a:chOff x="670711" y="6630656"/>
            <a:chExt cx="22966563" cy="6771458"/>
          </a:xfrm>
          <a:solidFill>
            <a:srgbClr val="000000"/>
          </a:solidFill>
        </p:grpSpPr>
        <p:sp>
          <p:nvSpPr>
            <p:cNvPr id="5" name="Free-form: Shape 9">
              <a:extLst>
                <a:ext uri="{FF2B5EF4-FFF2-40B4-BE49-F238E27FC236}">
                  <a16:creationId xmlns:a16="http://schemas.microsoft.com/office/drawing/2014/main" id="{6154B1FA-DB25-0846-CB85-EA77E3BD486F}"/>
                </a:ext>
              </a:extLst>
            </p:cNvPr>
            <p:cNvSpPr/>
            <p:nvPr/>
          </p:nvSpPr>
          <p:spPr bwMode="gray">
            <a:xfrm>
              <a:off x="670711" y="7215305"/>
              <a:ext cx="5090439" cy="6186809"/>
            </a:xfrm>
            <a:custGeom>
              <a:avLst/>
              <a:gdLst>
                <a:gd name="connsiteX0" fmla="*/ 4060434 w 5090439"/>
                <a:gd name="connsiteY0" fmla="*/ 1300188 h 6186809"/>
                <a:gd name="connsiteX1" fmla="*/ 4060434 w 5090439"/>
                <a:gd name="connsiteY1" fmla="*/ 4083815 h 6186809"/>
                <a:gd name="connsiteX2" fmla="*/ 170248 w 5090439"/>
                <a:gd name="connsiteY2" fmla="*/ 0 h 6186809"/>
                <a:gd name="connsiteX3" fmla="*/ 85124 w 5090439"/>
                <a:gd name="connsiteY3" fmla="*/ 0 h 6186809"/>
                <a:gd name="connsiteX4" fmla="*/ 85124 w 5090439"/>
                <a:gd name="connsiteY4" fmla="*/ 4886617 h 6186809"/>
                <a:gd name="connsiteX5" fmla="*/ 0 w 5090439"/>
                <a:gd name="connsiteY5" fmla="*/ 5855217 h 6186809"/>
                <a:gd name="connsiteX6" fmla="*/ 0 w 5090439"/>
                <a:gd name="connsiteY6" fmla="*/ 5907572 h 6186809"/>
                <a:gd name="connsiteX7" fmla="*/ 1115130 w 5090439"/>
                <a:gd name="connsiteY7" fmla="*/ 5907572 h 6186809"/>
                <a:gd name="connsiteX8" fmla="*/ 1115130 w 5090439"/>
                <a:gd name="connsiteY8" fmla="*/ 5855217 h 6186809"/>
                <a:gd name="connsiteX9" fmla="*/ 1030003 w 5090439"/>
                <a:gd name="connsiteY9" fmla="*/ 4886617 h 6186809"/>
                <a:gd name="connsiteX10" fmla="*/ 1030003 w 5090439"/>
                <a:gd name="connsiteY10" fmla="*/ 2102990 h 6186809"/>
                <a:gd name="connsiteX11" fmla="*/ 4920191 w 5090439"/>
                <a:gd name="connsiteY11" fmla="*/ 6186810 h 6186809"/>
                <a:gd name="connsiteX12" fmla="*/ 5005316 w 5090439"/>
                <a:gd name="connsiteY12" fmla="*/ 6186810 h 6186809"/>
                <a:gd name="connsiteX13" fmla="*/ 5005316 w 5090439"/>
                <a:gd name="connsiteY13" fmla="*/ 1300188 h 6186809"/>
                <a:gd name="connsiteX14" fmla="*/ 5090440 w 5090439"/>
                <a:gd name="connsiteY14" fmla="*/ 331589 h 6186809"/>
                <a:gd name="connsiteX15" fmla="*/ 5090440 w 5090439"/>
                <a:gd name="connsiteY15" fmla="*/ 279234 h 6186809"/>
                <a:gd name="connsiteX16" fmla="*/ 3975309 w 5090439"/>
                <a:gd name="connsiteY16" fmla="*/ 279234 h 6186809"/>
                <a:gd name="connsiteX17" fmla="*/ 3975309 w 5090439"/>
                <a:gd name="connsiteY17" fmla="*/ 331589 h 6186809"/>
                <a:gd name="connsiteX18" fmla="*/ 4060434 w 5090439"/>
                <a:gd name="connsiteY18" fmla="*/ 1300188 h 6186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90439" h="6186809">
                  <a:moveTo>
                    <a:pt x="4060434" y="1300188"/>
                  </a:moveTo>
                  <a:lnTo>
                    <a:pt x="4060434" y="4083815"/>
                  </a:lnTo>
                  <a:lnTo>
                    <a:pt x="170248" y="0"/>
                  </a:lnTo>
                  <a:lnTo>
                    <a:pt x="85124" y="0"/>
                  </a:lnTo>
                  <a:lnTo>
                    <a:pt x="85124" y="4886617"/>
                  </a:lnTo>
                  <a:cubicBezTo>
                    <a:pt x="85124" y="5270568"/>
                    <a:pt x="51074" y="5680693"/>
                    <a:pt x="0" y="5855217"/>
                  </a:cubicBezTo>
                  <a:lnTo>
                    <a:pt x="0" y="5907572"/>
                  </a:lnTo>
                  <a:lnTo>
                    <a:pt x="1115130" y="5907572"/>
                  </a:lnTo>
                  <a:lnTo>
                    <a:pt x="1115130" y="5855217"/>
                  </a:lnTo>
                  <a:cubicBezTo>
                    <a:pt x="1064053" y="5680693"/>
                    <a:pt x="1030003" y="5270568"/>
                    <a:pt x="1030003" y="4886617"/>
                  </a:cubicBezTo>
                  <a:lnTo>
                    <a:pt x="1030003" y="2102990"/>
                  </a:lnTo>
                  <a:lnTo>
                    <a:pt x="4920191" y="6186810"/>
                  </a:lnTo>
                  <a:lnTo>
                    <a:pt x="5005316" y="6186810"/>
                  </a:lnTo>
                  <a:lnTo>
                    <a:pt x="5005316" y="1300188"/>
                  </a:lnTo>
                  <a:cubicBezTo>
                    <a:pt x="5005316" y="916241"/>
                    <a:pt x="5039366" y="506112"/>
                    <a:pt x="5090440" y="331589"/>
                  </a:cubicBezTo>
                  <a:lnTo>
                    <a:pt x="5090440" y="279234"/>
                  </a:lnTo>
                  <a:lnTo>
                    <a:pt x="3975309" y="279234"/>
                  </a:lnTo>
                  <a:lnTo>
                    <a:pt x="3975309" y="331589"/>
                  </a:lnTo>
                  <a:cubicBezTo>
                    <a:pt x="4026383" y="506112"/>
                    <a:pt x="4060434" y="916241"/>
                    <a:pt x="4060434" y="1300188"/>
                  </a:cubicBezTo>
                  <a:close/>
                </a:path>
              </a:pathLst>
            </a:custGeom>
            <a:grpFill/>
            <a:ln w="360" cap="flat">
              <a:noFill/>
              <a:prstDash val="solid"/>
              <a:miter/>
            </a:ln>
          </p:spPr>
          <p:txBody>
            <a:bodyPr rtlCol="0" anchor="ctr"/>
            <a:lstStyle/>
            <a:p>
              <a:endParaRPr lang="en-GB" sz="1800"/>
            </a:p>
          </p:txBody>
        </p:sp>
        <p:sp>
          <p:nvSpPr>
            <p:cNvPr id="17" name="Free-form: Shape 10">
              <a:extLst>
                <a:ext uri="{FF2B5EF4-FFF2-40B4-BE49-F238E27FC236}">
                  <a16:creationId xmlns:a16="http://schemas.microsoft.com/office/drawing/2014/main" id="{1C975DD7-E87E-5A61-EB13-C96C8499B9F4}"/>
                </a:ext>
              </a:extLst>
            </p:cNvPr>
            <p:cNvSpPr/>
            <p:nvPr/>
          </p:nvSpPr>
          <p:spPr bwMode="gray">
            <a:xfrm>
              <a:off x="6271895" y="8323518"/>
              <a:ext cx="4818043" cy="4938976"/>
            </a:xfrm>
            <a:custGeom>
              <a:avLst/>
              <a:gdLst>
                <a:gd name="connsiteX0" fmla="*/ 2409022 w 4818043"/>
                <a:gd name="connsiteY0" fmla="*/ 0 h 4938976"/>
                <a:gd name="connsiteX1" fmla="*/ 4818044 w 4818043"/>
                <a:gd name="connsiteY1" fmla="*/ 2469489 h 4938976"/>
                <a:gd name="connsiteX2" fmla="*/ 2409022 w 4818043"/>
                <a:gd name="connsiteY2" fmla="*/ 4938976 h 4938976"/>
                <a:gd name="connsiteX3" fmla="*/ 0 w 4818043"/>
                <a:gd name="connsiteY3" fmla="*/ 2469489 h 4938976"/>
                <a:gd name="connsiteX4" fmla="*/ 2409022 w 4818043"/>
                <a:gd name="connsiteY4" fmla="*/ 0 h 4938976"/>
                <a:gd name="connsiteX5" fmla="*/ 2409022 w 4818043"/>
                <a:gd name="connsiteY5" fmla="*/ 4258339 h 4938976"/>
                <a:gd name="connsiteX6" fmla="*/ 3805061 w 4818043"/>
                <a:gd name="connsiteY6" fmla="*/ 2469489 h 4938976"/>
                <a:gd name="connsiteX7" fmla="*/ 2409022 w 4818043"/>
                <a:gd name="connsiteY7" fmla="*/ 680636 h 4938976"/>
                <a:gd name="connsiteX8" fmla="*/ 1012983 w 4818043"/>
                <a:gd name="connsiteY8" fmla="*/ 2469489 h 4938976"/>
                <a:gd name="connsiteX9" fmla="*/ 2409022 w 4818043"/>
                <a:gd name="connsiteY9" fmla="*/ 4258339 h 4938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8043" h="4938976">
                  <a:moveTo>
                    <a:pt x="2409022" y="0"/>
                  </a:moveTo>
                  <a:cubicBezTo>
                    <a:pt x="3694400" y="0"/>
                    <a:pt x="4818044" y="942419"/>
                    <a:pt x="4818044" y="2469489"/>
                  </a:cubicBezTo>
                  <a:cubicBezTo>
                    <a:pt x="4818044" y="3996558"/>
                    <a:pt x="3685887" y="4938976"/>
                    <a:pt x="2409022" y="4938976"/>
                  </a:cubicBezTo>
                  <a:cubicBezTo>
                    <a:pt x="1132157" y="4938976"/>
                    <a:pt x="0" y="3996558"/>
                    <a:pt x="0" y="2469489"/>
                  </a:cubicBezTo>
                  <a:cubicBezTo>
                    <a:pt x="0" y="942419"/>
                    <a:pt x="1123644" y="0"/>
                    <a:pt x="2409022" y="0"/>
                  </a:cubicBezTo>
                  <a:close/>
                  <a:moveTo>
                    <a:pt x="2409022" y="4258339"/>
                  </a:moveTo>
                  <a:cubicBezTo>
                    <a:pt x="3217702" y="4258339"/>
                    <a:pt x="3805061" y="3560251"/>
                    <a:pt x="3805061" y="2469489"/>
                  </a:cubicBezTo>
                  <a:cubicBezTo>
                    <a:pt x="3805061" y="1378724"/>
                    <a:pt x="3217702" y="680636"/>
                    <a:pt x="2409022" y="680636"/>
                  </a:cubicBezTo>
                  <a:cubicBezTo>
                    <a:pt x="1600341" y="680636"/>
                    <a:pt x="1012983" y="1369998"/>
                    <a:pt x="1012983" y="2469489"/>
                  </a:cubicBezTo>
                  <a:cubicBezTo>
                    <a:pt x="1012983" y="3568977"/>
                    <a:pt x="1600341" y="4258339"/>
                    <a:pt x="2409022" y="4258339"/>
                  </a:cubicBezTo>
                  <a:close/>
                </a:path>
              </a:pathLst>
            </a:custGeom>
            <a:grpFill/>
            <a:ln w="360" cap="flat">
              <a:noFill/>
              <a:prstDash val="solid"/>
              <a:miter/>
            </a:ln>
          </p:spPr>
          <p:txBody>
            <a:bodyPr rtlCol="0" anchor="ctr"/>
            <a:lstStyle/>
            <a:p>
              <a:endParaRPr lang="en-GB" sz="1800"/>
            </a:p>
          </p:txBody>
        </p:sp>
        <p:sp>
          <p:nvSpPr>
            <p:cNvPr id="18" name="Free-form: Shape 11">
              <a:extLst>
                <a:ext uri="{FF2B5EF4-FFF2-40B4-BE49-F238E27FC236}">
                  <a16:creationId xmlns:a16="http://schemas.microsoft.com/office/drawing/2014/main" id="{5EBBD527-9E8A-BE32-F56A-29555C1BF319}"/>
                </a:ext>
              </a:extLst>
            </p:cNvPr>
            <p:cNvSpPr/>
            <p:nvPr/>
          </p:nvSpPr>
          <p:spPr bwMode="gray">
            <a:xfrm>
              <a:off x="11600683" y="8463134"/>
              <a:ext cx="2706957" cy="4659741"/>
            </a:xfrm>
            <a:custGeom>
              <a:avLst/>
              <a:gdLst>
                <a:gd name="connsiteX0" fmla="*/ 85124 w 2706957"/>
                <a:gd name="connsiteY0" fmla="*/ 1020955 h 4659741"/>
                <a:gd name="connsiteX1" fmla="*/ 85124 w 2706957"/>
                <a:gd name="connsiteY1" fmla="*/ 3638787 h 4659741"/>
                <a:gd name="connsiteX2" fmla="*/ 0 w 2706957"/>
                <a:gd name="connsiteY2" fmla="*/ 4607387 h 4659741"/>
                <a:gd name="connsiteX3" fmla="*/ 0 w 2706957"/>
                <a:gd name="connsiteY3" fmla="*/ 4659742 h 4659741"/>
                <a:gd name="connsiteX4" fmla="*/ 1115129 w 2706957"/>
                <a:gd name="connsiteY4" fmla="*/ 4659742 h 4659741"/>
                <a:gd name="connsiteX5" fmla="*/ 1115129 w 2706957"/>
                <a:gd name="connsiteY5" fmla="*/ 4607387 h 4659741"/>
                <a:gd name="connsiteX6" fmla="*/ 1030006 w 2706957"/>
                <a:gd name="connsiteY6" fmla="*/ 3638787 h 4659741"/>
                <a:gd name="connsiteX7" fmla="*/ 1030006 w 2706957"/>
                <a:gd name="connsiteY7" fmla="*/ 628281 h 4659741"/>
                <a:gd name="connsiteX8" fmla="*/ 1183231 w 2706957"/>
                <a:gd name="connsiteY8" fmla="*/ 628281 h 4659741"/>
                <a:gd name="connsiteX9" fmla="*/ 2647370 w 2706957"/>
                <a:gd name="connsiteY9" fmla="*/ 1274015 h 4659741"/>
                <a:gd name="connsiteX10" fmla="*/ 2706958 w 2706957"/>
                <a:gd name="connsiteY10" fmla="*/ 1274015 h 4659741"/>
                <a:gd name="connsiteX11" fmla="*/ 2706958 w 2706957"/>
                <a:gd name="connsiteY11" fmla="*/ 226882 h 4659741"/>
                <a:gd name="connsiteX12" fmla="*/ 1166204 w 2706957"/>
                <a:gd name="connsiteY12" fmla="*/ 0 h 4659741"/>
                <a:gd name="connsiteX13" fmla="*/ 0 w 2706957"/>
                <a:gd name="connsiteY13" fmla="*/ 0 h 4659741"/>
                <a:gd name="connsiteX14" fmla="*/ 0 w 2706957"/>
                <a:gd name="connsiteY14" fmla="*/ 52358 h 4659741"/>
                <a:gd name="connsiteX15" fmla="*/ 85124 w 2706957"/>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7" h="4659741">
                  <a:moveTo>
                    <a:pt x="85124" y="1020955"/>
                  </a:moveTo>
                  <a:lnTo>
                    <a:pt x="85124" y="3638787"/>
                  </a:lnTo>
                  <a:cubicBezTo>
                    <a:pt x="85124" y="4022738"/>
                    <a:pt x="51077" y="4432863"/>
                    <a:pt x="0" y="4607387"/>
                  </a:cubicBezTo>
                  <a:lnTo>
                    <a:pt x="0" y="4659742"/>
                  </a:lnTo>
                  <a:lnTo>
                    <a:pt x="1115129" y="4659742"/>
                  </a:lnTo>
                  <a:lnTo>
                    <a:pt x="1115129" y="4607387"/>
                  </a:lnTo>
                  <a:cubicBezTo>
                    <a:pt x="1064056" y="4432863"/>
                    <a:pt x="1030006" y="4022738"/>
                    <a:pt x="1030006" y="3638787"/>
                  </a:cubicBezTo>
                  <a:lnTo>
                    <a:pt x="1030006" y="628281"/>
                  </a:lnTo>
                  <a:lnTo>
                    <a:pt x="1183231" y="628281"/>
                  </a:lnTo>
                  <a:cubicBezTo>
                    <a:pt x="1864227" y="628281"/>
                    <a:pt x="2400508" y="951148"/>
                    <a:pt x="2647370" y="1274015"/>
                  </a:cubicBezTo>
                  <a:lnTo>
                    <a:pt x="2706958" y="1274015"/>
                  </a:lnTo>
                  <a:lnTo>
                    <a:pt x="2706958" y="226882"/>
                  </a:lnTo>
                  <a:cubicBezTo>
                    <a:pt x="2409022" y="87262"/>
                    <a:pt x="1711002" y="0"/>
                    <a:pt x="1166204" y="0"/>
                  </a:cubicBezTo>
                  <a:lnTo>
                    <a:pt x="0" y="0"/>
                  </a:lnTo>
                  <a:lnTo>
                    <a:pt x="0" y="52358"/>
                  </a:lnTo>
                  <a:cubicBezTo>
                    <a:pt x="51077" y="226882"/>
                    <a:pt x="85124" y="637007"/>
                    <a:pt x="85124" y="1020955"/>
                  </a:cubicBezTo>
                  <a:close/>
                </a:path>
              </a:pathLst>
            </a:custGeom>
            <a:grpFill/>
            <a:ln w="360" cap="flat">
              <a:noFill/>
              <a:prstDash val="solid"/>
              <a:miter/>
            </a:ln>
          </p:spPr>
          <p:txBody>
            <a:bodyPr rtlCol="0" anchor="ctr"/>
            <a:lstStyle/>
            <a:p>
              <a:endParaRPr lang="en-GB" sz="1800"/>
            </a:p>
          </p:txBody>
        </p:sp>
        <p:sp>
          <p:nvSpPr>
            <p:cNvPr id="19" name="Free-form: Shape 12">
              <a:extLst>
                <a:ext uri="{FF2B5EF4-FFF2-40B4-BE49-F238E27FC236}">
                  <a16:creationId xmlns:a16="http://schemas.microsoft.com/office/drawing/2014/main" id="{CFBF70BA-1A74-4AA3-3E9F-379CF9D9BFF5}"/>
                </a:ext>
              </a:extLst>
            </p:cNvPr>
            <p:cNvSpPr/>
            <p:nvPr/>
          </p:nvSpPr>
          <p:spPr bwMode="gray">
            <a:xfrm>
              <a:off x="14818386" y="8463134"/>
              <a:ext cx="2706958" cy="4659741"/>
            </a:xfrm>
            <a:custGeom>
              <a:avLst/>
              <a:gdLst>
                <a:gd name="connsiteX0" fmla="*/ 85128 w 2706958"/>
                <a:gd name="connsiteY0" fmla="*/ 1020955 h 4659741"/>
                <a:gd name="connsiteX1" fmla="*/ 85128 w 2706958"/>
                <a:gd name="connsiteY1" fmla="*/ 3638787 h 4659741"/>
                <a:gd name="connsiteX2" fmla="*/ 0 w 2706958"/>
                <a:gd name="connsiteY2" fmla="*/ 4607387 h 4659741"/>
                <a:gd name="connsiteX3" fmla="*/ 0 w 2706958"/>
                <a:gd name="connsiteY3" fmla="*/ 4659742 h 4659741"/>
                <a:gd name="connsiteX4" fmla="*/ 1115130 w 2706958"/>
                <a:gd name="connsiteY4" fmla="*/ 4659742 h 4659741"/>
                <a:gd name="connsiteX5" fmla="*/ 1115130 w 2706958"/>
                <a:gd name="connsiteY5" fmla="*/ 4607387 h 4659741"/>
                <a:gd name="connsiteX6" fmla="*/ 1030006 w 2706958"/>
                <a:gd name="connsiteY6" fmla="*/ 3638787 h 4659741"/>
                <a:gd name="connsiteX7" fmla="*/ 1030006 w 2706958"/>
                <a:gd name="connsiteY7" fmla="*/ 628281 h 4659741"/>
                <a:gd name="connsiteX8" fmla="*/ 1183231 w 2706958"/>
                <a:gd name="connsiteY8" fmla="*/ 628281 h 4659741"/>
                <a:gd name="connsiteX9" fmla="*/ 2647371 w 2706958"/>
                <a:gd name="connsiteY9" fmla="*/ 1274015 h 4659741"/>
                <a:gd name="connsiteX10" fmla="*/ 2706959 w 2706958"/>
                <a:gd name="connsiteY10" fmla="*/ 1274015 h 4659741"/>
                <a:gd name="connsiteX11" fmla="*/ 2706959 w 2706958"/>
                <a:gd name="connsiteY11" fmla="*/ 226882 h 4659741"/>
                <a:gd name="connsiteX12" fmla="*/ 1166208 w 2706958"/>
                <a:gd name="connsiteY12" fmla="*/ 0 h 4659741"/>
                <a:gd name="connsiteX13" fmla="*/ 0 w 2706958"/>
                <a:gd name="connsiteY13" fmla="*/ 0 h 4659741"/>
                <a:gd name="connsiteX14" fmla="*/ 0 w 2706958"/>
                <a:gd name="connsiteY14" fmla="*/ 52358 h 4659741"/>
                <a:gd name="connsiteX15" fmla="*/ 85128 w 2706958"/>
                <a:gd name="connsiteY15"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06958" h="4659741">
                  <a:moveTo>
                    <a:pt x="85128" y="1020955"/>
                  </a:moveTo>
                  <a:lnTo>
                    <a:pt x="85128" y="3638787"/>
                  </a:lnTo>
                  <a:cubicBezTo>
                    <a:pt x="85128" y="4022738"/>
                    <a:pt x="51078" y="4432863"/>
                    <a:pt x="0" y="4607387"/>
                  </a:cubicBezTo>
                  <a:lnTo>
                    <a:pt x="0" y="4659742"/>
                  </a:lnTo>
                  <a:lnTo>
                    <a:pt x="1115130" y="4659742"/>
                  </a:lnTo>
                  <a:lnTo>
                    <a:pt x="1115130" y="4607387"/>
                  </a:lnTo>
                  <a:cubicBezTo>
                    <a:pt x="1064057" y="4432863"/>
                    <a:pt x="1030006" y="4022738"/>
                    <a:pt x="1030006" y="3638787"/>
                  </a:cubicBezTo>
                  <a:lnTo>
                    <a:pt x="1030006" y="628281"/>
                  </a:lnTo>
                  <a:lnTo>
                    <a:pt x="1183231" y="628281"/>
                  </a:lnTo>
                  <a:cubicBezTo>
                    <a:pt x="1864227" y="628281"/>
                    <a:pt x="2400509" y="951148"/>
                    <a:pt x="2647371" y="1274015"/>
                  </a:cubicBezTo>
                  <a:lnTo>
                    <a:pt x="2706959" y="1274015"/>
                  </a:lnTo>
                  <a:lnTo>
                    <a:pt x="2706959" y="226882"/>
                  </a:lnTo>
                  <a:cubicBezTo>
                    <a:pt x="2409022" y="87262"/>
                    <a:pt x="1711002" y="0"/>
                    <a:pt x="1166208" y="0"/>
                  </a:cubicBezTo>
                  <a:lnTo>
                    <a:pt x="0" y="0"/>
                  </a:lnTo>
                  <a:lnTo>
                    <a:pt x="0" y="52358"/>
                  </a:lnTo>
                  <a:cubicBezTo>
                    <a:pt x="51078" y="226882"/>
                    <a:pt x="85128" y="637007"/>
                    <a:pt x="85128" y="1020955"/>
                  </a:cubicBezTo>
                  <a:close/>
                </a:path>
              </a:pathLst>
            </a:custGeom>
            <a:grpFill/>
            <a:ln w="360" cap="flat">
              <a:noFill/>
              <a:prstDash val="solid"/>
              <a:miter/>
            </a:ln>
          </p:spPr>
          <p:txBody>
            <a:bodyPr rtlCol="0" anchor="ctr"/>
            <a:lstStyle/>
            <a:p>
              <a:endParaRPr lang="en-GB" sz="1800"/>
            </a:p>
          </p:txBody>
        </p:sp>
        <p:sp>
          <p:nvSpPr>
            <p:cNvPr id="20" name="Free-form: Shape 13">
              <a:extLst>
                <a:ext uri="{FF2B5EF4-FFF2-40B4-BE49-F238E27FC236}">
                  <a16:creationId xmlns:a16="http://schemas.microsoft.com/office/drawing/2014/main" id="{7B8077BB-F746-E235-0810-DBCC2C3C2189}"/>
                </a:ext>
              </a:extLst>
            </p:cNvPr>
            <p:cNvSpPr/>
            <p:nvPr/>
          </p:nvSpPr>
          <p:spPr bwMode="gray">
            <a:xfrm>
              <a:off x="18002041" y="8463134"/>
              <a:ext cx="1115129" cy="4659741"/>
            </a:xfrm>
            <a:custGeom>
              <a:avLst/>
              <a:gdLst>
                <a:gd name="connsiteX0" fmla="*/ 85124 w 1115129"/>
                <a:gd name="connsiteY0" fmla="*/ 1020955 h 4659741"/>
                <a:gd name="connsiteX1" fmla="*/ 85124 w 1115129"/>
                <a:gd name="connsiteY1" fmla="*/ 3638787 h 4659741"/>
                <a:gd name="connsiteX2" fmla="*/ 0 w 1115129"/>
                <a:gd name="connsiteY2" fmla="*/ 4607387 h 4659741"/>
                <a:gd name="connsiteX3" fmla="*/ 0 w 1115129"/>
                <a:gd name="connsiteY3" fmla="*/ 4659742 h 4659741"/>
                <a:gd name="connsiteX4" fmla="*/ 1115130 w 1115129"/>
                <a:gd name="connsiteY4" fmla="*/ 4659742 h 4659741"/>
                <a:gd name="connsiteX5" fmla="*/ 1115130 w 1115129"/>
                <a:gd name="connsiteY5" fmla="*/ 4607387 h 4659741"/>
                <a:gd name="connsiteX6" fmla="*/ 1030006 w 1115129"/>
                <a:gd name="connsiteY6" fmla="*/ 3638787 h 4659741"/>
                <a:gd name="connsiteX7" fmla="*/ 1030006 w 1115129"/>
                <a:gd name="connsiteY7" fmla="*/ 0 h 4659741"/>
                <a:gd name="connsiteX8" fmla="*/ 0 w 1115129"/>
                <a:gd name="connsiteY8" fmla="*/ 0 h 4659741"/>
                <a:gd name="connsiteX9" fmla="*/ 0 w 1115129"/>
                <a:gd name="connsiteY9" fmla="*/ 52358 h 4659741"/>
                <a:gd name="connsiteX10" fmla="*/ 85124 w 1115129"/>
                <a:gd name="connsiteY10"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5129"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6" y="4022738"/>
                    <a:pt x="1030006" y="3638787"/>
                  </a:cubicBezTo>
                  <a:lnTo>
                    <a:pt x="1030006" y="0"/>
                  </a:ln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sp>
          <p:nvSpPr>
            <p:cNvPr id="21" name="Free-form: Shape 14">
              <a:extLst>
                <a:ext uri="{FF2B5EF4-FFF2-40B4-BE49-F238E27FC236}">
                  <a16:creationId xmlns:a16="http://schemas.microsoft.com/office/drawing/2014/main" id="{47B7A20F-85F3-8880-E672-E170CF39CE87}"/>
                </a:ext>
              </a:extLst>
            </p:cNvPr>
            <p:cNvSpPr/>
            <p:nvPr/>
          </p:nvSpPr>
          <p:spPr bwMode="gray">
            <a:xfrm>
              <a:off x="17925428" y="6630656"/>
              <a:ext cx="1208766" cy="1204201"/>
            </a:xfrm>
            <a:custGeom>
              <a:avLst/>
              <a:gdLst>
                <a:gd name="connsiteX0" fmla="*/ 0 w 1208766"/>
                <a:gd name="connsiteY0" fmla="*/ 602101 h 1204201"/>
                <a:gd name="connsiteX1" fmla="*/ 604381 w 1208766"/>
                <a:gd name="connsiteY1" fmla="*/ 0 h 1204201"/>
                <a:gd name="connsiteX2" fmla="*/ 1208767 w 1208766"/>
                <a:gd name="connsiteY2" fmla="*/ 602101 h 1204201"/>
                <a:gd name="connsiteX3" fmla="*/ 604381 w 1208766"/>
                <a:gd name="connsiteY3" fmla="*/ 1204201 h 1204201"/>
                <a:gd name="connsiteX4" fmla="*/ 0 w 1208766"/>
                <a:gd name="connsiteY4" fmla="*/ 602101 h 1204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766" h="1204201">
                  <a:moveTo>
                    <a:pt x="0" y="602101"/>
                  </a:moveTo>
                  <a:cubicBezTo>
                    <a:pt x="0" y="270508"/>
                    <a:pt x="272398" y="0"/>
                    <a:pt x="604381" y="0"/>
                  </a:cubicBezTo>
                  <a:cubicBezTo>
                    <a:pt x="936368" y="0"/>
                    <a:pt x="1208767" y="270508"/>
                    <a:pt x="1208767" y="602101"/>
                  </a:cubicBezTo>
                  <a:cubicBezTo>
                    <a:pt x="1208767" y="933693"/>
                    <a:pt x="927858" y="1204201"/>
                    <a:pt x="604381" y="1204201"/>
                  </a:cubicBezTo>
                  <a:cubicBezTo>
                    <a:pt x="280908" y="1204201"/>
                    <a:pt x="0" y="933693"/>
                    <a:pt x="0" y="602101"/>
                  </a:cubicBezTo>
                  <a:close/>
                </a:path>
              </a:pathLst>
            </a:custGeom>
            <a:grpFill/>
            <a:ln w="360" cap="flat">
              <a:noFill/>
              <a:prstDash val="solid"/>
              <a:miter/>
            </a:ln>
          </p:spPr>
          <p:txBody>
            <a:bodyPr rtlCol="0" anchor="ctr"/>
            <a:lstStyle/>
            <a:p>
              <a:endParaRPr lang="en-GB" sz="1800"/>
            </a:p>
          </p:txBody>
        </p:sp>
        <p:sp>
          <p:nvSpPr>
            <p:cNvPr id="22" name="Free-form: Shape 15">
              <a:extLst>
                <a:ext uri="{FF2B5EF4-FFF2-40B4-BE49-F238E27FC236}">
                  <a16:creationId xmlns:a16="http://schemas.microsoft.com/office/drawing/2014/main" id="{D560E5D2-2DF8-1E64-C77C-D2165F6F1C57}"/>
                </a:ext>
              </a:extLst>
            </p:cNvPr>
            <p:cNvSpPr/>
            <p:nvPr/>
          </p:nvSpPr>
          <p:spPr bwMode="gray">
            <a:xfrm>
              <a:off x="19704531" y="8463134"/>
              <a:ext cx="3932743" cy="4659741"/>
            </a:xfrm>
            <a:custGeom>
              <a:avLst/>
              <a:gdLst>
                <a:gd name="connsiteX0" fmla="*/ 85124 w 3932743"/>
                <a:gd name="connsiteY0" fmla="*/ 1020955 h 4659741"/>
                <a:gd name="connsiteX1" fmla="*/ 85124 w 3932743"/>
                <a:gd name="connsiteY1" fmla="*/ 3638787 h 4659741"/>
                <a:gd name="connsiteX2" fmla="*/ 0 w 3932743"/>
                <a:gd name="connsiteY2" fmla="*/ 4607387 h 4659741"/>
                <a:gd name="connsiteX3" fmla="*/ 0 w 3932743"/>
                <a:gd name="connsiteY3" fmla="*/ 4659742 h 4659741"/>
                <a:gd name="connsiteX4" fmla="*/ 1115130 w 3932743"/>
                <a:gd name="connsiteY4" fmla="*/ 4659742 h 4659741"/>
                <a:gd name="connsiteX5" fmla="*/ 1115130 w 3932743"/>
                <a:gd name="connsiteY5" fmla="*/ 4607387 h 4659741"/>
                <a:gd name="connsiteX6" fmla="*/ 1030002 w 3932743"/>
                <a:gd name="connsiteY6" fmla="*/ 3638787 h 4659741"/>
                <a:gd name="connsiteX7" fmla="*/ 1030002 w 3932743"/>
                <a:gd name="connsiteY7" fmla="*/ 628281 h 4659741"/>
                <a:gd name="connsiteX8" fmla="*/ 1430089 w 3932743"/>
                <a:gd name="connsiteY8" fmla="*/ 628281 h 4659741"/>
                <a:gd name="connsiteX9" fmla="*/ 2902739 w 3932743"/>
                <a:gd name="connsiteY9" fmla="*/ 2181530 h 4659741"/>
                <a:gd name="connsiteX10" fmla="*/ 2902739 w 3932743"/>
                <a:gd name="connsiteY10" fmla="*/ 4659742 h 4659741"/>
                <a:gd name="connsiteX11" fmla="*/ 3932744 w 3932743"/>
                <a:gd name="connsiteY11" fmla="*/ 4659742 h 4659741"/>
                <a:gd name="connsiteX12" fmla="*/ 3932744 w 3932743"/>
                <a:gd name="connsiteY12" fmla="*/ 4607387 h 4659741"/>
                <a:gd name="connsiteX13" fmla="*/ 3847620 w 3932743"/>
                <a:gd name="connsiteY13" fmla="*/ 3638787 h 4659741"/>
                <a:gd name="connsiteX14" fmla="*/ 3847620 w 3932743"/>
                <a:gd name="connsiteY14" fmla="*/ 2085543 h 4659741"/>
                <a:gd name="connsiteX15" fmla="*/ 1506699 w 3932743"/>
                <a:gd name="connsiteY15" fmla="*/ 0 h 4659741"/>
                <a:gd name="connsiteX16" fmla="*/ 0 w 3932743"/>
                <a:gd name="connsiteY16" fmla="*/ 0 h 4659741"/>
                <a:gd name="connsiteX17" fmla="*/ 0 w 3932743"/>
                <a:gd name="connsiteY17" fmla="*/ 52358 h 4659741"/>
                <a:gd name="connsiteX18" fmla="*/ 85124 w 3932743"/>
                <a:gd name="connsiteY18" fmla="*/ 1020955 h 465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32743" h="4659741">
                  <a:moveTo>
                    <a:pt x="85124" y="1020955"/>
                  </a:moveTo>
                  <a:lnTo>
                    <a:pt x="85124" y="3638787"/>
                  </a:lnTo>
                  <a:cubicBezTo>
                    <a:pt x="85124" y="4022738"/>
                    <a:pt x="51073" y="4432863"/>
                    <a:pt x="0" y="4607387"/>
                  </a:cubicBezTo>
                  <a:lnTo>
                    <a:pt x="0" y="4659742"/>
                  </a:lnTo>
                  <a:lnTo>
                    <a:pt x="1115130" y="4659742"/>
                  </a:lnTo>
                  <a:lnTo>
                    <a:pt x="1115130" y="4607387"/>
                  </a:lnTo>
                  <a:cubicBezTo>
                    <a:pt x="1064052" y="4432863"/>
                    <a:pt x="1030002" y="4022738"/>
                    <a:pt x="1030002" y="3638787"/>
                  </a:cubicBezTo>
                  <a:lnTo>
                    <a:pt x="1030002" y="628281"/>
                  </a:lnTo>
                  <a:lnTo>
                    <a:pt x="1430089" y="628281"/>
                  </a:lnTo>
                  <a:cubicBezTo>
                    <a:pt x="2221743" y="628281"/>
                    <a:pt x="2902739" y="1055862"/>
                    <a:pt x="2902739" y="2181530"/>
                  </a:cubicBezTo>
                  <a:lnTo>
                    <a:pt x="2902739" y="4659742"/>
                  </a:lnTo>
                  <a:lnTo>
                    <a:pt x="3932744" y="4659742"/>
                  </a:lnTo>
                  <a:lnTo>
                    <a:pt x="3932744" y="4607387"/>
                  </a:lnTo>
                  <a:cubicBezTo>
                    <a:pt x="3881672" y="4432863"/>
                    <a:pt x="3847620" y="4022738"/>
                    <a:pt x="3847620" y="3638787"/>
                  </a:cubicBezTo>
                  <a:lnTo>
                    <a:pt x="3847620" y="2085543"/>
                  </a:lnTo>
                  <a:cubicBezTo>
                    <a:pt x="3847620" y="706818"/>
                    <a:pt x="2792078" y="0"/>
                    <a:pt x="1506699" y="0"/>
                  </a:cubicBezTo>
                  <a:lnTo>
                    <a:pt x="0" y="0"/>
                  </a:lnTo>
                  <a:lnTo>
                    <a:pt x="0" y="52358"/>
                  </a:lnTo>
                  <a:cubicBezTo>
                    <a:pt x="51073" y="226882"/>
                    <a:pt x="85124" y="637007"/>
                    <a:pt x="85124" y="1020955"/>
                  </a:cubicBezTo>
                  <a:close/>
                </a:path>
              </a:pathLst>
            </a:custGeom>
            <a:grpFill/>
            <a:ln w="360" cap="flat">
              <a:noFill/>
              <a:prstDash val="solid"/>
              <a:miter/>
            </a:ln>
          </p:spPr>
          <p:txBody>
            <a:bodyPr rtlCol="0" anchor="ctr"/>
            <a:lstStyle/>
            <a:p>
              <a:endParaRPr lang="en-GB" sz="1800"/>
            </a:p>
          </p:txBody>
        </p:sp>
      </p:grpSp>
    </p:spTree>
    <p:extLst>
      <p:ext uri="{BB962C8B-B14F-4D97-AF65-F5344CB8AC3E}">
        <p14:creationId xmlns:p14="http://schemas.microsoft.com/office/powerpoint/2010/main" val="4203154310"/>
      </p:ext>
    </p:extLst>
  </p:cSld>
  <p:clrMap bg1="lt1" tx1="dk1" bg2="lt2" tx2="dk2" accent1="accent1" accent2="accent2" accent3="accent3" accent4="accent4" accent5="accent5" accent6="accent6" hlink="hlink" folHlink="folHlink"/>
  <p:sldLayoutIdLst>
    <p:sldLayoutId id="2147483739" r:id="rId1"/>
    <p:sldLayoutId id="2147483649" r:id="rId2"/>
    <p:sldLayoutId id="2147483736" r:id="rId3"/>
    <p:sldLayoutId id="2147483737" r:id="rId4"/>
    <p:sldLayoutId id="2147483742" r:id="rId5"/>
    <p:sldLayoutId id="2147483743" r:id="rId6"/>
    <p:sldLayoutId id="2147483744" r:id="rId7"/>
    <p:sldLayoutId id="2147483745" r:id="rId8"/>
    <p:sldLayoutId id="2147483663" r:id="rId9"/>
    <p:sldLayoutId id="2147483664" r:id="rId10"/>
    <p:sldLayoutId id="2147483651" r:id="rId11"/>
    <p:sldLayoutId id="2147483676" r:id="rId12"/>
    <p:sldLayoutId id="2147483677" r:id="rId13"/>
    <p:sldLayoutId id="2147483678" r:id="rId14"/>
    <p:sldLayoutId id="2147483679" r:id="rId15"/>
    <p:sldLayoutId id="2147483680" r:id="rId16"/>
    <p:sldLayoutId id="2147483681" r:id="rId17"/>
    <p:sldLayoutId id="2147483682" r:id="rId18"/>
    <p:sldLayoutId id="2147483650" r:id="rId19"/>
    <p:sldLayoutId id="2147483688" r:id="rId20"/>
    <p:sldLayoutId id="2147483695" r:id="rId21"/>
    <p:sldLayoutId id="2147483689" r:id="rId22"/>
    <p:sldLayoutId id="2147483690" r:id="rId23"/>
    <p:sldLayoutId id="2147483654" r:id="rId24"/>
    <p:sldLayoutId id="2147483655" r:id="rId25"/>
    <p:sldLayoutId id="2147483699" r:id="rId26"/>
    <p:sldLayoutId id="2147483707" r:id="rId27"/>
    <p:sldLayoutId id="2147483733" r:id="rId28"/>
    <p:sldLayoutId id="2147483734" r:id="rId29"/>
    <p:sldLayoutId id="2147483731" r:id="rId30"/>
    <p:sldLayoutId id="2147483732" r:id="rId31"/>
    <p:sldLayoutId id="2147483747" r:id="rId32"/>
    <p:sldLayoutId id="2147483748" r:id="rId33"/>
    <p:sldLayoutId id="2147483749" r:id="rId34"/>
    <p:sldLayoutId id="2147483750" r:id="rId35"/>
    <p:sldLayoutId id="2147483820" r:id="rId36"/>
    <p:sldLayoutId id="2147483821" r:id="rId37"/>
    <p:sldLayoutId id="2147483823" r:id="rId38"/>
    <p:sldLayoutId id="2147483824" r:id="rId39"/>
    <p:sldLayoutId id="2147483825" r:id="rId40"/>
  </p:sldLayoutIdLst>
  <p:hf hdr="0"/>
  <p:txStyles>
    <p:titleStyle>
      <a:lvl1pPr algn="l" defTabSz="1828709" rtl="0" eaLnBrk="1" latinLnBrk="0" hangingPunct="1">
        <a:lnSpc>
          <a:spcPct val="90000"/>
        </a:lnSpc>
        <a:spcBef>
          <a:spcPct val="0"/>
        </a:spcBef>
        <a:buNone/>
        <a:defRPr sz="6000" kern="1200" spc="-120" baseline="0">
          <a:solidFill>
            <a:schemeClr val="tx1"/>
          </a:solidFill>
          <a:latin typeface="+mj-lt"/>
          <a:ea typeface="+mj-ea"/>
          <a:cs typeface="+mj-cs"/>
        </a:defRPr>
      </a:lvl1pPr>
    </p:titleStyle>
    <p:bodyStyle>
      <a:lvl1pPr marL="541338" indent="-541338" algn="l" defTabSz="1828709" rtl="0" eaLnBrk="1" latinLnBrk="0" hangingPunct="1">
        <a:lnSpc>
          <a:spcPct val="92000"/>
        </a:lnSpc>
        <a:spcBef>
          <a:spcPts val="0"/>
        </a:spcBef>
        <a:buFont typeface="Aptos Display" panose="020B0004020202020204" pitchFamily="34" charset="0"/>
        <a:buChar char="•"/>
        <a:tabLst/>
        <a:defRPr sz="4000" kern="1200" spc="-80" baseline="0">
          <a:solidFill>
            <a:schemeClr val="tx1"/>
          </a:solidFill>
          <a:latin typeface="+mn-lt"/>
          <a:ea typeface="+mn-ea"/>
          <a:cs typeface="+mn-cs"/>
        </a:defRPr>
      </a:lvl1pPr>
      <a:lvl2pPr marL="898525" indent="-540000" algn="l" defTabSz="1828709" rtl="0" eaLnBrk="1" latinLnBrk="0" hangingPunct="1">
        <a:lnSpc>
          <a:spcPct val="92000"/>
        </a:lnSpc>
        <a:spcBef>
          <a:spcPts val="0"/>
        </a:spcBef>
        <a:buFont typeface="Aptos Display" panose="020B0004020202020204" pitchFamily="34" charset="0"/>
        <a:buChar char="•"/>
        <a:tabLst/>
        <a:defRPr sz="4000" kern="1200" spc="-80" baseline="0">
          <a:solidFill>
            <a:schemeClr val="tx2"/>
          </a:solidFill>
          <a:latin typeface="+mn-lt"/>
          <a:ea typeface="+mn-ea"/>
          <a:cs typeface="+mn-cs"/>
        </a:defRPr>
      </a:lvl2pPr>
      <a:lvl3pPr marL="1260000" indent="-540000" algn="l" defTabSz="1828709" rtl="0" eaLnBrk="1" latinLnBrk="0" hangingPunct="1">
        <a:lnSpc>
          <a:spcPct val="92000"/>
        </a:lnSpc>
        <a:spcBef>
          <a:spcPts val="0"/>
        </a:spcBef>
        <a:buFont typeface="Aptos Display" panose="020B0004020202020204" pitchFamily="34" charset="0"/>
        <a:buChar char="•"/>
        <a:tabLst/>
        <a:defRPr sz="4000" kern="1200" spc="-80" baseline="0">
          <a:solidFill>
            <a:schemeClr val="tx2"/>
          </a:solidFill>
          <a:latin typeface="+mn-lt"/>
          <a:ea typeface="+mn-ea"/>
          <a:cs typeface="+mn-cs"/>
        </a:defRPr>
      </a:lvl3pPr>
      <a:lvl4pPr marL="1620000" indent="-540000" algn="l" defTabSz="1828709" rtl="0" eaLnBrk="1" latinLnBrk="0" hangingPunct="1">
        <a:lnSpc>
          <a:spcPct val="92000"/>
        </a:lnSpc>
        <a:spcBef>
          <a:spcPts val="0"/>
        </a:spcBef>
        <a:buFont typeface="Aptos Display" panose="020B0004020202020204" pitchFamily="34" charset="0"/>
        <a:buChar char="•"/>
        <a:tabLst/>
        <a:defRPr sz="4000" kern="1200" spc="-80" baseline="0">
          <a:solidFill>
            <a:schemeClr val="tx2"/>
          </a:solidFill>
          <a:latin typeface="+mn-lt"/>
          <a:ea typeface="+mn-ea"/>
          <a:cs typeface="+mn-cs"/>
        </a:defRPr>
      </a:lvl4pPr>
      <a:lvl5pPr marL="1980000" indent="-540000" algn="l" defTabSz="1828709" rtl="0" eaLnBrk="1" latinLnBrk="0" hangingPunct="1">
        <a:lnSpc>
          <a:spcPct val="92000"/>
        </a:lnSpc>
        <a:spcBef>
          <a:spcPts val="0"/>
        </a:spcBef>
        <a:buFont typeface="Aptos Display" panose="020B0004020202020204" pitchFamily="34" charset="0"/>
        <a:buChar char="•"/>
        <a:tabLst/>
        <a:defRPr sz="4000" kern="1200" spc="-80" baseline="0">
          <a:solidFill>
            <a:schemeClr val="tx2"/>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8EF6C7-9B5C-9191-40F2-E90809856EF6}"/>
              </a:ext>
            </a:extLst>
          </p:cNvPr>
          <p:cNvSpPr>
            <a:spLocks noGrp="1"/>
          </p:cNvSpPr>
          <p:nvPr>
            <p:ph type="sldNum" sz="quarter" idx="4294967295"/>
          </p:nvPr>
        </p:nvSpPr>
        <p:spPr>
          <a:xfrm>
            <a:off x="11645504" y="197644"/>
            <a:ext cx="546100" cy="177800"/>
          </a:xfrm>
        </p:spPr>
        <p:txBody>
          <a:bodyPr/>
          <a:lstStyle>
            <a:defPPr>
              <a:defRPr lang="en-US"/>
            </a:defPPr>
            <a:lvl1pPr marL="0" algn="l" defTabSz="457178" rtl="0" eaLnBrk="1" latinLnBrk="0" hangingPunct="1">
              <a:defRPr sz="900" kern="1200">
                <a:solidFill>
                  <a:schemeClr val="tx1"/>
                </a:solidFill>
                <a:latin typeface="+mn-lt"/>
                <a:ea typeface="+mn-ea"/>
                <a:cs typeface="+mn-cs"/>
              </a:defRPr>
            </a:lvl1pPr>
            <a:lvl2pPr marL="228589" algn="l" defTabSz="457178" rtl="0" eaLnBrk="1" latinLnBrk="0" hangingPunct="1">
              <a:defRPr sz="900" kern="1200">
                <a:solidFill>
                  <a:schemeClr val="tx1"/>
                </a:solidFill>
                <a:latin typeface="+mn-lt"/>
                <a:ea typeface="+mn-ea"/>
                <a:cs typeface="+mn-cs"/>
              </a:defRPr>
            </a:lvl2pPr>
            <a:lvl3pPr marL="457178" algn="l" defTabSz="457178" rtl="0" eaLnBrk="1" latinLnBrk="0" hangingPunct="1">
              <a:defRPr sz="900" kern="1200">
                <a:solidFill>
                  <a:schemeClr val="tx1"/>
                </a:solidFill>
                <a:latin typeface="+mn-lt"/>
                <a:ea typeface="+mn-ea"/>
                <a:cs typeface="+mn-cs"/>
              </a:defRPr>
            </a:lvl3pPr>
            <a:lvl4pPr marL="685766" algn="l" defTabSz="457178" rtl="0" eaLnBrk="1" latinLnBrk="0" hangingPunct="1">
              <a:defRPr sz="900" kern="1200">
                <a:solidFill>
                  <a:schemeClr val="tx1"/>
                </a:solidFill>
                <a:latin typeface="+mn-lt"/>
                <a:ea typeface="+mn-ea"/>
                <a:cs typeface="+mn-cs"/>
              </a:defRPr>
            </a:lvl4pPr>
            <a:lvl5pPr marL="914355" algn="l" defTabSz="457178" rtl="0" eaLnBrk="1" latinLnBrk="0" hangingPunct="1">
              <a:defRPr sz="900" kern="1200">
                <a:solidFill>
                  <a:schemeClr val="tx1"/>
                </a:solidFill>
                <a:latin typeface="+mn-lt"/>
                <a:ea typeface="+mn-ea"/>
                <a:cs typeface="+mn-cs"/>
              </a:defRPr>
            </a:lvl5pPr>
            <a:lvl6pPr marL="1142943" algn="l" defTabSz="457178" rtl="0" eaLnBrk="1" latinLnBrk="0" hangingPunct="1">
              <a:defRPr sz="900" kern="1200">
                <a:solidFill>
                  <a:schemeClr val="tx1"/>
                </a:solidFill>
                <a:latin typeface="+mn-lt"/>
                <a:ea typeface="+mn-ea"/>
                <a:cs typeface="+mn-cs"/>
              </a:defRPr>
            </a:lvl6pPr>
            <a:lvl7pPr marL="1371532" algn="l" defTabSz="457178" rtl="0" eaLnBrk="1" latinLnBrk="0" hangingPunct="1">
              <a:defRPr sz="900" kern="1200">
                <a:solidFill>
                  <a:schemeClr val="tx1"/>
                </a:solidFill>
                <a:latin typeface="+mn-lt"/>
                <a:ea typeface="+mn-ea"/>
                <a:cs typeface="+mn-cs"/>
              </a:defRPr>
            </a:lvl7pPr>
            <a:lvl8pPr marL="1600120" algn="l" defTabSz="457178" rtl="0" eaLnBrk="1" latinLnBrk="0" hangingPunct="1">
              <a:defRPr sz="900" kern="1200">
                <a:solidFill>
                  <a:schemeClr val="tx1"/>
                </a:solidFill>
                <a:latin typeface="+mn-lt"/>
                <a:ea typeface="+mn-ea"/>
                <a:cs typeface="+mn-cs"/>
              </a:defRPr>
            </a:lvl8pPr>
            <a:lvl9pPr marL="1828709" algn="l" defTabSz="457178" rtl="0" eaLnBrk="1" latinLnBrk="0" hangingPunct="1">
              <a:defRPr sz="900" kern="1200">
                <a:solidFill>
                  <a:schemeClr val="tx1"/>
                </a:solidFill>
                <a:latin typeface="+mn-lt"/>
                <a:ea typeface="+mn-ea"/>
                <a:cs typeface="+mn-cs"/>
              </a:defRPr>
            </a:lvl9pPr>
          </a:lstStyle>
          <a:p>
            <a:fld id="{31160B98-140E-4345-B1A3-2A7247C42973}" type="slidenum">
              <a:rPr lang="fi-FI" smtClean="0"/>
              <a:pPr/>
              <a:t>1</a:t>
            </a:fld>
            <a:endParaRPr lang="fi-FI"/>
          </a:p>
        </p:txBody>
      </p:sp>
    </p:spTree>
    <p:extLst>
      <p:ext uri="{BB962C8B-B14F-4D97-AF65-F5344CB8AC3E}">
        <p14:creationId xmlns:p14="http://schemas.microsoft.com/office/powerpoint/2010/main" val="2833150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48000" r="-48000"/>
          </a:stretch>
        </a:blipFill>
        <a:effectLst/>
      </p:bgPr>
    </p:bg>
    <p:spTree>
      <p:nvGrpSpPr>
        <p:cNvPr id="1" name="">
          <a:extLst>
            <a:ext uri="{FF2B5EF4-FFF2-40B4-BE49-F238E27FC236}">
              <a16:creationId xmlns:a16="http://schemas.microsoft.com/office/drawing/2014/main" id="{21ED5848-CAB9-8EA1-CB53-9AA071BA92F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1CC710F5-65D4-851A-2E70-B11C101438EF}"/>
              </a:ext>
            </a:extLst>
          </p:cNvPr>
          <p:cNvSpPr>
            <a:spLocks noGrp="1"/>
          </p:cNvSpPr>
          <p:nvPr>
            <p:ph type="body" idx="32"/>
          </p:nvPr>
        </p:nvSpPr>
        <p:spPr>
          <a:xfrm>
            <a:off x="7775714" y="4471878"/>
            <a:ext cx="2082836" cy="1358997"/>
          </a:xfrm>
          <a:solidFill>
            <a:schemeClr val="accent5">
              <a:lumMod val="20000"/>
              <a:lumOff val="80000"/>
            </a:schemeClr>
          </a:solidFill>
        </p:spPr>
        <p:txBody>
          <a:bodyPr/>
          <a:lstStyle/>
          <a:p>
            <a:r>
              <a:rPr lang="en-US">
                <a:solidFill>
                  <a:schemeClr val="tx1"/>
                </a:solidFill>
              </a:rPr>
              <a:t>5</a:t>
            </a:r>
          </a:p>
        </p:txBody>
      </p:sp>
      <p:sp>
        <p:nvSpPr>
          <p:cNvPr id="10" name="Text Placeholder 9">
            <a:extLst>
              <a:ext uri="{FF2B5EF4-FFF2-40B4-BE49-F238E27FC236}">
                <a16:creationId xmlns:a16="http://schemas.microsoft.com/office/drawing/2014/main" id="{1E70C745-CB66-2A93-E801-DC4650AE82FA}"/>
              </a:ext>
            </a:extLst>
          </p:cNvPr>
          <p:cNvSpPr>
            <a:spLocks noGrp="1"/>
          </p:cNvSpPr>
          <p:nvPr>
            <p:ph type="body" idx="36"/>
          </p:nvPr>
        </p:nvSpPr>
        <p:spPr>
          <a:xfrm>
            <a:off x="7775715" y="2801271"/>
            <a:ext cx="2082835" cy="1585328"/>
          </a:xfrm>
          <a:solidFill>
            <a:schemeClr val="accent5"/>
          </a:solidFill>
        </p:spPr>
        <p:txBody>
          <a:bodyPr/>
          <a:lstStyle/>
          <a:p>
            <a:r>
              <a:rPr lang="en-US">
                <a:solidFill>
                  <a:schemeClr val="tx1"/>
                </a:solidFill>
              </a:rPr>
              <a:t>220+</a:t>
            </a:r>
          </a:p>
        </p:txBody>
      </p:sp>
      <p:sp>
        <p:nvSpPr>
          <p:cNvPr id="11" name="Text Placeholder 10">
            <a:extLst>
              <a:ext uri="{FF2B5EF4-FFF2-40B4-BE49-F238E27FC236}">
                <a16:creationId xmlns:a16="http://schemas.microsoft.com/office/drawing/2014/main" id="{30B2075F-4890-CAD1-08DA-9A140897581B}"/>
              </a:ext>
            </a:extLst>
          </p:cNvPr>
          <p:cNvSpPr>
            <a:spLocks noGrp="1"/>
          </p:cNvSpPr>
          <p:nvPr>
            <p:ph type="body" idx="37"/>
          </p:nvPr>
        </p:nvSpPr>
        <p:spPr>
          <a:xfrm>
            <a:off x="7775715" y="4134430"/>
            <a:ext cx="2082836" cy="270302"/>
          </a:xfrm>
        </p:spPr>
        <p:txBody>
          <a:bodyPr anchor="ctr"/>
          <a:lstStyle/>
          <a:p>
            <a:r>
              <a:rPr lang="en-US" sz="1200">
                <a:solidFill>
                  <a:schemeClr val="tx1"/>
                </a:solidFill>
              </a:rPr>
              <a:t>Experts</a:t>
            </a:r>
          </a:p>
        </p:txBody>
      </p:sp>
      <p:sp>
        <p:nvSpPr>
          <p:cNvPr id="12" name="Text Placeholder 11">
            <a:extLst>
              <a:ext uri="{FF2B5EF4-FFF2-40B4-BE49-F238E27FC236}">
                <a16:creationId xmlns:a16="http://schemas.microsoft.com/office/drawing/2014/main" id="{290BC5C9-8A46-8692-0630-3017EEC4BAD8}"/>
              </a:ext>
            </a:extLst>
          </p:cNvPr>
          <p:cNvSpPr>
            <a:spLocks noGrp="1"/>
          </p:cNvSpPr>
          <p:nvPr>
            <p:ph type="body" idx="40"/>
          </p:nvPr>
        </p:nvSpPr>
        <p:spPr>
          <a:xfrm>
            <a:off x="9924600" y="2819403"/>
            <a:ext cx="2082835" cy="1585329"/>
          </a:xfrm>
          <a:solidFill>
            <a:schemeClr val="accent3"/>
          </a:solidFill>
        </p:spPr>
        <p:txBody>
          <a:bodyPr/>
          <a:lstStyle/>
          <a:p>
            <a:r>
              <a:rPr lang="en-US">
                <a:solidFill>
                  <a:schemeClr val="tx1"/>
                </a:solidFill>
              </a:rPr>
              <a:t>31 M€</a:t>
            </a:r>
          </a:p>
        </p:txBody>
      </p:sp>
      <p:sp>
        <p:nvSpPr>
          <p:cNvPr id="13" name="Text Placeholder 12">
            <a:extLst>
              <a:ext uri="{FF2B5EF4-FFF2-40B4-BE49-F238E27FC236}">
                <a16:creationId xmlns:a16="http://schemas.microsoft.com/office/drawing/2014/main" id="{FFD0BDC7-95F9-7121-E997-5D722647AB84}"/>
              </a:ext>
            </a:extLst>
          </p:cNvPr>
          <p:cNvSpPr>
            <a:spLocks noGrp="1"/>
          </p:cNvSpPr>
          <p:nvPr>
            <p:ph type="body" idx="41"/>
          </p:nvPr>
        </p:nvSpPr>
        <p:spPr>
          <a:xfrm>
            <a:off x="9924599" y="4063870"/>
            <a:ext cx="2082836" cy="322730"/>
          </a:xfrm>
        </p:spPr>
        <p:txBody>
          <a:bodyPr/>
          <a:lstStyle/>
          <a:p>
            <a:r>
              <a:rPr lang="en-US" sz="1200">
                <a:solidFill>
                  <a:schemeClr val="tx1"/>
                </a:solidFill>
              </a:rPr>
              <a:t>Annual Revenue</a:t>
            </a:r>
          </a:p>
        </p:txBody>
      </p:sp>
      <p:sp>
        <p:nvSpPr>
          <p:cNvPr id="14" name="Text Placeholder 13">
            <a:extLst>
              <a:ext uri="{FF2B5EF4-FFF2-40B4-BE49-F238E27FC236}">
                <a16:creationId xmlns:a16="http://schemas.microsoft.com/office/drawing/2014/main" id="{04975C83-6847-5B6C-A52D-08E8C6655F8E}"/>
              </a:ext>
            </a:extLst>
          </p:cNvPr>
          <p:cNvSpPr>
            <a:spLocks noGrp="1"/>
          </p:cNvSpPr>
          <p:nvPr>
            <p:ph type="body" sz="quarter" idx="42"/>
          </p:nvPr>
        </p:nvSpPr>
        <p:spPr>
          <a:xfrm>
            <a:off x="209963" y="2819403"/>
            <a:ext cx="7495978" cy="3046139"/>
          </a:xfrm>
          <a:prstGeom prst="roundRect">
            <a:avLst>
              <a:gd name="adj" fmla="val 1541"/>
            </a:avLst>
          </a:prstGeom>
        </p:spPr>
        <p:txBody>
          <a:bodyPr vert="horz" lIns="216000" tIns="216000" rIns="360000" bIns="108000" rtlCol="0" anchor="b" anchorCtr="0">
            <a:noAutofit/>
          </a:bodyPr>
          <a:lstStyle/>
          <a:p>
            <a:pPr marL="0" indent="0">
              <a:buNone/>
            </a:pPr>
            <a:r>
              <a:rPr lang="en-US" sz="2000" b="1">
                <a:latin typeface="Aptos" panose="020B0004020202020204" pitchFamily="34" charset="0"/>
                <a:ea typeface="Times New Roman" panose="02020603050405020304" pitchFamily="18" charset="0"/>
              </a:rPr>
              <a:t>Building enterprise AI that delivers measurable business impact.</a:t>
            </a:r>
          </a:p>
          <a:p>
            <a:pPr marL="0" indent="0">
              <a:buNone/>
            </a:pPr>
            <a:r>
              <a:rPr lang="en-US" sz="1600">
                <a:latin typeface="Aptos" panose="020B0004020202020204" pitchFamily="34" charset="0"/>
                <a:ea typeface="Calibri" pitchFamily="34" charset="-122"/>
                <a:cs typeface="Calibri" pitchFamily="34" charset="-120"/>
              </a:rPr>
              <a:t>We deliver value by integrating AI business processes through data management; aligning information systems with AI-driven process changes; developing modern AI-augmented human-machine interfaces; and providing change management advisory.</a:t>
            </a:r>
            <a:endParaRPr lang="en-US" sz="1600" b="1">
              <a:latin typeface="Aptos" panose="020B0004020202020204" pitchFamily="34" charset="0"/>
              <a:ea typeface="Times New Roman" panose="02020603050405020304" pitchFamily="18" charset="0"/>
            </a:endParaRPr>
          </a:p>
          <a:p>
            <a:pPr marL="179819" lvl="1" indent="0">
              <a:buNone/>
            </a:pPr>
            <a:endParaRPr lang="en-US" sz="1600" b="1">
              <a:latin typeface="Aptos" panose="020B0004020202020204" pitchFamily="34" charset="0"/>
              <a:ea typeface="Times New Roman" panose="02020603050405020304" pitchFamily="18" charset="0"/>
            </a:endParaRPr>
          </a:p>
          <a:p>
            <a:pPr marL="179819" lvl="1" indent="0">
              <a:buNone/>
            </a:pPr>
            <a:endParaRPr lang="en-US" sz="1600" b="1">
              <a:latin typeface="Aptos" panose="020B0004020202020204" pitchFamily="34" charset="0"/>
              <a:ea typeface="Times New Roman" panose="02020603050405020304" pitchFamily="18" charset="0"/>
            </a:endParaRPr>
          </a:p>
        </p:txBody>
      </p:sp>
      <p:sp>
        <p:nvSpPr>
          <p:cNvPr id="25" name="Text Placeholder 38">
            <a:extLst>
              <a:ext uri="{FF2B5EF4-FFF2-40B4-BE49-F238E27FC236}">
                <a16:creationId xmlns:a16="http://schemas.microsoft.com/office/drawing/2014/main" id="{75AE5657-C671-2761-0D0F-7823BE7835C5}"/>
              </a:ext>
            </a:extLst>
          </p:cNvPr>
          <p:cNvSpPr>
            <a:spLocks noGrp="1"/>
          </p:cNvSpPr>
          <p:nvPr>
            <p:ph type="body" idx="34"/>
          </p:nvPr>
        </p:nvSpPr>
        <p:spPr>
          <a:xfrm>
            <a:off x="9924600" y="4471878"/>
            <a:ext cx="2057127" cy="1374024"/>
          </a:xfrm>
          <a:solidFill>
            <a:schemeClr val="accent3">
              <a:lumMod val="60000"/>
              <a:lumOff val="40000"/>
            </a:schemeClr>
          </a:solidFill>
        </p:spPr>
        <p:txBody>
          <a:bodyPr/>
          <a:lstStyle/>
          <a:p>
            <a:r>
              <a:rPr lang="fi-FI"/>
              <a:t>38%</a:t>
            </a:r>
          </a:p>
        </p:txBody>
      </p:sp>
      <p:sp>
        <p:nvSpPr>
          <p:cNvPr id="26" name="Text Placeholder 17">
            <a:extLst>
              <a:ext uri="{FF2B5EF4-FFF2-40B4-BE49-F238E27FC236}">
                <a16:creationId xmlns:a16="http://schemas.microsoft.com/office/drawing/2014/main" id="{2BBEB9C4-BB2E-CE78-599B-B7952311E13A}"/>
              </a:ext>
            </a:extLst>
          </p:cNvPr>
          <p:cNvSpPr>
            <a:spLocks noGrp="1"/>
          </p:cNvSpPr>
          <p:nvPr>
            <p:ph type="body" idx="35"/>
          </p:nvPr>
        </p:nvSpPr>
        <p:spPr>
          <a:xfrm>
            <a:off x="9928324" y="5385077"/>
            <a:ext cx="2057127" cy="403412"/>
          </a:xfrm>
        </p:spPr>
        <p:txBody>
          <a:bodyPr/>
          <a:lstStyle/>
          <a:p>
            <a:r>
              <a:rPr lang="en-US" sz="1200">
                <a:solidFill>
                  <a:schemeClr val="tx1"/>
                </a:solidFill>
              </a:rPr>
              <a:t>Revenue Growth ’24 - ’25</a:t>
            </a:r>
          </a:p>
        </p:txBody>
      </p:sp>
      <p:sp>
        <p:nvSpPr>
          <p:cNvPr id="39" name="Text Placeholder 38">
            <a:extLst>
              <a:ext uri="{FF2B5EF4-FFF2-40B4-BE49-F238E27FC236}">
                <a16:creationId xmlns:a16="http://schemas.microsoft.com/office/drawing/2014/main" id="{E1156ED4-6E85-5E01-E9F7-87148FC07788}"/>
              </a:ext>
            </a:extLst>
          </p:cNvPr>
          <p:cNvSpPr>
            <a:spLocks noGrp="1"/>
          </p:cNvSpPr>
          <p:nvPr>
            <p:ph type="body" idx="33"/>
          </p:nvPr>
        </p:nvSpPr>
        <p:spPr>
          <a:xfrm>
            <a:off x="7771990" y="5435608"/>
            <a:ext cx="2082835" cy="395268"/>
          </a:xfrm>
        </p:spPr>
        <p:txBody>
          <a:bodyPr/>
          <a:lstStyle/>
          <a:p>
            <a:r>
              <a:rPr lang="en-US" sz="1200">
                <a:solidFill>
                  <a:schemeClr val="tx1"/>
                </a:solidFill>
              </a:rPr>
              <a:t>Locations</a:t>
            </a:r>
          </a:p>
        </p:txBody>
      </p:sp>
      <p:sp>
        <p:nvSpPr>
          <p:cNvPr id="2" name="Text Placeholder 34">
            <a:extLst>
              <a:ext uri="{FF2B5EF4-FFF2-40B4-BE49-F238E27FC236}">
                <a16:creationId xmlns:a16="http://schemas.microsoft.com/office/drawing/2014/main" id="{1AD7B883-6503-808A-6B66-89E5DCB8F294}"/>
              </a:ext>
            </a:extLst>
          </p:cNvPr>
          <p:cNvSpPr>
            <a:spLocks noGrp="1"/>
          </p:cNvSpPr>
          <p:nvPr/>
        </p:nvSpPr>
        <p:spPr>
          <a:xfrm>
            <a:off x="209707" y="2226986"/>
            <a:ext cx="3130387" cy="419336"/>
          </a:xfrm>
          <a:prstGeom prst="roundRect">
            <a:avLst>
              <a:gd name="adj" fmla="val 17933"/>
            </a:avLst>
          </a:prstGeom>
          <a:solidFill>
            <a:schemeClr val="accent2"/>
          </a:solidFill>
        </p:spPr>
        <p:txBody>
          <a:bodyPr vert="horz" lIns="0" tIns="0" rIns="0" bIns="0" rtlCol="0" anchor="ctr" anchorCtr="0">
            <a:noAutofit/>
          </a:bodyPr>
          <a:lstStyle>
            <a:lvl1pPr marL="0" indent="0" algn="ctr" defTabSz="1828709" rtl="0" eaLnBrk="1" latinLnBrk="0" hangingPunct="1">
              <a:lnSpc>
                <a:spcPct val="92000"/>
              </a:lnSpc>
              <a:spcBef>
                <a:spcPts val="0"/>
              </a:spcBef>
              <a:buFont typeface="Aptos Display" panose="020B0004020202020204" pitchFamily="34" charset="0"/>
              <a:buNone/>
              <a:defRPr sz="4000" b="0" kern="1200" spc="-40" baseline="0">
                <a:solidFill>
                  <a:schemeClr val="tx1"/>
                </a:solidFill>
                <a:latin typeface="+mn-lt"/>
                <a:ea typeface="+mn-ea"/>
                <a:cs typeface="+mn-cs"/>
              </a:defRPr>
            </a:lvl1pPr>
            <a:lvl2pPr marL="457200" indent="0" algn="l" defTabSz="1828709" rtl="0" eaLnBrk="1" latinLnBrk="0" hangingPunct="1">
              <a:lnSpc>
                <a:spcPct val="92000"/>
              </a:lnSpc>
              <a:spcBef>
                <a:spcPts val="0"/>
              </a:spcBef>
              <a:buFont typeface="Aptos Display" panose="020B0004020202020204" pitchFamily="34" charset="0"/>
              <a:buNone/>
              <a:defRPr sz="2000" b="1" kern="1200" spc="-80" baseline="0">
                <a:solidFill>
                  <a:schemeClr val="tx2"/>
                </a:solidFill>
                <a:latin typeface="+mn-lt"/>
                <a:ea typeface="+mn-ea"/>
                <a:cs typeface="+mn-cs"/>
              </a:defRPr>
            </a:lvl2pPr>
            <a:lvl3pPr marL="914400" indent="0" algn="l" defTabSz="1828709" rtl="0" eaLnBrk="1" latinLnBrk="0" hangingPunct="1">
              <a:lnSpc>
                <a:spcPct val="92000"/>
              </a:lnSpc>
              <a:spcBef>
                <a:spcPts val="0"/>
              </a:spcBef>
              <a:buFont typeface="Aptos Display" panose="020B0004020202020204" pitchFamily="34" charset="0"/>
              <a:buNone/>
              <a:defRPr sz="1800" b="1" kern="1200" spc="-80" baseline="0">
                <a:solidFill>
                  <a:schemeClr val="tx2"/>
                </a:solidFill>
                <a:latin typeface="+mn-lt"/>
                <a:ea typeface="+mn-ea"/>
                <a:cs typeface="+mn-cs"/>
              </a:defRPr>
            </a:lvl3pPr>
            <a:lvl4pPr marL="1371600" indent="0" algn="l" defTabSz="1828709" rtl="0" eaLnBrk="1" latinLnBrk="0" hangingPunct="1">
              <a:lnSpc>
                <a:spcPct val="92000"/>
              </a:lnSpc>
              <a:spcBef>
                <a:spcPts val="0"/>
              </a:spcBef>
              <a:buFont typeface="Aptos Display" panose="020B0004020202020204" pitchFamily="34" charset="0"/>
              <a:buNone/>
              <a:defRPr sz="1600" b="1" kern="1200" spc="-80" baseline="0">
                <a:solidFill>
                  <a:schemeClr val="tx2"/>
                </a:solidFill>
                <a:latin typeface="+mn-lt"/>
                <a:ea typeface="+mn-ea"/>
                <a:cs typeface="+mn-cs"/>
              </a:defRPr>
            </a:lvl4pPr>
            <a:lvl5pPr marL="1828800" indent="0" algn="l" defTabSz="1828709" rtl="0" eaLnBrk="1" latinLnBrk="0" hangingPunct="1">
              <a:lnSpc>
                <a:spcPct val="92000"/>
              </a:lnSpc>
              <a:spcBef>
                <a:spcPts val="0"/>
              </a:spcBef>
              <a:buFont typeface="Aptos Display" panose="020B0004020202020204" pitchFamily="34" charset="0"/>
              <a:buNone/>
              <a:defRPr sz="1600" b="1" kern="1200" spc="-80" baseline="0">
                <a:solidFill>
                  <a:schemeClr val="tx2"/>
                </a:solidFill>
                <a:latin typeface="+mn-lt"/>
                <a:ea typeface="+mn-ea"/>
                <a:cs typeface="+mn-cs"/>
              </a:defRPr>
            </a:lvl5pPr>
            <a:lvl6pPr marL="22860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6pPr>
            <a:lvl7pPr marL="27432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7pPr>
            <a:lvl8pPr marL="32004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8pPr>
            <a:lvl9pPr marL="36576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9pPr>
          </a:lstStyle>
          <a:p>
            <a:r>
              <a:rPr lang="fi-FI" sz="1800" b="1" err="1"/>
              <a:t>Growth</a:t>
            </a:r>
            <a:r>
              <a:rPr lang="fi-FI" sz="1800"/>
              <a:t> - Productivity</a:t>
            </a:r>
          </a:p>
        </p:txBody>
      </p:sp>
      <p:sp>
        <p:nvSpPr>
          <p:cNvPr id="6" name="Text Placeholder 35">
            <a:extLst>
              <a:ext uri="{FF2B5EF4-FFF2-40B4-BE49-F238E27FC236}">
                <a16:creationId xmlns:a16="http://schemas.microsoft.com/office/drawing/2014/main" id="{D88488B5-C461-5F1C-BAC1-B10F74304EBA}"/>
              </a:ext>
            </a:extLst>
          </p:cNvPr>
          <p:cNvSpPr>
            <a:spLocks noGrp="1"/>
          </p:cNvSpPr>
          <p:nvPr/>
        </p:nvSpPr>
        <p:spPr>
          <a:xfrm>
            <a:off x="4418725" y="2226985"/>
            <a:ext cx="3746481" cy="419336"/>
          </a:xfrm>
          <a:prstGeom prst="roundRect">
            <a:avLst>
              <a:gd name="adj" fmla="val 17932"/>
            </a:avLst>
          </a:prstGeom>
          <a:solidFill>
            <a:schemeClr val="accent2"/>
          </a:solidFill>
        </p:spPr>
        <p:txBody>
          <a:bodyPr vert="horz" lIns="0" tIns="0" rIns="0" bIns="0" rtlCol="0" anchor="ctr" anchorCtr="0">
            <a:noAutofit/>
          </a:bodyPr>
          <a:lstStyle>
            <a:lvl1pPr marL="0" indent="0" algn="ctr" defTabSz="1828709" rtl="0" eaLnBrk="1" latinLnBrk="0" hangingPunct="1">
              <a:lnSpc>
                <a:spcPct val="92000"/>
              </a:lnSpc>
              <a:spcBef>
                <a:spcPts val="0"/>
              </a:spcBef>
              <a:buFont typeface="Aptos Display" panose="020B0004020202020204" pitchFamily="34" charset="0"/>
              <a:buNone/>
              <a:defRPr sz="4000" b="0" kern="1200" spc="-40" baseline="0">
                <a:solidFill>
                  <a:schemeClr val="tx1"/>
                </a:solidFill>
                <a:latin typeface="+mn-lt"/>
                <a:ea typeface="+mn-ea"/>
                <a:cs typeface="+mn-cs"/>
              </a:defRPr>
            </a:lvl1pPr>
            <a:lvl2pPr marL="457200" indent="0" algn="l" defTabSz="1828709" rtl="0" eaLnBrk="1" latinLnBrk="0" hangingPunct="1">
              <a:lnSpc>
                <a:spcPct val="92000"/>
              </a:lnSpc>
              <a:spcBef>
                <a:spcPts val="0"/>
              </a:spcBef>
              <a:buFont typeface="Aptos Display" panose="020B0004020202020204" pitchFamily="34" charset="0"/>
              <a:buNone/>
              <a:defRPr sz="2000" b="1" kern="1200" spc="-80" baseline="0">
                <a:solidFill>
                  <a:schemeClr val="tx2"/>
                </a:solidFill>
                <a:latin typeface="+mn-lt"/>
                <a:ea typeface="+mn-ea"/>
                <a:cs typeface="+mn-cs"/>
              </a:defRPr>
            </a:lvl2pPr>
            <a:lvl3pPr marL="914400" indent="0" algn="l" defTabSz="1828709" rtl="0" eaLnBrk="1" latinLnBrk="0" hangingPunct="1">
              <a:lnSpc>
                <a:spcPct val="92000"/>
              </a:lnSpc>
              <a:spcBef>
                <a:spcPts val="0"/>
              </a:spcBef>
              <a:buFont typeface="Aptos Display" panose="020B0004020202020204" pitchFamily="34" charset="0"/>
              <a:buNone/>
              <a:defRPr sz="1800" b="1" kern="1200" spc="-80" baseline="0">
                <a:solidFill>
                  <a:schemeClr val="tx2"/>
                </a:solidFill>
                <a:latin typeface="+mn-lt"/>
                <a:ea typeface="+mn-ea"/>
                <a:cs typeface="+mn-cs"/>
              </a:defRPr>
            </a:lvl3pPr>
            <a:lvl4pPr marL="1371600" indent="0" algn="l" defTabSz="1828709" rtl="0" eaLnBrk="1" latinLnBrk="0" hangingPunct="1">
              <a:lnSpc>
                <a:spcPct val="92000"/>
              </a:lnSpc>
              <a:spcBef>
                <a:spcPts val="0"/>
              </a:spcBef>
              <a:buFont typeface="Aptos Display" panose="020B0004020202020204" pitchFamily="34" charset="0"/>
              <a:buNone/>
              <a:defRPr sz="1600" b="1" kern="1200" spc="-80" baseline="0">
                <a:solidFill>
                  <a:schemeClr val="tx2"/>
                </a:solidFill>
                <a:latin typeface="+mn-lt"/>
                <a:ea typeface="+mn-ea"/>
                <a:cs typeface="+mn-cs"/>
              </a:defRPr>
            </a:lvl4pPr>
            <a:lvl5pPr marL="1828800" indent="0" algn="l" defTabSz="1828709" rtl="0" eaLnBrk="1" latinLnBrk="0" hangingPunct="1">
              <a:lnSpc>
                <a:spcPct val="92000"/>
              </a:lnSpc>
              <a:spcBef>
                <a:spcPts val="0"/>
              </a:spcBef>
              <a:buFont typeface="Aptos Display" panose="020B0004020202020204" pitchFamily="34" charset="0"/>
              <a:buNone/>
              <a:defRPr sz="1600" b="1" kern="1200" spc="-80" baseline="0">
                <a:solidFill>
                  <a:schemeClr val="tx2"/>
                </a:solidFill>
                <a:latin typeface="+mn-lt"/>
                <a:ea typeface="+mn-ea"/>
                <a:cs typeface="+mn-cs"/>
              </a:defRPr>
            </a:lvl5pPr>
            <a:lvl6pPr marL="22860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6pPr>
            <a:lvl7pPr marL="27432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7pPr>
            <a:lvl8pPr marL="32004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8pPr>
            <a:lvl9pPr marL="36576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9pPr>
          </a:lstStyle>
          <a:p>
            <a:r>
              <a:rPr lang="fi-FI" sz="1800" b="1" err="1"/>
              <a:t>Impact</a:t>
            </a:r>
            <a:r>
              <a:rPr lang="fi-FI" sz="1800"/>
              <a:t> - Creative Engineering</a:t>
            </a:r>
          </a:p>
        </p:txBody>
      </p:sp>
      <p:sp>
        <p:nvSpPr>
          <p:cNvPr id="8" name="Text Placeholder 36">
            <a:extLst>
              <a:ext uri="{FF2B5EF4-FFF2-40B4-BE49-F238E27FC236}">
                <a16:creationId xmlns:a16="http://schemas.microsoft.com/office/drawing/2014/main" id="{7CEDD98F-CABC-6502-B584-52136EBBB916}"/>
              </a:ext>
            </a:extLst>
          </p:cNvPr>
          <p:cNvSpPr>
            <a:spLocks noGrp="1"/>
          </p:cNvSpPr>
          <p:nvPr/>
        </p:nvSpPr>
        <p:spPr>
          <a:xfrm>
            <a:off x="8988332" y="2213666"/>
            <a:ext cx="2993395" cy="419100"/>
          </a:xfrm>
          <a:prstGeom prst="roundRect">
            <a:avLst>
              <a:gd name="adj" fmla="val 17914"/>
            </a:avLst>
          </a:prstGeom>
          <a:solidFill>
            <a:schemeClr val="accent2"/>
          </a:solidFill>
        </p:spPr>
        <p:txBody>
          <a:bodyPr vert="horz" lIns="0" tIns="0" rIns="0" bIns="0" rtlCol="0" anchor="ctr" anchorCtr="0">
            <a:noAutofit/>
          </a:bodyPr>
          <a:lstStyle>
            <a:lvl1pPr marL="0" indent="0" algn="ctr" defTabSz="1828709" rtl="0" eaLnBrk="1" latinLnBrk="0" hangingPunct="1">
              <a:lnSpc>
                <a:spcPct val="92000"/>
              </a:lnSpc>
              <a:spcBef>
                <a:spcPts val="0"/>
              </a:spcBef>
              <a:buFont typeface="Aptos Display" panose="020B0004020202020204" pitchFamily="34" charset="0"/>
              <a:buNone/>
              <a:defRPr sz="4000" b="0" kern="1200" spc="-40" baseline="0">
                <a:solidFill>
                  <a:schemeClr val="tx1"/>
                </a:solidFill>
                <a:latin typeface="+mn-lt"/>
                <a:ea typeface="+mn-ea"/>
                <a:cs typeface="+mn-cs"/>
              </a:defRPr>
            </a:lvl1pPr>
            <a:lvl2pPr marL="457200" indent="0" algn="l" defTabSz="1828709" rtl="0" eaLnBrk="1" latinLnBrk="0" hangingPunct="1">
              <a:lnSpc>
                <a:spcPct val="92000"/>
              </a:lnSpc>
              <a:spcBef>
                <a:spcPts val="0"/>
              </a:spcBef>
              <a:buFont typeface="Aptos Display" panose="020B0004020202020204" pitchFamily="34" charset="0"/>
              <a:buNone/>
              <a:defRPr sz="2000" b="1" kern="1200" spc="-80" baseline="0">
                <a:solidFill>
                  <a:schemeClr val="tx2"/>
                </a:solidFill>
                <a:latin typeface="+mn-lt"/>
                <a:ea typeface="+mn-ea"/>
                <a:cs typeface="+mn-cs"/>
              </a:defRPr>
            </a:lvl2pPr>
            <a:lvl3pPr marL="914400" indent="0" algn="l" defTabSz="1828709" rtl="0" eaLnBrk="1" latinLnBrk="0" hangingPunct="1">
              <a:lnSpc>
                <a:spcPct val="92000"/>
              </a:lnSpc>
              <a:spcBef>
                <a:spcPts val="0"/>
              </a:spcBef>
              <a:buFont typeface="Aptos Display" panose="020B0004020202020204" pitchFamily="34" charset="0"/>
              <a:buNone/>
              <a:defRPr sz="1800" b="1" kern="1200" spc="-80" baseline="0">
                <a:solidFill>
                  <a:schemeClr val="tx2"/>
                </a:solidFill>
                <a:latin typeface="+mn-lt"/>
                <a:ea typeface="+mn-ea"/>
                <a:cs typeface="+mn-cs"/>
              </a:defRPr>
            </a:lvl3pPr>
            <a:lvl4pPr marL="1371600" indent="0" algn="l" defTabSz="1828709" rtl="0" eaLnBrk="1" latinLnBrk="0" hangingPunct="1">
              <a:lnSpc>
                <a:spcPct val="92000"/>
              </a:lnSpc>
              <a:spcBef>
                <a:spcPts val="0"/>
              </a:spcBef>
              <a:buFont typeface="Aptos Display" panose="020B0004020202020204" pitchFamily="34" charset="0"/>
              <a:buNone/>
              <a:defRPr sz="1600" b="1" kern="1200" spc="-80" baseline="0">
                <a:solidFill>
                  <a:schemeClr val="tx2"/>
                </a:solidFill>
                <a:latin typeface="+mn-lt"/>
                <a:ea typeface="+mn-ea"/>
                <a:cs typeface="+mn-cs"/>
              </a:defRPr>
            </a:lvl4pPr>
            <a:lvl5pPr marL="1828800" indent="0" algn="l" defTabSz="1828709" rtl="0" eaLnBrk="1" latinLnBrk="0" hangingPunct="1">
              <a:lnSpc>
                <a:spcPct val="92000"/>
              </a:lnSpc>
              <a:spcBef>
                <a:spcPts val="0"/>
              </a:spcBef>
              <a:buFont typeface="Aptos Display" panose="020B0004020202020204" pitchFamily="34" charset="0"/>
              <a:buNone/>
              <a:defRPr sz="1600" b="1" kern="1200" spc="-80" baseline="0">
                <a:solidFill>
                  <a:schemeClr val="tx2"/>
                </a:solidFill>
                <a:latin typeface="+mn-lt"/>
                <a:ea typeface="+mn-ea"/>
                <a:cs typeface="+mn-cs"/>
              </a:defRPr>
            </a:lvl5pPr>
            <a:lvl6pPr marL="22860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6pPr>
            <a:lvl7pPr marL="27432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7pPr>
            <a:lvl8pPr marL="32004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8pPr>
            <a:lvl9pPr marL="3657600" indent="0" algn="l" defTabSz="1828709" rtl="0" eaLnBrk="1" latinLnBrk="0" hangingPunct="1">
              <a:lnSpc>
                <a:spcPct val="90000"/>
              </a:lnSpc>
              <a:spcBef>
                <a:spcPts val="1000"/>
              </a:spcBef>
              <a:buFont typeface="Arial" panose="020B0604020202020204" pitchFamily="34" charset="0"/>
              <a:buNone/>
              <a:defRPr sz="1600" b="1" kern="1200">
                <a:solidFill>
                  <a:schemeClr val="tx1"/>
                </a:solidFill>
                <a:latin typeface="+mn-lt"/>
                <a:ea typeface="+mn-ea"/>
                <a:cs typeface="+mn-cs"/>
              </a:defRPr>
            </a:lvl9pPr>
          </a:lstStyle>
          <a:p>
            <a:r>
              <a:rPr lang="fi-FI" sz="1800" b="1"/>
              <a:t>Care</a:t>
            </a:r>
            <a:r>
              <a:rPr lang="fi-FI" sz="1800"/>
              <a:t> – </a:t>
            </a:r>
            <a:r>
              <a:rPr lang="fi-FI" sz="1800" err="1"/>
              <a:t>Co-creation</a:t>
            </a:r>
            <a:endParaRPr lang="fi-FI" sz="1800"/>
          </a:p>
        </p:txBody>
      </p:sp>
      <p:sp>
        <p:nvSpPr>
          <p:cNvPr id="9" name="TextBox 8">
            <a:extLst>
              <a:ext uri="{FF2B5EF4-FFF2-40B4-BE49-F238E27FC236}">
                <a16:creationId xmlns:a16="http://schemas.microsoft.com/office/drawing/2014/main" id="{7A30F2EB-B534-78F6-8D28-2BAFF99731C2}"/>
              </a:ext>
            </a:extLst>
          </p:cNvPr>
          <p:cNvSpPr txBox="1"/>
          <p:nvPr/>
        </p:nvSpPr>
        <p:spPr>
          <a:xfrm>
            <a:off x="-457201" y="2052084"/>
            <a:ext cx="184731" cy="230832"/>
          </a:xfrm>
          <a:prstGeom prst="rect">
            <a:avLst/>
          </a:prstGeom>
          <a:noFill/>
        </p:spPr>
        <p:txBody>
          <a:bodyPr wrap="none" rtlCol="0">
            <a:spAutoFit/>
          </a:bodyPr>
          <a:lstStyle/>
          <a:p>
            <a:endParaRPr lang="en-US" sz="900"/>
          </a:p>
        </p:txBody>
      </p:sp>
    </p:spTree>
    <p:extLst>
      <p:ext uri="{BB962C8B-B14F-4D97-AF65-F5344CB8AC3E}">
        <p14:creationId xmlns:p14="http://schemas.microsoft.com/office/powerpoint/2010/main" val="2551735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6B51-D833-5191-2DD4-DE412800330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5E9ECA-9653-5EAD-4800-05F073F565F2}"/>
              </a:ext>
            </a:extLst>
          </p:cNvPr>
          <p:cNvSpPr>
            <a:spLocks noGrp="1"/>
          </p:cNvSpPr>
          <p:nvPr>
            <p:ph type="sldNum" sz="quarter" idx="12"/>
          </p:nvPr>
        </p:nvSpPr>
        <p:spPr>
          <a:noFill/>
        </p:spPr>
        <p:txBody>
          <a:bodyPr/>
          <a:lstStyle>
            <a:defPPr>
              <a:defRPr lang="en-US"/>
            </a:defPPr>
            <a:lvl1pPr marL="0" algn="l" defTabSz="457178" rtl="0" eaLnBrk="1" latinLnBrk="0" hangingPunct="1">
              <a:defRPr sz="900" kern="1200">
                <a:solidFill>
                  <a:schemeClr val="tx1"/>
                </a:solidFill>
                <a:latin typeface="+mn-lt"/>
                <a:ea typeface="+mn-ea"/>
                <a:cs typeface="+mn-cs"/>
              </a:defRPr>
            </a:lvl1pPr>
            <a:lvl2pPr marL="228589" algn="l" defTabSz="457178" rtl="0" eaLnBrk="1" latinLnBrk="0" hangingPunct="1">
              <a:defRPr sz="900" kern="1200">
                <a:solidFill>
                  <a:schemeClr val="tx1"/>
                </a:solidFill>
                <a:latin typeface="+mn-lt"/>
                <a:ea typeface="+mn-ea"/>
                <a:cs typeface="+mn-cs"/>
              </a:defRPr>
            </a:lvl2pPr>
            <a:lvl3pPr marL="457178" algn="l" defTabSz="457178" rtl="0" eaLnBrk="1" latinLnBrk="0" hangingPunct="1">
              <a:defRPr sz="900" kern="1200">
                <a:solidFill>
                  <a:schemeClr val="tx1"/>
                </a:solidFill>
                <a:latin typeface="+mn-lt"/>
                <a:ea typeface="+mn-ea"/>
                <a:cs typeface="+mn-cs"/>
              </a:defRPr>
            </a:lvl3pPr>
            <a:lvl4pPr marL="685766" algn="l" defTabSz="457178" rtl="0" eaLnBrk="1" latinLnBrk="0" hangingPunct="1">
              <a:defRPr sz="900" kern="1200">
                <a:solidFill>
                  <a:schemeClr val="tx1"/>
                </a:solidFill>
                <a:latin typeface="+mn-lt"/>
                <a:ea typeface="+mn-ea"/>
                <a:cs typeface="+mn-cs"/>
              </a:defRPr>
            </a:lvl4pPr>
            <a:lvl5pPr marL="914355" algn="l" defTabSz="457178" rtl="0" eaLnBrk="1" latinLnBrk="0" hangingPunct="1">
              <a:defRPr sz="900" kern="1200">
                <a:solidFill>
                  <a:schemeClr val="tx1"/>
                </a:solidFill>
                <a:latin typeface="+mn-lt"/>
                <a:ea typeface="+mn-ea"/>
                <a:cs typeface="+mn-cs"/>
              </a:defRPr>
            </a:lvl5pPr>
            <a:lvl6pPr marL="1142943" algn="l" defTabSz="457178" rtl="0" eaLnBrk="1" latinLnBrk="0" hangingPunct="1">
              <a:defRPr sz="900" kern="1200">
                <a:solidFill>
                  <a:schemeClr val="tx1"/>
                </a:solidFill>
                <a:latin typeface="+mn-lt"/>
                <a:ea typeface="+mn-ea"/>
                <a:cs typeface="+mn-cs"/>
              </a:defRPr>
            </a:lvl6pPr>
            <a:lvl7pPr marL="1371532" algn="l" defTabSz="457178" rtl="0" eaLnBrk="1" latinLnBrk="0" hangingPunct="1">
              <a:defRPr sz="900" kern="1200">
                <a:solidFill>
                  <a:schemeClr val="tx1"/>
                </a:solidFill>
                <a:latin typeface="+mn-lt"/>
                <a:ea typeface="+mn-ea"/>
                <a:cs typeface="+mn-cs"/>
              </a:defRPr>
            </a:lvl7pPr>
            <a:lvl8pPr marL="1600120" algn="l" defTabSz="457178" rtl="0" eaLnBrk="1" latinLnBrk="0" hangingPunct="1">
              <a:defRPr sz="900" kern="1200">
                <a:solidFill>
                  <a:schemeClr val="tx1"/>
                </a:solidFill>
                <a:latin typeface="+mn-lt"/>
                <a:ea typeface="+mn-ea"/>
                <a:cs typeface="+mn-cs"/>
              </a:defRPr>
            </a:lvl8pPr>
            <a:lvl9pPr marL="1828709" algn="l" defTabSz="457178" rtl="0" eaLnBrk="1" latinLnBrk="0" hangingPunct="1">
              <a:defRPr sz="900" kern="1200">
                <a:solidFill>
                  <a:schemeClr val="tx1"/>
                </a:solidFill>
                <a:latin typeface="+mn-lt"/>
                <a:ea typeface="+mn-ea"/>
                <a:cs typeface="+mn-cs"/>
              </a:defRPr>
            </a:lvl9pPr>
          </a:lstStyle>
          <a:p>
            <a:fld id="{31160B98-140E-4345-B1A3-2A7247C42973}" type="slidenum">
              <a:rPr lang="fi-FI" smtClean="0"/>
              <a:t>3</a:t>
            </a:fld>
            <a:endParaRPr lang="fi-FI"/>
          </a:p>
        </p:txBody>
      </p:sp>
      <p:grpSp>
        <p:nvGrpSpPr>
          <p:cNvPr id="5" name="Group 1">
            <a:extLst>
              <a:ext uri="{FF2B5EF4-FFF2-40B4-BE49-F238E27FC236}">
                <a16:creationId xmlns:a16="http://schemas.microsoft.com/office/drawing/2014/main" id="{E2255C48-2220-60D1-7EDA-74B093C17DFF}"/>
              </a:ext>
            </a:extLst>
          </p:cNvPr>
          <p:cNvGrpSpPr/>
          <p:nvPr/>
        </p:nvGrpSpPr>
        <p:grpSpPr>
          <a:xfrm>
            <a:off x="532525" y="635699"/>
            <a:ext cx="11131789" cy="6222301"/>
            <a:chOff x="2773185" y="2605059"/>
            <a:chExt cx="17943820" cy="8876519"/>
          </a:xfrm>
          <a:solidFill>
            <a:schemeClr val="accent3">
              <a:lumMod val="60000"/>
              <a:lumOff val="40000"/>
            </a:schemeClr>
          </a:solidFill>
        </p:grpSpPr>
        <p:grpSp>
          <p:nvGrpSpPr>
            <p:cNvPr id="6" name="Group 30">
              <a:extLst>
                <a:ext uri="{FF2B5EF4-FFF2-40B4-BE49-F238E27FC236}">
                  <a16:creationId xmlns:a16="http://schemas.microsoft.com/office/drawing/2014/main" id="{82175A79-ADF3-DA03-E829-AB56402E3B52}"/>
                </a:ext>
              </a:extLst>
            </p:cNvPr>
            <p:cNvGrpSpPr/>
            <p:nvPr/>
          </p:nvGrpSpPr>
          <p:grpSpPr>
            <a:xfrm>
              <a:off x="2773185" y="2605059"/>
              <a:ext cx="17943820" cy="8876519"/>
              <a:chOff x="3843499" y="3719582"/>
              <a:chExt cx="16665619" cy="8244192"/>
            </a:xfrm>
            <a:grpFill/>
          </p:grpSpPr>
          <p:sp>
            <p:nvSpPr>
              <p:cNvPr id="8" name="Freeform 781">
                <a:extLst>
                  <a:ext uri="{FF2B5EF4-FFF2-40B4-BE49-F238E27FC236}">
                    <a16:creationId xmlns:a16="http://schemas.microsoft.com/office/drawing/2014/main" id="{77F7E867-68B1-25D0-2645-AF6CFC3A7E9D}"/>
                  </a:ext>
                </a:extLst>
              </p:cNvPr>
              <p:cNvSpPr>
                <a:spLocks/>
              </p:cNvSpPr>
              <p:nvPr/>
            </p:nvSpPr>
            <p:spPr bwMode="auto">
              <a:xfrm>
                <a:off x="9818027" y="3757809"/>
                <a:ext cx="85988" cy="38227"/>
              </a:xfrm>
              <a:custGeom>
                <a:avLst/>
                <a:gdLst>
                  <a:gd name="T0" fmla="*/ 4 w 9"/>
                  <a:gd name="T1" fmla="*/ 3 h 4"/>
                  <a:gd name="T2" fmla="*/ 1 w 9"/>
                  <a:gd name="T3" fmla="*/ 2 h 4"/>
                  <a:gd name="T4" fmla="*/ 5 w 9"/>
                  <a:gd name="T5" fmla="*/ 2 h 4"/>
                  <a:gd name="T6" fmla="*/ 0 w 9"/>
                  <a:gd name="T7" fmla="*/ 0 h 4"/>
                  <a:gd name="T8" fmla="*/ 9 w 9"/>
                  <a:gd name="T9" fmla="*/ 2 h 4"/>
                  <a:gd name="T10" fmla="*/ 5 w 9"/>
                  <a:gd name="T11" fmla="*/ 2 h 4"/>
                  <a:gd name="T12" fmla="*/ 4 w 9"/>
                  <a:gd name="T13" fmla="*/ 3 h 4"/>
                  <a:gd name="T14" fmla="*/ 4 w 9"/>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4">
                    <a:moveTo>
                      <a:pt x="4" y="3"/>
                    </a:moveTo>
                    <a:cubicBezTo>
                      <a:pt x="4" y="3"/>
                      <a:pt x="1" y="2"/>
                      <a:pt x="1" y="2"/>
                    </a:cubicBezTo>
                    <a:cubicBezTo>
                      <a:pt x="1" y="2"/>
                      <a:pt x="4" y="2"/>
                      <a:pt x="5" y="2"/>
                    </a:cubicBezTo>
                    <a:cubicBezTo>
                      <a:pt x="3" y="1"/>
                      <a:pt x="1" y="2"/>
                      <a:pt x="0" y="0"/>
                    </a:cubicBezTo>
                    <a:cubicBezTo>
                      <a:pt x="1" y="1"/>
                      <a:pt x="8" y="0"/>
                      <a:pt x="9" y="2"/>
                    </a:cubicBezTo>
                    <a:cubicBezTo>
                      <a:pt x="9" y="2"/>
                      <a:pt x="6" y="2"/>
                      <a:pt x="5" y="2"/>
                    </a:cubicBezTo>
                    <a:cubicBezTo>
                      <a:pt x="5" y="2"/>
                      <a:pt x="7" y="4"/>
                      <a:pt x="4" y="3"/>
                    </a:cubicBezTo>
                    <a:cubicBezTo>
                      <a:pt x="3" y="3"/>
                      <a:pt x="6" y="4"/>
                      <a:pt x="4"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 name="Freeform 403">
                <a:extLst>
                  <a:ext uri="{FF2B5EF4-FFF2-40B4-BE49-F238E27FC236}">
                    <a16:creationId xmlns:a16="http://schemas.microsoft.com/office/drawing/2014/main" id="{45D0EA37-77B5-F2CB-08B6-EE8DEBF186D2}"/>
                  </a:ext>
                </a:extLst>
              </p:cNvPr>
              <p:cNvSpPr>
                <a:spLocks/>
              </p:cNvSpPr>
              <p:nvPr/>
            </p:nvSpPr>
            <p:spPr bwMode="auto">
              <a:xfrm>
                <a:off x="16859435" y="9558687"/>
                <a:ext cx="1904460" cy="1423937"/>
              </a:xfrm>
              <a:custGeom>
                <a:avLst/>
                <a:gdLst>
                  <a:gd name="T0" fmla="*/ 96 w 204"/>
                  <a:gd name="T1" fmla="*/ 3 h 152"/>
                  <a:gd name="T2" fmla="*/ 97 w 204"/>
                  <a:gd name="T3" fmla="*/ 7 h 152"/>
                  <a:gd name="T4" fmla="*/ 86 w 204"/>
                  <a:gd name="T5" fmla="*/ 13 h 152"/>
                  <a:gd name="T6" fmla="*/ 76 w 204"/>
                  <a:gd name="T7" fmla="*/ 24 h 152"/>
                  <a:gd name="T8" fmla="*/ 71 w 204"/>
                  <a:gd name="T9" fmla="*/ 15 h 152"/>
                  <a:gd name="T10" fmla="*/ 65 w 204"/>
                  <a:gd name="T11" fmla="*/ 19 h 152"/>
                  <a:gd name="T12" fmla="*/ 62 w 204"/>
                  <a:gd name="T13" fmla="*/ 22 h 152"/>
                  <a:gd name="T14" fmla="*/ 59 w 204"/>
                  <a:gd name="T15" fmla="*/ 26 h 152"/>
                  <a:gd name="T16" fmla="*/ 55 w 204"/>
                  <a:gd name="T17" fmla="*/ 33 h 152"/>
                  <a:gd name="T18" fmla="*/ 51 w 204"/>
                  <a:gd name="T19" fmla="*/ 30 h 152"/>
                  <a:gd name="T20" fmla="*/ 47 w 204"/>
                  <a:gd name="T21" fmla="*/ 38 h 152"/>
                  <a:gd name="T22" fmla="*/ 24 w 204"/>
                  <a:gd name="T23" fmla="*/ 50 h 152"/>
                  <a:gd name="T24" fmla="*/ 7 w 204"/>
                  <a:gd name="T25" fmla="*/ 60 h 152"/>
                  <a:gd name="T26" fmla="*/ 3 w 204"/>
                  <a:gd name="T27" fmla="*/ 68 h 152"/>
                  <a:gd name="T28" fmla="*/ 4 w 204"/>
                  <a:gd name="T29" fmla="*/ 82 h 152"/>
                  <a:gd name="T30" fmla="*/ 7 w 204"/>
                  <a:gd name="T31" fmla="*/ 91 h 152"/>
                  <a:gd name="T32" fmla="*/ 13 w 204"/>
                  <a:gd name="T33" fmla="*/ 106 h 152"/>
                  <a:gd name="T34" fmla="*/ 11 w 204"/>
                  <a:gd name="T35" fmla="*/ 121 h 152"/>
                  <a:gd name="T36" fmla="*/ 30 w 204"/>
                  <a:gd name="T37" fmla="*/ 125 h 152"/>
                  <a:gd name="T38" fmla="*/ 54 w 204"/>
                  <a:gd name="T39" fmla="*/ 121 h 152"/>
                  <a:gd name="T40" fmla="*/ 73 w 204"/>
                  <a:gd name="T41" fmla="*/ 112 h 152"/>
                  <a:gd name="T42" fmla="*/ 96 w 204"/>
                  <a:gd name="T43" fmla="*/ 111 h 152"/>
                  <a:gd name="T44" fmla="*/ 111 w 204"/>
                  <a:gd name="T45" fmla="*/ 121 h 152"/>
                  <a:gd name="T46" fmla="*/ 116 w 204"/>
                  <a:gd name="T47" fmla="*/ 125 h 152"/>
                  <a:gd name="T48" fmla="*/ 125 w 204"/>
                  <a:gd name="T49" fmla="*/ 120 h 152"/>
                  <a:gd name="T50" fmla="*/ 122 w 204"/>
                  <a:gd name="T51" fmla="*/ 129 h 152"/>
                  <a:gd name="T52" fmla="*/ 131 w 204"/>
                  <a:gd name="T53" fmla="*/ 132 h 152"/>
                  <a:gd name="T54" fmla="*/ 145 w 204"/>
                  <a:gd name="T55" fmla="*/ 147 h 152"/>
                  <a:gd name="T56" fmla="*/ 161 w 204"/>
                  <a:gd name="T57" fmla="*/ 145 h 152"/>
                  <a:gd name="T58" fmla="*/ 165 w 204"/>
                  <a:gd name="T59" fmla="*/ 149 h 152"/>
                  <a:gd name="T60" fmla="*/ 174 w 204"/>
                  <a:gd name="T61" fmla="*/ 145 h 152"/>
                  <a:gd name="T62" fmla="*/ 194 w 204"/>
                  <a:gd name="T63" fmla="*/ 118 h 152"/>
                  <a:gd name="T64" fmla="*/ 200 w 204"/>
                  <a:gd name="T65" fmla="*/ 108 h 152"/>
                  <a:gd name="T66" fmla="*/ 202 w 204"/>
                  <a:gd name="T67" fmla="*/ 96 h 152"/>
                  <a:gd name="T68" fmla="*/ 201 w 204"/>
                  <a:gd name="T69" fmla="*/ 83 h 152"/>
                  <a:gd name="T70" fmla="*/ 196 w 204"/>
                  <a:gd name="T71" fmla="*/ 70 h 152"/>
                  <a:gd name="T72" fmla="*/ 184 w 204"/>
                  <a:gd name="T73" fmla="*/ 59 h 152"/>
                  <a:gd name="T74" fmla="*/ 180 w 204"/>
                  <a:gd name="T75" fmla="*/ 50 h 152"/>
                  <a:gd name="T76" fmla="*/ 166 w 204"/>
                  <a:gd name="T77" fmla="*/ 36 h 152"/>
                  <a:gd name="T78" fmla="*/ 161 w 204"/>
                  <a:gd name="T79" fmla="*/ 20 h 152"/>
                  <a:gd name="T80" fmla="*/ 152 w 204"/>
                  <a:gd name="T81" fmla="*/ 8 h 152"/>
                  <a:gd name="T82" fmla="*/ 145 w 204"/>
                  <a:gd name="T83" fmla="*/ 6 h 152"/>
                  <a:gd name="T84" fmla="*/ 143 w 204"/>
                  <a:gd name="T85" fmla="*/ 16 h 152"/>
                  <a:gd name="T86" fmla="*/ 130 w 204"/>
                  <a:gd name="T87" fmla="*/ 31 h 152"/>
                  <a:gd name="T88" fmla="*/ 115 w 204"/>
                  <a:gd name="T89" fmla="*/ 17 h 152"/>
                  <a:gd name="T90" fmla="*/ 118 w 204"/>
                  <a:gd name="T91" fmla="*/ 11 h 152"/>
                  <a:gd name="T92" fmla="*/ 117 w 204"/>
                  <a:gd name="T93" fmla="*/ 8 h 152"/>
                  <a:gd name="T94" fmla="*/ 109 w 204"/>
                  <a:gd name="T95" fmla="*/ 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4" h="152">
                    <a:moveTo>
                      <a:pt x="101" y="4"/>
                    </a:moveTo>
                    <a:cubicBezTo>
                      <a:pt x="99" y="4"/>
                      <a:pt x="98" y="2"/>
                      <a:pt x="96" y="2"/>
                    </a:cubicBezTo>
                    <a:cubicBezTo>
                      <a:pt x="95" y="1"/>
                      <a:pt x="95" y="2"/>
                      <a:pt x="96" y="3"/>
                    </a:cubicBezTo>
                    <a:cubicBezTo>
                      <a:pt x="96" y="4"/>
                      <a:pt x="98" y="3"/>
                      <a:pt x="98" y="3"/>
                    </a:cubicBezTo>
                    <a:cubicBezTo>
                      <a:pt x="99" y="4"/>
                      <a:pt x="98" y="6"/>
                      <a:pt x="99" y="6"/>
                    </a:cubicBezTo>
                    <a:cubicBezTo>
                      <a:pt x="99" y="7"/>
                      <a:pt x="98" y="7"/>
                      <a:pt x="97" y="7"/>
                    </a:cubicBezTo>
                    <a:cubicBezTo>
                      <a:pt x="96" y="8"/>
                      <a:pt x="95" y="8"/>
                      <a:pt x="94" y="8"/>
                    </a:cubicBezTo>
                    <a:cubicBezTo>
                      <a:pt x="92" y="7"/>
                      <a:pt x="92" y="8"/>
                      <a:pt x="90" y="8"/>
                    </a:cubicBezTo>
                    <a:cubicBezTo>
                      <a:pt x="87" y="9"/>
                      <a:pt x="88" y="12"/>
                      <a:pt x="86" y="13"/>
                    </a:cubicBezTo>
                    <a:cubicBezTo>
                      <a:pt x="84" y="15"/>
                      <a:pt x="83" y="18"/>
                      <a:pt x="84" y="20"/>
                    </a:cubicBezTo>
                    <a:cubicBezTo>
                      <a:pt x="86" y="23"/>
                      <a:pt x="81" y="21"/>
                      <a:pt x="80" y="21"/>
                    </a:cubicBezTo>
                    <a:cubicBezTo>
                      <a:pt x="79" y="21"/>
                      <a:pt x="76" y="24"/>
                      <a:pt x="76" y="24"/>
                    </a:cubicBezTo>
                    <a:cubicBezTo>
                      <a:pt x="76" y="24"/>
                      <a:pt x="75" y="19"/>
                      <a:pt x="74" y="18"/>
                    </a:cubicBezTo>
                    <a:cubicBezTo>
                      <a:pt x="74" y="17"/>
                      <a:pt x="73" y="17"/>
                      <a:pt x="72" y="17"/>
                    </a:cubicBezTo>
                    <a:cubicBezTo>
                      <a:pt x="71" y="16"/>
                      <a:pt x="71" y="16"/>
                      <a:pt x="71" y="15"/>
                    </a:cubicBezTo>
                    <a:cubicBezTo>
                      <a:pt x="70" y="14"/>
                      <a:pt x="70" y="16"/>
                      <a:pt x="70" y="17"/>
                    </a:cubicBezTo>
                    <a:cubicBezTo>
                      <a:pt x="69" y="17"/>
                      <a:pt x="68" y="17"/>
                      <a:pt x="68" y="16"/>
                    </a:cubicBezTo>
                    <a:cubicBezTo>
                      <a:pt x="66" y="16"/>
                      <a:pt x="67" y="20"/>
                      <a:pt x="65" y="19"/>
                    </a:cubicBezTo>
                    <a:cubicBezTo>
                      <a:pt x="65" y="19"/>
                      <a:pt x="64" y="18"/>
                      <a:pt x="64" y="18"/>
                    </a:cubicBezTo>
                    <a:cubicBezTo>
                      <a:pt x="63" y="19"/>
                      <a:pt x="63" y="19"/>
                      <a:pt x="63" y="19"/>
                    </a:cubicBezTo>
                    <a:cubicBezTo>
                      <a:pt x="60" y="18"/>
                      <a:pt x="62" y="22"/>
                      <a:pt x="62" y="22"/>
                    </a:cubicBezTo>
                    <a:cubicBezTo>
                      <a:pt x="62" y="22"/>
                      <a:pt x="60" y="22"/>
                      <a:pt x="60" y="22"/>
                    </a:cubicBezTo>
                    <a:cubicBezTo>
                      <a:pt x="60" y="23"/>
                      <a:pt x="61" y="23"/>
                      <a:pt x="61" y="23"/>
                    </a:cubicBezTo>
                    <a:cubicBezTo>
                      <a:pt x="60" y="25"/>
                      <a:pt x="59" y="23"/>
                      <a:pt x="59" y="26"/>
                    </a:cubicBezTo>
                    <a:cubicBezTo>
                      <a:pt x="59" y="27"/>
                      <a:pt x="60" y="27"/>
                      <a:pt x="60" y="28"/>
                    </a:cubicBezTo>
                    <a:cubicBezTo>
                      <a:pt x="60" y="30"/>
                      <a:pt x="53" y="26"/>
                      <a:pt x="53" y="29"/>
                    </a:cubicBezTo>
                    <a:cubicBezTo>
                      <a:pt x="53" y="30"/>
                      <a:pt x="57" y="32"/>
                      <a:pt x="55" y="33"/>
                    </a:cubicBezTo>
                    <a:cubicBezTo>
                      <a:pt x="54" y="33"/>
                      <a:pt x="54" y="32"/>
                      <a:pt x="54" y="33"/>
                    </a:cubicBezTo>
                    <a:cubicBezTo>
                      <a:pt x="53" y="34"/>
                      <a:pt x="53" y="34"/>
                      <a:pt x="52" y="33"/>
                    </a:cubicBezTo>
                    <a:cubicBezTo>
                      <a:pt x="51" y="33"/>
                      <a:pt x="52" y="31"/>
                      <a:pt x="51" y="30"/>
                    </a:cubicBezTo>
                    <a:cubicBezTo>
                      <a:pt x="50" y="28"/>
                      <a:pt x="48" y="32"/>
                      <a:pt x="47" y="33"/>
                    </a:cubicBezTo>
                    <a:cubicBezTo>
                      <a:pt x="47" y="34"/>
                      <a:pt x="46" y="35"/>
                      <a:pt x="46" y="36"/>
                    </a:cubicBezTo>
                    <a:cubicBezTo>
                      <a:pt x="46" y="36"/>
                      <a:pt x="47" y="37"/>
                      <a:pt x="47" y="38"/>
                    </a:cubicBezTo>
                    <a:cubicBezTo>
                      <a:pt x="47" y="38"/>
                      <a:pt x="45" y="40"/>
                      <a:pt x="44" y="41"/>
                    </a:cubicBezTo>
                    <a:cubicBezTo>
                      <a:pt x="41" y="44"/>
                      <a:pt x="38" y="46"/>
                      <a:pt x="34" y="47"/>
                    </a:cubicBezTo>
                    <a:cubicBezTo>
                      <a:pt x="31" y="47"/>
                      <a:pt x="28" y="49"/>
                      <a:pt x="24" y="50"/>
                    </a:cubicBezTo>
                    <a:cubicBezTo>
                      <a:pt x="21" y="51"/>
                      <a:pt x="18" y="51"/>
                      <a:pt x="15" y="53"/>
                    </a:cubicBezTo>
                    <a:cubicBezTo>
                      <a:pt x="13" y="55"/>
                      <a:pt x="12" y="55"/>
                      <a:pt x="10" y="56"/>
                    </a:cubicBezTo>
                    <a:cubicBezTo>
                      <a:pt x="9" y="57"/>
                      <a:pt x="7" y="60"/>
                      <a:pt x="7" y="60"/>
                    </a:cubicBezTo>
                    <a:cubicBezTo>
                      <a:pt x="6" y="60"/>
                      <a:pt x="7" y="57"/>
                      <a:pt x="7" y="56"/>
                    </a:cubicBezTo>
                    <a:cubicBezTo>
                      <a:pt x="5" y="56"/>
                      <a:pt x="4" y="61"/>
                      <a:pt x="4" y="61"/>
                    </a:cubicBezTo>
                    <a:cubicBezTo>
                      <a:pt x="5" y="64"/>
                      <a:pt x="3" y="65"/>
                      <a:pt x="3" y="68"/>
                    </a:cubicBezTo>
                    <a:cubicBezTo>
                      <a:pt x="3" y="69"/>
                      <a:pt x="8" y="80"/>
                      <a:pt x="6" y="81"/>
                    </a:cubicBezTo>
                    <a:cubicBezTo>
                      <a:pt x="6" y="81"/>
                      <a:pt x="3" y="77"/>
                      <a:pt x="3" y="77"/>
                    </a:cubicBezTo>
                    <a:cubicBezTo>
                      <a:pt x="3" y="78"/>
                      <a:pt x="6" y="81"/>
                      <a:pt x="4" y="82"/>
                    </a:cubicBezTo>
                    <a:cubicBezTo>
                      <a:pt x="2" y="82"/>
                      <a:pt x="2" y="77"/>
                      <a:pt x="0" y="77"/>
                    </a:cubicBezTo>
                    <a:cubicBezTo>
                      <a:pt x="0" y="77"/>
                      <a:pt x="6" y="85"/>
                      <a:pt x="6" y="86"/>
                    </a:cubicBezTo>
                    <a:cubicBezTo>
                      <a:pt x="7" y="87"/>
                      <a:pt x="6" y="89"/>
                      <a:pt x="7" y="91"/>
                    </a:cubicBezTo>
                    <a:cubicBezTo>
                      <a:pt x="8" y="93"/>
                      <a:pt x="9" y="94"/>
                      <a:pt x="10" y="96"/>
                    </a:cubicBezTo>
                    <a:cubicBezTo>
                      <a:pt x="11" y="97"/>
                      <a:pt x="11" y="100"/>
                      <a:pt x="11" y="101"/>
                    </a:cubicBezTo>
                    <a:cubicBezTo>
                      <a:pt x="11" y="103"/>
                      <a:pt x="12" y="105"/>
                      <a:pt x="13" y="106"/>
                    </a:cubicBezTo>
                    <a:cubicBezTo>
                      <a:pt x="14" y="109"/>
                      <a:pt x="14" y="110"/>
                      <a:pt x="14" y="113"/>
                    </a:cubicBezTo>
                    <a:cubicBezTo>
                      <a:pt x="14" y="114"/>
                      <a:pt x="14" y="119"/>
                      <a:pt x="14" y="119"/>
                    </a:cubicBezTo>
                    <a:cubicBezTo>
                      <a:pt x="13" y="120"/>
                      <a:pt x="12" y="120"/>
                      <a:pt x="11" y="121"/>
                    </a:cubicBezTo>
                    <a:cubicBezTo>
                      <a:pt x="10" y="124"/>
                      <a:pt x="12" y="124"/>
                      <a:pt x="13" y="125"/>
                    </a:cubicBezTo>
                    <a:cubicBezTo>
                      <a:pt x="17" y="127"/>
                      <a:pt x="20" y="129"/>
                      <a:pt x="25" y="128"/>
                    </a:cubicBezTo>
                    <a:cubicBezTo>
                      <a:pt x="27" y="127"/>
                      <a:pt x="29" y="126"/>
                      <a:pt x="30" y="125"/>
                    </a:cubicBezTo>
                    <a:cubicBezTo>
                      <a:pt x="33" y="124"/>
                      <a:pt x="32" y="125"/>
                      <a:pt x="33" y="123"/>
                    </a:cubicBezTo>
                    <a:cubicBezTo>
                      <a:pt x="35" y="121"/>
                      <a:pt x="42" y="121"/>
                      <a:pt x="44" y="122"/>
                    </a:cubicBezTo>
                    <a:cubicBezTo>
                      <a:pt x="47" y="122"/>
                      <a:pt x="52" y="124"/>
                      <a:pt x="54" y="121"/>
                    </a:cubicBezTo>
                    <a:cubicBezTo>
                      <a:pt x="55" y="120"/>
                      <a:pt x="55" y="118"/>
                      <a:pt x="57" y="117"/>
                    </a:cubicBezTo>
                    <a:cubicBezTo>
                      <a:pt x="59" y="116"/>
                      <a:pt x="61" y="115"/>
                      <a:pt x="63" y="114"/>
                    </a:cubicBezTo>
                    <a:cubicBezTo>
                      <a:pt x="66" y="112"/>
                      <a:pt x="70" y="114"/>
                      <a:pt x="73" y="112"/>
                    </a:cubicBezTo>
                    <a:cubicBezTo>
                      <a:pt x="78" y="110"/>
                      <a:pt x="82" y="110"/>
                      <a:pt x="88" y="109"/>
                    </a:cubicBezTo>
                    <a:cubicBezTo>
                      <a:pt x="89" y="109"/>
                      <a:pt x="90" y="108"/>
                      <a:pt x="92" y="108"/>
                    </a:cubicBezTo>
                    <a:cubicBezTo>
                      <a:pt x="93" y="109"/>
                      <a:pt x="95" y="110"/>
                      <a:pt x="96" y="111"/>
                    </a:cubicBezTo>
                    <a:cubicBezTo>
                      <a:pt x="97" y="111"/>
                      <a:pt x="107" y="113"/>
                      <a:pt x="107" y="114"/>
                    </a:cubicBezTo>
                    <a:cubicBezTo>
                      <a:pt x="106" y="115"/>
                      <a:pt x="105" y="118"/>
                      <a:pt x="107" y="117"/>
                    </a:cubicBezTo>
                    <a:cubicBezTo>
                      <a:pt x="108" y="117"/>
                      <a:pt x="110" y="120"/>
                      <a:pt x="111" y="121"/>
                    </a:cubicBezTo>
                    <a:cubicBezTo>
                      <a:pt x="112" y="122"/>
                      <a:pt x="112" y="123"/>
                      <a:pt x="112" y="125"/>
                    </a:cubicBezTo>
                    <a:cubicBezTo>
                      <a:pt x="113" y="126"/>
                      <a:pt x="115" y="128"/>
                      <a:pt x="115" y="128"/>
                    </a:cubicBezTo>
                    <a:cubicBezTo>
                      <a:pt x="115" y="127"/>
                      <a:pt x="114" y="126"/>
                      <a:pt x="116" y="125"/>
                    </a:cubicBezTo>
                    <a:cubicBezTo>
                      <a:pt x="117" y="124"/>
                      <a:pt x="118" y="123"/>
                      <a:pt x="120" y="122"/>
                    </a:cubicBezTo>
                    <a:cubicBezTo>
                      <a:pt x="121" y="121"/>
                      <a:pt x="126" y="116"/>
                      <a:pt x="125" y="115"/>
                    </a:cubicBezTo>
                    <a:cubicBezTo>
                      <a:pt x="126" y="117"/>
                      <a:pt x="125" y="118"/>
                      <a:pt x="125" y="120"/>
                    </a:cubicBezTo>
                    <a:cubicBezTo>
                      <a:pt x="126" y="121"/>
                      <a:pt x="124" y="122"/>
                      <a:pt x="124" y="122"/>
                    </a:cubicBezTo>
                    <a:cubicBezTo>
                      <a:pt x="123" y="124"/>
                      <a:pt x="123" y="125"/>
                      <a:pt x="123" y="126"/>
                    </a:cubicBezTo>
                    <a:cubicBezTo>
                      <a:pt x="123" y="128"/>
                      <a:pt x="119" y="129"/>
                      <a:pt x="122" y="129"/>
                    </a:cubicBezTo>
                    <a:cubicBezTo>
                      <a:pt x="126" y="129"/>
                      <a:pt x="124" y="125"/>
                      <a:pt x="125" y="123"/>
                    </a:cubicBezTo>
                    <a:cubicBezTo>
                      <a:pt x="125" y="123"/>
                      <a:pt x="129" y="127"/>
                      <a:pt x="128" y="129"/>
                    </a:cubicBezTo>
                    <a:cubicBezTo>
                      <a:pt x="125" y="133"/>
                      <a:pt x="129" y="130"/>
                      <a:pt x="131" y="132"/>
                    </a:cubicBezTo>
                    <a:cubicBezTo>
                      <a:pt x="134" y="135"/>
                      <a:pt x="134" y="136"/>
                      <a:pt x="134" y="139"/>
                    </a:cubicBezTo>
                    <a:cubicBezTo>
                      <a:pt x="133" y="142"/>
                      <a:pt x="137" y="145"/>
                      <a:pt x="139" y="145"/>
                    </a:cubicBezTo>
                    <a:cubicBezTo>
                      <a:pt x="141" y="146"/>
                      <a:pt x="143" y="147"/>
                      <a:pt x="145" y="147"/>
                    </a:cubicBezTo>
                    <a:cubicBezTo>
                      <a:pt x="147" y="147"/>
                      <a:pt x="151" y="152"/>
                      <a:pt x="153" y="151"/>
                    </a:cubicBezTo>
                    <a:cubicBezTo>
                      <a:pt x="155" y="150"/>
                      <a:pt x="157" y="149"/>
                      <a:pt x="158" y="147"/>
                    </a:cubicBezTo>
                    <a:cubicBezTo>
                      <a:pt x="158" y="147"/>
                      <a:pt x="160" y="144"/>
                      <a:pt x="161" y="145"/>
                    </a:cubicBezTo>
                    <a:cubicBezTo>
                      <a:pt x="161" y="146"/>
                      <a:pt x="159" y="147"/>
                      <a:pt x="160" y="148"/>
                    </a:cubicBezTo>
                    <a:cubicBezTo>
                      <a:pt x="161" y="149"/>
                      <a:pt x="161" y="146"/>
                      <a:pt x="162" y="146"/>
                    </a:cubicBezTo>
                    <a:cubicBezTo>
                      <a:pt x="162" y="146"/>
                      <a:pt x="164" y="149"/>
                      <a:pt x="165" y="149"/>
                    </a:cubicBezTo>
                    <a:cubicBezTo>
                      <a:pt x="165" y="150"/>
                      <a:pt x="167" y="152"/>
                      <a:pt x="168" y="152"/>
                    </a:cubicBezTo>
                    <a:cubicBezTo>
                      <a:pt x="167" y="152"/>
                      <a:pt x="170" y="149"/>
                      <a:pt x="170" y="149"/>
                    </a:cubicBezTo>
                    <a:cubicBezTo>
                      <a:pt x="172" y="148"/>
                      <a:pt x="173" y="146"/>
                      <a:pt x="174" y="145"/>
                    </a:cubicBezTo>
                    <a:cubicBezTo>
                      <a:pt x="177" y="144"/>
                      <a:pt x="185" y="146"/>
                      <a:pt x="185" y="142"/>
                    </a:cubicBezTo>
                    <a:cubicBezTo>
                      <a:pt x="186" y="137"/>
                      <a:pt x="187" y="134"/>
                      <a:pt x="188" y="130"/>
                    </a:cubicBezTo>
                    <a:cubicBezTo>
                      <a:pt x="190" y="126"/>
                      <a:pt x="191" y="122"/>
                      <a:pt x="194" y="118"/>
                    </a:cubicBezTo>
                    <a:cubicBezTo>
                      <a:pt x="195" y="117"/>
                      <a:pt x="197" y="116"/>
                      <a:pt x="198" y="114"/>
                    </a:cubicBezTo>
                    <a:cubicBezTo>
                      <a:pt x="198" y="113"/>
                      <a:pt x="198" y="113"/>
                      <a:pt x="198" y="112"/>
                    </a:cubicBezTo>
                    <a:cubicBezTo>
                      <a:pt x="199" y="111"/>
                      <a:pt x="200" y="110"/>
                      <a:pt x="200" y="108"/>
                    </a:cubicBezTo>
                    <a:cubicBezTo>
                      <a:pt x="201" y="106"/>
                      <a:pt x="200" y="104"/>
                      <a:pt x="201" y="102"/>
                    </a:cubicBezTo>
                    <a:cubicBezTo>
                      <a:pt x="201" y="101"/>
                      <a:pt x="202" y="100"/>
                      <a:pt x="202" y="99"/>
                    </a:cubicBezTo>
                    <a:cubicBezTo>
                      <a:pt x="203" y="98"/>
                      <a:pt x="201" y="97"/>
                      <a:pt x="202" y="96"/>
                    </a:cubicBezTo>
                    <a:cubicBezTo>
                      <a:pt x="203" y="95"/>
                      <a:pt x="204" y="92"/>
                      <a:pt x="203" y="91"/>
                    </a:cubicBezTo>
                    <a:cubicBezTo>
                      <a:pt x="203" y="89"/>
                      <a:pt x="202" y="88"/>
                      <a:pt x="202" y="87"/>
                    </a:cubicBezTo>
                    <a:cubicBezTo>
                      <a:pt x="201" y="86"/>
                      <a:pt x="201" y="84"/>
                      <a:pt x="201" y="83"/>
                    </a:cubicBezTo>
                    <a:cubicBezTo>
                      <a:pt x="200" y="79"/>
                      <a:pt x="203" y="77"/>
                      <a:pt x="202" y="73"/>
                    </a:cubicBezTo>
                    <a:cubicBezTo>
                      <a:pt x="202" y="74"/>
                      <a:pt x="201" y="76"/>
                      <a:pt x="200" y="76"/>
                    </a:cubicBezTo>
                    <a:cubicBezTo>
                      <a:pt x="198" y="76"/>
                      <a:pt x="197" y="72"/>
                      <a:pt x="196" y="70"/>
                    </a:cubicBezTo>
                    <a:cubicBezTo>
                      <a:pt x="194" y="67"/>
                      <a:pt x="190" y="67"/>
                      <a:pt x="190" y="62"/>
                    </a:cubicBezTo>
                    <a:cubicBezTo>
                      <a:pt x="189" y="60"/>
                      <a:pt x="188" y="60"/>
                      <a:pt x="187" y="59"/>
                    </a:cubicBezTo>
                    <a:cubicBezTo>
                      <a:pt x="185" y="58"/>
                      <a:pt x="185" y="61"/>
                      <a:pt x="184" y="59"/>
                    </a:cubicBezTo>
                    <a:cubicBezTo>
                      <a:pt x="184" y="56"/>
                      <a:pt x="183" y="55"/>
                      <a:pt x="181" y="53"/>
                    </a:cubicBezTo>
                    <a:cubicBezTo>
                      <a:pt x="181" y="53"/>
                      <a:pt x="180" y="52"/>
                      <a:pt x="180" y="51"/>
                    </a:cubicBezTo>
                    <a:cubicBezTo>
                      <a:pt x="179" y="51"/>
                      <a:pt x="180" y="49"/>
                      <a:pt x="180" y="50"/>
                    </a:cubicBezTo>
                    <a:cubicBezTo>
                      <a:pt x="178" y="48"/>
                      <a:pt x="176" y="47"/>
                      <a:pt x="174" y="46"/>
                    </a:cubicBezTo>
                    <a:cubicBezTo>
                      <a:pt x="172" y="44"/>
                      <a:pt x="169" y="45"/>
                      <a:pt x="168" y="43"/>
                    </a:cubicBezTo>
                    <a:cubicBezTo>
                      <a:pt x="166" y="41"/>
                      <a:pt x="167" y="37"/>
                      <a:pt x="166" y="36"/>
                    </a:cubicBezTo>
                    <a:cubicBezTo>
                      <a:pt x="166" y="34"/>
                      <a:pt x="166" y="32"/>
                      <a:pt x="165" y="31"/>
                    </a:cubicBezTo>
                    <a:cubicBezTo>
                      <a:pt x="164" y="30"/>
                      <a:pt x="163" y="30"/>
                      <a:pt x="163" y="28"/>
                    </a:cubicBezTo>
                    <a:cubicBezTo>
                      <a:pt x="163" y="26"/>
                      <a:pt x="163" y="23"/>
                      <a:pt x="161" y="20"/>
                    </a:cubicBezTo>
                    <a:cubicBezTo>
                      <a:pt x="160" y="20"/>
                      <a:pt x="158" y="17"/>
                      <a:pt x="158" y="18"/>
                    </a:cubicBezTo>
                    <a:cubicBezTo>
                      <a:pt x="156" y="18"/>
                      <a:pt x="156" y="19"/>
                      <a:pt x="155" y="17"/>
                    </a:cubicBezTo>
                    <a:cubicBezTo>
                      <a:pt x="153" y="15"/>
                      <a:pt x="154" y="11"/>
                      <a:pt x="152" y="8"/>
                    </a:cubicBezTo>
                    <a:cubicBezTo>
                      <a:pt x="152" y="7"/>
                      <a:pt x="148" y="0"/>
                      <a:pt x="148" y="0"/>
                    </a:cubicBezTo>
                    <a:cubicBezTo>
                      <a:pt x="147" y="0"/>
                      <a:pt x="147" y="2"/>
                      <a:pt x="147" y="3"/>
                    </a:cubicBezTo>
                    <a:cubicBezTo>
                      <a:pt x="147" y="4"/>
                      <a:pt x="146" y="5"/>
                      <a:pt x="145" y="6"/>
                    </a:cubicBezTo>
                    <a:cubicBezTo>
                      <a:pt x="145" y="6"/>
                      <a:pt x="143" y="8"/>
                      <a:pt x="144" y="9"/>
                    </a:cubicBezTo>
                    <a:cubicBezTo>
                      <a:pt x="144" y="9"/>
                      <a:pt x="146" y="9"/>
                      <a:pt x="145" y="10"/>
                    </a:cubicBezTo>
                    <a:cubicBezTo>
                      <a:pt x="144" y="10"/>
                      <a:pt x="143" y="15"/>
                      <a:pt x="143" y="16"/>
                    </a:cubicBezTo>
                    <a:cubicBezTo>
                      <a:pt x="144" y="18"/>
                      <a:pt x="144" y="20"/>
                      <a:pt x="144" y="22"/>
                    </a:cubicBezTo>
                    <a:cubicBezTo>
                      <a:pt x="143" y="26"/>
                      <a:pt x="143" y="36"/>
                      <a:pt x="137" y="36"/>
                    </a:cubicBezTo>
                    <a:cubicBezTo>
                      <a:pt x="133" y="36"/>
                      <a:pt x="133" y="32"/>
                      <a:pt x="130" y="31"/>
                    </a:cubicBezTo>
                    <a:cubicBezTo>
                      <a:pt x="128" y="30"/>
                      <a:pt x="126" y="30"/>
                      <a:pt x="124" y="28"/>
                    </a:cubicBezTo>
                    <a:cubicBezTo>
                      <a:pt x="123" y="27"/>
                      <a:pt x="112" y="21"/>
                      <a:pt x="113" y="20"/>
                    </a:cubicBezTo>
                    <a:cubicBezTo>
                      <a:pt x="113" y="19"/>
                      <a:pt x="114" y="18"/>
                      <a:pt x="115" y="17"/>
                    </a:cubicBezTo>
                    <a:cubicBezTo>
                      <a:pt x="115" y="16"/>
                      <a:pt x="117" y="16"/>
                      <a:pt x="117" y="15"/>
                    </a:cubicBezTo>
                    <a:cubicBezTo>
                      <a:pt x="117" y="15"/>
                      <a:pt x="116" y="14"/>
                      <a:pt x="116" y="13"/>
                    </a:cubicBezTo>
                    <a:cubicBezTo>
                      <a:pt x="117" y="12"/>
                      <a:pt x="117" y="12"/>
                      <a:pt x="118" y="11"/>
                    </a:cubicBezTo>
                    <a:cubicBezTo>
                      <a:pt x="118" y="10"/>
                      <a:pt x="120" y="9"/>
                      <a:pt x="121" y="8"/>
                    </a:cubicBezTo>
                    <a:cubicBezTo>
                      <a:pt x="121" y="7"/>
                      <a:pt x="119" y="5"/>
                      <a:pt x="118" y="6"/>
                    </a:cubicBezTo>
                    <a:cubicBezTo>
                      <a:pt x="118" y="6"/>
                      <a:pt x="117" y="8"/>
                      <a:pt x="117" y="8"/>
                    </a:cubicBezTo>
                    <a:cubicBezTo>
                      <a:pt x="116" y="7"/>
                      <a:pt x="116" y="7"/>
                      <a:pt x="115" y="6"/>
                    </a:cubicBezTo>
                    <a:cubicBezTo>
                      <a:pt x="115" y="5"/>
                      <a:pt x="113" y="7"/>
                      <a:pt x="112" y="7"/>
                    </a:cubicBezTo>
                    <a:cubicBezTo>
                      <a:pt x="111" y="8"/>
                      <a:pt x="110" y="7"/>
                      <a:pt x="109" y="7"/>
                    </a:cubicBezTo>
                    <a:cubicBezTo>
                      <a:pt x="107" y="6"/>
                      <a:pt x="104" y="5"/>
                      <a:pt x="101" y="4"/>
                    </a:cubicBezTo>
                    <a:cubicBezTo>
                      <a:pt x="99" y="4"/>
                      <a:pt x="103" y="5"/>
                      <a:pt x="101"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 name="Freeform 404">
                <a:extLst>
                  <a:ext uri="{FF2B5EF4-FFF2-40B4-BE49-F238E27FC236}">
                    <a16:creationId xmlns:a16="http://schemas.microsoft.com/office/drawing/2014/main" id="{36B9DA72-9F75-66A7-8752-CD69C7EF3AB0}"/>
                  </a:ext>
                </a:extLst>
              </p:cNvPr>
              <p:cNvSpPr>
                <a:spLocks/>
              </p:cNvSpPr>
              <p:nvPr/>
            </p:nvSpPr>
            <p:spPr bwMode="auto">
              <a:xfrm>
                <a:off x="11416754" y="5927165"/>
                <a:ext cx="372610" cy="563840"/>
              </a:xfrm>
              <a:custGeom>
                <a:avLst/>
                <a:gdLst>
                  <a:gd name="T0" fmla="*/ 7 w 40"/>
                  <a:gd name="T1" fmla="*/ 0 h 60"/>
                  <a:gd name="T2" fmla="*/ 4 w 40"/>
                  <a:gd name="T3" fmla="*/ 3 h 60"/>
                  <a:gd name="T4" fmla="*/ 2 w 40"/>
                  <a:gd name="T5" fmla="*/ 8 h 60"/>
                  <a:gd name="T6" fmla="*/ 5 w 40"/>
                  <a:gd name="T7" fmla="*/ 14 h 60"/>
                  <a:gd name="T8" fmla="*/ 3 w 40"/>
                  <a:gd name="T9" fmla="*/ 18 h 60"/>
                  <a:gd name="T10" fmla="*/ 3 w 40"/>
                  <a:gd name="T11" fmla="*/ 19 h 60"/>
                  <a:gd name="T12" fmla="*/ 2 w 40"/>
                  <a:gd name="T13" fmla="*/ 23 h 60"/>
                  <a:gd name="T14" fmla="*/ 5 w 40"/>
                  <a:gd name="T15" fmla="*/ 23 h 60"/>
                  <a:gd name="T16" fmla="*/ 7 w 40"/>
                  <a:gd name="T17" fmla="*/ 19 h 60"/>
                  <a:gd name="T18" fmla="*/ 7 w 40"/>
                  <a:gd name="T19" fmla="*/ 23 h 60"/>
                  <a:gd name="T20" fmla="*/ 11 w 40"/>
                  <a:gd name="T21" fmla="*/ 27 h 60"/>
                  <a:gd name="T22" fmla="*/ 14 w 40"/>
                  <a:gd name="T23" fmla="*/ 30 h 60"/>
                  <a:gd name="T24" fmla="*/ 16 w 40"/>
                  <a:gd name="T25" fmla="*/ 36 h 60"/>
                  <a:gd name="T26" fmla="*/ 8 w 40"/>
                  <a:gd name="T27" fmla="*/ 39 h 60"/>
                  <a:gd name="T28" fmla="*/ 9 w 40"/>
                  <a:gd name="T29" fmla="*/ 42 h 60"/>
                  <a:gd name="T30" fmla="*/ 5 w 40"/>
                  <a:gd name="T31" fmla="*/ 47 h 60"/>
                  <a:gd name="T32" fmla="*/ 9 w 40"/>
                  <a:gd name="T33" fmla="*/ 48 h 60"/>
                  <a:gd name="T34" fmla="*/ 18 w 40"/>
                  <a:gd name="T35" fmla="*/ 48 h 60"/>
                  <a:gd name="T36" fmla="*/ 10 w 40"/>
                  <a:gd name="T37" fmla="*/ 52 h 60"/>
                  <a:gd name="T38" fmla="*/ 7 w 40"/>
                  <a:gd name="T39" fmla="*/ 55 h 60"/>
                  <a:gd name="T40" fmla="*/ 3 w 40"/>
                  <a:gd name="T41" fmla="*/ 59 h 60"/>
                  <a:gd name="T42" fmla="*/ 5 w 40"/>
                  <a:gd name="T43" fmla="*/ 60 h 60"/>
                  <a:gd name="T44" fmla="*/ 12 w 40"/>
                  <a:gd name="T45" fmla="*/ 57 h 60"/>
                  <a:gd name="T46" fmla="*/ 19 w 40"/>
                  <a:gd name="T47" fmla="*/ 55 h 60"/>
                  <a:gd name="T48" fmla="*/ 27 w 40"/>
                  <a:gd name="T49" fmla="*/ 54 h 60"/>
                  <a:gd name="T50" fmla="*/ 38 w 40"/>
                  <a:gd name="T51" fmla="*/ 51 h 60"/>
                  <a:gd name="T52" fmla="*/ 38 w 40"/>
                  <a:gd name="T53" fmla="*/ 46 h 60"/>
                  <a:gd name="T54" fmla="*/ 32 w 40"/>
                  <a:gd name="T55" fmla="*/ 41 h 60"/>
                  <a:gd name="T56" fmla="*/ 31 w 40"/>
                  <a:gd name="T57" fmla="*/ 36 h 60"/>
                  <a:gd name="T58" fmla="*/ 30 w 40"/>
                  <a:gd name="T59" fmla="*/ 34 h 60"/>
                  <a:gd name="T60" fmla="*/ 23 w 40"/>
                  <a:gd name="T61" fmla="*/ 25 h 60"/>
                  <a:gd name="T62" fmla="*/ 12 w 40"/>
                  <a:gd name="T63" fmla="*/ 18 h 60"/>
                  <a:gd name="T64" fmla="*/ 14 w 40"/>
                  <a:gd name="T65" fmla="*/ 16 h 60"/>
                  <a:gd name="T66" fmla="*/ 21 w 40"/>
                  <a:gd name="T67" fmla="*/ 8 h 60"/>
                  <a:gd name="T68" fmla="*/ 9 w 40"/>
                  <a:gd name="T69" fmla="*/ 7 h 60"/>
                  <a:gd name="T70" fmla="*/ 9 w 40"/>
                  <a:gd name="T71" fmla="*/ 6 h 60"/>
                  <a:gd name="T72" fmla="*/ 15 w 40"/>
                  <a:gd name="T73"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60">
                    <a:moveTo>
                      <a:pt x="15" y="0"/>
                    </a:moveTo>
                    <a:cubicBezTo>
                      <a:pt x="12" y="0"/>
                      <a:pt x="10" y="1"/>
                      <a:pt x="7" y="0"/>
                    </a:cubicBezTo>
                    <a:cubicBezTo>
                      <a:pt x="6" y="0"/>
                      <a:pt x="5" y="0"/>
                      <a:pt x="5" y="1"/>
                    </a:cubicBezTo>
                    <a:cubicBezTo>
                      <a:pt x="6" y="3"/>
                      <a:pt x="5" y="2"/>
                      <a:pt x="4" y="3"/>
                    </a:cubicBezTo>
                    <a:cubicBezTo>
                      <a:pt x="5" y="2"/>
                      <a:pt x="5" y="4"/>
                      <a:pt x="5" y="4"/>
                    </a:cubicBezTo>
                    <a:cubicBezTo>
                      <a:pt x="4" y="6"/>
                      <a:pt x="1" y="5"/>
                      <a:pt x="2" y="8"/>
                    </a:cubicBezTo>
                    <a:cubicBezTo>
                      <a:pt x="4" y="10"/>
                      <a:pt x="3" y="11"/>
                      <a:pt x="2" y="13"/>
                    </a:cubicBezTo>
                    <a:cubicBezTo>
                      <a:pt x="2" y="15"/>
                      <a:pt x="4" y="15"/>
                      <a:pt x="5" y="14"/>
                    </a:cubicBezTo>
                    <a:cubicBezTo>
                      <a:pt x="4" y="15"/>
                      <a:pt x="5" y="15"/>
                      <a:pt x="5" y="16"/>
                    </a:cubicBezTo>
                    <a:cubicBezTo>
                      <a:pt x="5" y="15"/>
                      <a:pt x="3" y="18"/>
                      <a:pt x="3" y="18"/>
                    </a:cubicBezTo>
                    <a:cubicBezTo>
                      <a:pt x="2" y="18"/>
                      <a:pt x="0" y="18"/>
                      <a:pt x="0" y="20"/>
                    </a:cubicBezTo>
                    <a:cubicBezTo>
                      <a:pt x="1" y="20"/>
                      <a:pt x="2" y="18"/>
                      <a:pt x="3" y="19"/>
                    </a:cubicBezTo>
                    <a:cubicBezTo>
                      <a:pt x="3" y="20"/>
                      <a:pt x="3" y="21"/>
                      <a:pt x="3" y="21"/>
                    </a:cubicBezTo>
                    <a:cubicBezTo>
                      <a:pt x="2" y="22"/>
                      <a:pt x="2" y="23"/>
                      <a:pt x="2" y="23"/>
                    </a:cubicBezTo>
                    <a:cubicBezTo>
                      <a:pt x="2" y="24"/>
                      <a:pt x="3" y="22"/>
                      <a:pt x="4" y="22"/>
                    </a:cubicBezTo>
                    <a:cubicBezTo>
                      <a:pt x="4" y="21"/>
                      <a:pt x="5" y="23"/>
                      <a:pt x="5" y="23"/>
                    </a:cubicBezTo>
                    <a:cubicBezTo>
                      <a:pt x="6" y="23"/>
                      <a:pt x="5" y="19"/>
                      <a:pt x="4" y="19"/>
                    </a:cubicBezTo>
                    <a:cubicBezTo>
                      <a:pt x="5" y="19"/>
                      <a:pt x="7" y="20"/>
                      <a:pt x="7" y="19"/>
                    </a:cubicBezTo>
                    <a:cubicBezTo>
                      <a:pt x="7" y="19"/>
                      <a:pt x="6" y="20"/>
                      <a:pt x="6" y="20"/>
                    </a:cubicBezTo>
                    <a:cubicBezTo>
                      <a:pt x="6" y="21"/>
                      <a:pt x="7" y="22"/>
                      <a:pt x="7" y="23"/>
                    </a:cubicBezTo>
                    <a:cubicBezTo>
                      <a:pt x="7" y="24"/>
                      <a:pt x="4" y="27"/>
                      <a:pt x="7" y="27"/>
                    </a:cubicBezTo>
                    <a:cubicBezTo>
                      <a:pt x="7" y="27"/>
                      <a:pt x="10" y="27"/>
                      <a:pt x="11" y="27"/>
                    </a:cubicBezTo>
                    <a:cubicBezTo>
                      <a:pt x="12" y="26"/>
                      <a:pt x="15" y="26"/>
                      <a:pt x="15" y="26"/>
                    </a:cubicBezTo>
                    <a:cubicBezTo>
                      <a:pt x="14" y="28"/>
                      <a:pt x="13" y="28"/>
                      <a:pt x="14" y="30"/>
                    </a:cubicBezTo>
                    <a:cubicBezTo>
                      <a:pt x="15" y="33"/>
                      <a:pt x="15" y="31"/>
                      <a:pt x="16" y="32"/>
                    </a:cubicBezTo>
                    <a:cubicBezTo>
                      <a:pt x="16" y="33"/>
                      <a:pt x="15" y="35"/>
                      <a:pt x="16" y="36"/>
                    </a:cubicBezTo>
                    <a:cubicBezTo>
                      <a:pt x="17" y="38"/>
                      <a:pt x="14" y="38"/>
                      <a:pt x="13" y="38"/>
                    </a:cubicBezTo>
                    <a:cubicBezTo>
                      <a:pt x="11" y="39"/>
                      <a:pt x="10" y="37"/>
                      <a:pt x="8" y="39"/>
                    </a:cubicBezTo>
                    <a:cubicBezTo>
                      <a:pt x="7" y="41"/>
                      <a:pt x="12" y="40"/>
                      <a:pt x="11" y="41"/>
                    </a:cubicBezTo>
                    <a:cubicBezTo>
                      <a:pt x="11" y="41"/>
                      <a:pt x="9" y="42"/>
                      <a:pt x="9" y="42"/>
                    </a:cubicBezTo>
                    <a:cubicBezTo>
                      <a:pt x="9" y="43"/>
                      <a:pt x="10" y="43"/>
                      <a:pt x="9" y="44"/>
                    </a:cubicBezTo>
                    <a:cubicBezTo>
                      <a:pt x="8" y="45"/>
                      <a:pt x="7" y="46"/>
                      <a:pt x="5" y="47"/>
                    </a:cubicBezTo>
                    <a:cubicBezTo>
                      <a:pt x="4" y="48"/>
                      <a:pt x="6" y="49"/>
                      <a:pt x="6" y="49"/>
                    </a:cubicBezTo>
                    <a:cubicBezTo>
                      <a:pt x="7" y="49"/>
                      <a:pt x="9" y="48"/>
                      <a:pt x="9" y="48"/>
                    </a:cubicBezTo>
                    <a:cubicBezTo>
                      <a:pt x="9" y="49"/>
                      <a:pt x="12" y="49"/>
                      <a:pt x="13" y="50"/>
                    </a:cubicBezTo>
                    <a:cubicBezTo>
                      <a:pt x="15" y="50"/>
                      <a:pt x="17" y="48"/>
                      <a:pt x="18" y="48"/>
                    </a:cubicBezTo>
                    <a:cubicBezTo>
                      <a:pt x="18" y="48"/>
                      <a:pt x="16" y="53"/>
                      <a:pt x="13" y="52"/>
                    </a:cubicBezTo>
                    <a:cubicBezTo>
                      <a:pt x="12" y="51"/>
                      <a:pt x="11" y="52"/>
                      <a:pt x="10" y="52"/>
                    </a:cubicBezTo>
                    <a:cubicBezTo>
                      <a:pt x="8" y="52"/>
                      <a:pt x="9" y="51"/>
                      <a:pt x="8" y="51"/>
                    </a:cubicBezTo>
                    <a:cubicBezTo>
                      <a:pt x="8" y="51"/>
                      <a:pt x="8" y="54"/>
                      <a:pt x="7" y="55"/>
                    </a:cubicBezTo>
                    <a:cubicBezTo>
                      <a:pt x="7" y="55"/>
                      <a:pt x="6" y="56"/>
                      <a:pt x="5" y="57"/>
                    </a:cubicBezTo>
                    <a:cubicBezTo>
                      <a:pt x="5" y="57"/>
                      <a:pt x="3" y="58"/>
                      <a:pt x="3" y="59"/>
                    </a:cubicBezTo>
                    <a:cubicBezTo>
                      <a:pt x="3" y="59"/>
                      <a:pt x="5" y="59"/>
                      <a:pt x="5" y="59"/>
                    </a:cubicBezTo>
                    <a:cubicBezTo>
                      <a:pt x="5" y="59"/>
                      <a:pt x="4" y="59"/>
                      <a:pt x="5" y="60"/>
                    </a:cubicBezTo>
                    <a:cubicBezTo>
                      <a:pt x="5" y="60"/>
                      <a:pt x="7" y="57"/>
                      <a:pt x="8" y="57"/>
                    </a:cubicBezTo>
                    <a:cubicBezTo>
                      <a:pt x="9" y="57"/>
                      <a:pt x="11" y="58"/>
                      <a:pt x="12" y="57"/>
                    </a:cubicBezTo>
                    <a:cubicBezTo>
                      <a:pt x="14" y="57"/>
                      <a:pt x="13" y="55"/>
                      <a:pt x="15" y="55"/>
                    </a:cubicBezTo>
                    <a:cubicBezTo>
                      <a:pt x="16" y="54"/>
                      <a:pt x="17" y="55"/>
                      <a:pt x="19" y="55"/>
                    </a:cubicBezTo>
                    <a:cubicBezTo>
                      <a:pt x="20" y="56"/>
                      <a:pt x="21" y="54"/>
                      <a:pt x="23" y="55"/>
                    </a:cubicBezTo>
                    <a:cubicBezTo>
                      <a:pt x="24" y="56"/>
                      <a:pt x="26" y="55"/>
                      <a:pt x="27" y="54"/>
                    </a:cubicBezTo>
                    <a:cubicBezTo>
                      <a:pt x="29" y="54"/>
                      <a:pt x="32" y="54"/>
                      <a:pt x="34" y="54"/>
                    </a:cubicBezTo>
                    <a:cubicBezTo>
                      <a:pt x="34" y="54"/>
                      <a:pt x="38" y="51"/>
                      <a:pt x="38" y="51"/>
                    </a:cubicBezTo>
                    <a:cubicBezTo>
                      <a:pt x="37" y="50"/>
                      <a:pt x="33" y="51"/>
                      <a:pt x="33" y="50"/>
                    </a:cubicBezTo>
                    <a:cubicBezTo>
                      <a:pt x="33" y="49"/>
                      <a:pt x="37" y="46"/>
                      <a:pt x="38" y="46"/>
                    </a:cubicBezTo>
                    <a:cubicBezTo>
                      <a:pt x="39" y="44"/>
                      <a:pt x="40" y="40"/>
                      <a:pt x="36" y="40"/>
                    </a:cubicBezTo>
                    <a:cubicBezTo>
                      <a:pt x="35" y="40"/>
                      <a:pt x="33" y="41"/>
                      <a:pt x="32" y="41"/>
                    </a:cubicBezTo>
                    <a:cubicBezTo>
                      <a:pt x="30" y="40"/>
                      <a:pt x="32" y="40"/>
                      <a:pt x="32" y="39"/>
                    </a:cubicBezTo>
                    <a:cubicBezTo>
                      <a:pt x="32" y="38"/>
                      <a:pt x="32" y="37"/>
                      <a:pt x="31" y="36"/>
                    </a:cubicBezTo>
                    <a:cubicBezTo>
                      <a:pt x="31" y="36"/>
                      <a:pt x="27" y="35"/>
                      <a:pt x="28" y="34"/>
                    </a:cubicBezTo>
                    <a:cubicBezTo>
                      <a:pt x="28" y="34"/>
                      <a:pt x="30" y="35"/>
                      <a:pt x="30" y="34"/>
                    </a:cubicBezTo>
                    <a:cubicBezTo>
                      <a:pt x="31" y="33"/>
                      <a:pt x="30" y="32"/>
                      <a:pt x="29" y="31"/>
                    </a:cubicBezTo>
                    <a:cubicBezTo>
                      <a:pt x="26" y="29"/>
                      <a:pt x="25" y="29"/>
                      <a:pt x="23" y="25"/>
                    </a:cubicBezTo>
                    <a:cubicBezTo>
                      <a:pt x="22" y="23"/>
                      <a:pt x="21" y="21"/>
                      <a:pt x="18" y="19"/>
                    </a:cubicBezTo>
                    <a:cubicBezTo>
                      <a:pt x="17" y="18"/>
                      <a:pt x="13" y="20"/>
                      <a:pt x="12" y="18"/>
                    </a:cubicBezTo>
                    <a:cubicBezTo>
                      <a:pt x="12" y="18"/>
                      <a:pt x="18" y="17"/>
                      <a:pt x="17" y="16"/>
                    </a:cubicBezTo>
                    <a:cubicBezTo>
                      <a:pt x="17" y="16"/>
                      <a:pt x="15" y="17"/>
                      <a:pt x="14" y="16"/>
                    </a:cubicBezTo>
                    <a:cubicBezTo>
                      <a:pt x="14" y="16"/>
                      <a:pt x="18" y="15"/>
                      <a:pt x="18" y="15"/>
                    </a:cubicBezTo>
                    <a:cubicBezTo>
                      <a:pt x="19" y="14"/>
                      <a:pt x="22" y="9"/>
                      <a:pt x="21" y="8"/>
                    </a:cubicBezTo>
                    <a:cubicBezTo>
                      <a:pt x="20" y="6"/>
                      <a:pt x="17" y="6"/>
                      <a:pt x="15" y="6"/>
                    </a:cubicBezTo>
                    <a:cubicBezTo>
                      <a:pt x="14" y="7"/>
                      <a:pt x="9" y="7"/>
                      <a:pt x="9" y="7"/>
                    </a:cubicBezTo>
                    <a:cubicBezTo>
                      <a:pt x="9" y="7"/>
                      <a:pt x="11" y="6"/>
                      <a:pt x="11" y="6"/>
                    </a:cubicBezTo>
                    <a:cubicBezTo>
                      <a:pt x="11" y="6"/>
                      <a:pt x="9" y="5"/>
                      <a:pt x="9" y="6"/>
                    </a:cubicBezTo>
                    <a:cubicBezTo>
                      <a:pt x="9" y="5"/>
                      <a:pt x="18" y="1"/>
                      <a:pt x="15" y="0"/>
                    </a:cubicBezTo>
                    <a:cubicBezTo>
                      <a:pt x="14" y="0"/>
                      <a:pt x="17" y="1"/>
                      <a:pt x="15"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 name="Freeform 405">
                <a:extLst>
                  <a:ext uri="{FF2B5EF4-FFF2-40B4-BE49-F238E27FC236}">
                    <a16:creationId xmlns:a16="http://schemas.microsoft.com/office/drawing/2014/main" id="{BBC63BAD-4CC6-0315-DD82-BF4C40F66D5E}"/>
                  </a:ext>
                </a:extLst>
              </p:cNvPr>
              <p:cNvSpPr>
                <a:spLocks/>
              </p:cNvSpPr>
              <p:nvPr/>
            </p:nvSpPr>
            <p:spPr bwMode="auto">
              <a:xfrm>
                <a:off x="10566434" y="5337841"/>
                <a:ext cx="503186" cy="245289"/>
              </a:xfrm>
              <a:custGeom>
                <a:avLst/>
                <a:gdLst>
                  <a:gd name="T0" fmla="*/ 53 w 54"/>
                  <a:gd name="T1" fmla="*/ 10 h 26"/>
                  <a:gd name="T2" fmla="*/ 49 w 54"/>
                  <a:gd name="T3" fmla="*/ 9 h 26"/>
                  <a:gd name="T4" fmla="*/ 50 w 54"/>
                  <a:gd name="T5" fmla="*/ 8 h 26"/>
                  <a:gd name="T6" fmla="*/ 48 w 54"/>
                  <a:gd name="T7" fmla="*/ 7 h 26"/>
                  <a:gd name="T8" fmla="*/ 49 w 54"/>
                  <a:gd name="T9" fmla="*/ 6 h 26"/>
                  <a:gd name="T10" fmla="*/ 46 w 54"/>
                  <a:gd name="T11" fmla="*/ 5 h 26"/>
                  <a:gd name="T12" fmla="*/ 48 w 54"/>
                  <a:gd name="T13" fmla="*/ 3 h 26"/>
                  <a:gd name="T14" fmla="*/ 43 w 54"/>
                  <a:gd name="T15" fmla="*/ 3 h 26"/>
                  <a:gd name="T16" fmla="*/ 39 w 54"/>
                  <a:gd name="T17" fmla="*/ 1 h 26"/>
                  <a:gd name="T18" fmla="*/ 39 w 54"/>
                  <a:gd name="T19" fmla="*/ 4 h 26"/>
                  <a:gd name="T20" fmla="*/ 36 w 54"/>
                  <a:gd name="T21" fmla="*/ 5 h 26"/>
                  <a:gd name="T22" fmla="*/ 32 w 54"/>
                  <a:gd name="T23" fmla="*/ 5 h 26"/>
                  <a:gd name="T24" fmla="*/ 32 w 54"/>
                  <a:gd name="T25" fmla="*/ 9 h 26"/>
                  <a:gd name="T26" fmla="*/ 26 w 54"/>
                  <a:gd name="T27" fmla="*/ 5 h 26"/>
                  <a:gd name="T28" fmla="*/ 25 w 54"/>
                  <a:gd name="T29" fmla="*/ 8 h 26"/>
                  <a:gd name="T30" fmla="*/ 21 w 54"/>
                  <a:gd name="T31" fmla="*/ 5 h 26"/>
                  <a:gd name="T32" fmla="*/ 21 w 54"/>
                  <a:gd name="T33" fmla="*/ 9 h 26"/>
                  <a:gd name="T34" fmla="*/ 19 w 54"/>
                  <a:gd name="T35" fmla="*/ 9 h 26"/>
                  <a:gd name="T36" fmla="*/ 17 w 54"/>
                  <a:gd name="T37" fmla="*/ 12 h 26"/>
                  <a:gd name="T38" fmla="*/ 14 w 54"/>
                  <a:gd name="T39" fmla="*/ 8 h 26"/>
                  <a:gd name="T40" fmla="*/ 16 w 54"/>
                  <a:gd name="T41" fmla="*/ 8 h 26"/>
                  <a:gd name="T42" fmla="*/ 14 w 54"/>
                  <a:gd name="T43" fmla="*/ 5 h 26"/>
                  <a:gd name="T44" fmla="*/ 7 w 54"/>
                  <a:gd name="T45" fmla="*/ 2 h 26"/>
                  <a:gd name="T46" fmla="*/ 9 w 54"/>
                  <a:gd name="T47" fmla="*/ 4 h 26"/>
                  <a:gd name="T48" fmla="*/ 8 w 54"/>
                  <a:gd name="T49" fmla="*/ 4 h 26"/>
                  <a:gd name="T50" fmla="*/ 10 w 54"/>
                  <a:gd name="T51" fmla="*/ 8 h 26"/>
                  <a:gd name="T52" fmla="*/ 5 w 54"/>
                  <a:gd name="T53" fmla="*/ 6 h 26"/>
                  <a:gd name="T54" fmla="*/ 3 w 54"/>
                  <a:gd name="T55" fmla="*/ 6 h 26"/>
                  <a:gd name="T56" fmla="*/ 5 w 54"/>
                  <a:gd name="T57" fmla="*/ 7 h 26"/>
                  <a:gd name="T58" fmla="*/ 5 w 54"/>
                  <a:gd name="T59" fmla="*/ 8 h 26"/>
                  <a:gd name="T60" fmla="*/ 2 w 54"/>
                  <a:gd name="T61" fmla="*/ 7 h 26"/>
                  <a:gd name="T62" fmla="*/ 1 w 54"/>
                  <a:gd name="T63" fmla="*/ 9 h 26"/>
                  <a:gd name="T64" fmla="*/ 8 w 54"/>
                  <a:gd name="T65" fmla="*/ 10 h 26"/>
                  <a:gd name="T66" fmla="*/ 13 w 54"/>
                  <a:gd name="T67" fmla="*/ 11 h 26"/>
                  <a:gd name="T68" fmla="*/ 11 w 54"/>
                  <a:gd name="T69" fmla="*/ 12 h 26"/>
                  <a:gd name="T70" fmla="*/ 12 w 54"/>
                  <a:gd name="T71" fmla="*/ 13 h 26"/>
                  <a:gd name="T72" fmla="*/ 8 w 54"/>
                  <a:gd name="T73" fmla="*/ 14 h 26"/>
                  <a:gd name="T74" fmla="*/ 3 w 54"/>
                  <a:gd name="T75" fmla="*/ 15 h 26"/>
                  <a:gd name="T76" fmla="*/ 10 w 54"/>
                  <a:gd name="T77" fmla="*/ 16 h 26"/>
                  <a:gd name="T78" fmla="*/ 12 w 54"/>
                  <a:gd name="T79" fmla="*/ 18 h 26"/>
                  <a:gd name="T80" fmla="*/ 15 w 54"/>
                  <a:gd name="T81" fmla="*/ 17 h 26"/>
                  <a:gd name="T82" fmla="*/ 13 w 54"/>
                  <a:gd name="T83" fmla="*/ 18 h 26"/>
                  <a:gd name="T84" fmla="*/ 15 w 54"/>
                  <a:gd name="T85" fmla="*/ 18 h 26"/>
                  <a:gd name="T86" fmla="*/ 10 w 54"/>
                  <a:gd name="T87" fmla="*/ 23 h 26"/>
                  <a:gd name="T88" fmla="*/ 15 w 54"/>
                  <a:gd name="T89" fmla="*/ 23 h 26"/>
                  <a:gd name="T90" fmla="*/ 21 w 54"/>
                  <a:gd name="T91" fmla="*/ 24 h 26"/>
                  <a:gd name="T92" fmla="*/ 20 w 54"/>
                  <a:gd name="T93" fmla="*/ 24 h 26"/>
                  <a:gd name="T94" fmla="*/ 22 w 54"/>
                  <a:gd name="T95" fmla="*/ 25 h 26"/>
                  <a:gd name="T96" fmla="*/ 29 w 54"/>
                  <a:gd name="T97" fmla="*/ 26 h 26"/>
                  <a:gd name="T98" fmla="*/ 33 w 54"/>
                  <a:gd name="T99" fmla="*/ 25 h 26"/>
                  <a:gd name="T100" fmla="*/ 39 w 54"/>
                  <a:gd name="T101" fmla="*/ 23 h 26"/>
                  <a:gd name="T102" fmla="*/ 46 w 54"/>
                  <a:gd name="T103" fmla="*/ 19 h 26"/>
                  <a:gd name="T104" fmla="*/ 52 w 54"/>
                  <a:gd name="T105" fmla="*/ 16 h 26"/>
                  <a:gd name="T106" fmla="*/ 52 w 54"/>
                  <a:gd name="T107" fmla="*/ 14 h 26"/>
                  <a:gd name="T108" fmla="*/ 54 w 54"/>
                  <a:gd name="T109" fmla="*/ 13 h 26"/>
                  <a:gd name="T110" fmla="*/ 52 w 54"/>
                  <a:gd name="T111" fmla="*/ 12 h 26"/>
                  <a:gd name="T112" fmla="*/ 53 w 54"/>
                  <a:gd name="T113" fmla="*/ 10 h 26"/>
                  <a:gd name="T114" fmla="*/ 53 w 54"/>
                  <a:gd name="T115"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26">
                    <a:moveTo>
                      <a:pt x="53" y="10"/>
                    </a:moveTo>
                    <a:cubicBezTo>
                      <a:pt x="53" y="10"/>
                      <a:pt x="49" y="9"/>
                      <a:pt x="49" y="9"/>
                    </a:cubicBezTo>
                    <a:cubicBezTo>
                      <a:pt x="49" y="9"/>
                      <a:pt x="50" y="8"/>
                      <a:pt x="50" y="8"/>
                    </a:cubicBezTo>
                    <a:cubicBezTo>
                      <a:pt x="49" y="8"/>
                      <a:pt x="47" y="8"/>
                      <a:pt x="48" y="7"/>
                    </a:cubicBezTo>
                    <a:cubicBezTo>
                      <a:pt x="48" y="7"/>
                      <a:pt x="49" y="6"/>
                      <a:pt x="49" y="6"/>
                    </a:cubicBezTo>
                    <a:cubicBezTo>
                      <a:pt x="48" y="5"/>
                      <a:pt x="46" y="5"/>
                      <a:pt x="46" y="5"/>
                    </a:cubicBezTo>
                    <a:cubicBezTo>
                      <a:pt x="46" y="4"/>
                      <a:pt x="48" y="3"/>
                      <a:pt x="48" y="3"/>
                    </a:cubicBezTo>
                    <a:cubicBezTo>
                      <a:pt x="48" y="3"/>
                      <a:pt x="44" y="4"/>
                      <a:pt x="43" y="3"/>
                    </a:cubicBezTo>
                    <a:cubicBezTo>
                      <a:pt x="42" y="2"/>
                      <a:pt x="41" y="1"/>
                      <a:pt x="39" y="1"/>
                    </a:cubicBezTo>
                    <a:cubicBezTo>
                      <a:pt x="38" y="1"/>
                      <a:pt x="40" y="3"/>
                      <a:pt x="39" y="4"/>
                    </a:cubicBezTo>
                    <a:cubicBezTo>
                      <a:pt x="38" y="5"/>
                      <a:pt x="37" y="4"/>
                      <a:pt x="36" y="5"/>
                    </a:cubicBezTo>
                    <a:cubicBezTo>
                      <a:pt x="35" y="6"/>
                      <a:pt x="34" y="5"/>
                      <a:pt x="32" y="5"/>
                    </a:cubicBezTo>
                    <a:cubicBezTo>
                      <a:pt x="30" y="4"/>
                      <a:pt x="33" y="8"/>
                      <a:pt x="32" y="9"/>
                    </a:cubicBezTo>
                    <a:cubicBezTo>
                      <a:pt x="32" y="9"/>
                      <a:pt x="28" y="2"/>
                      <a:pt x="26" y="5"/>
                    </a:cubicBezTo>
                    <a:cubicBezTo>
                      <a:pt x="25" y="5"/>
                      <a:pt x="26" y="7"/>
                      <a:pt x="25" y="8"/>
                    </a:cubicBezTo>
                    <a:cubicBezTo>
                      <a:pt x="25" y="9"/>
                      <a:pt x="22" y="5"/>
                      <a:pt x="21" y="5"/>
                    </a:cubicBezTo>
                    <a:cubicBezTo>
                      <a:pt x="20" y="5"/>
                      <a:pt x="23" y="9"/>
                      <a:pt x="21" y="9"/>
                    </a:cubicBezTo>
                    <a:cubicBezTo>
                      <a:pt x="20" y="9"/>
                      <a:pt x="20" y="9"/>
                      <a:pt x="19" y="9"/>
                    </a:cubicBezTo>
                    <a:cubicBezTo>
                      <a:pt x="18" y="9"/>
                      <a:pt x="17" y="11"/>
                      <a:pt x="17" y="12"/>
                    </a:cubicBezTo>
                    <a:cubicBezTo>
                      <a:pt x="17" y="11"/>
                      <a:pt x="14" y="9"/>
                      <a:pt x="14" y="8"/>
                    </a:cubicBezTo>
                    <a:cubicBezTo>
                      <a:pt x="14" y="8"/>
                      <a:pt x="16" y="8"/>
                      <a:pt x="16" y="8"/>
                    </a:cubicBezTo>
                    <a:cubicBezTo>
                      <a:pt x="16" y="7"/>
                      <a:pt x="14" y="5"/>
                      <a:pt x="14" y="5"/>
                    </a:cubicBezTo>
                    <a:cubicBezTo>
                      <a:pt x="13" y="5"/>
                      <a:pt x="8" y="0"/>
                      <a:pt x="7" y="2"/>
                    </a:cubicBezTo>
                    <a:cubicBezTo>
                      <a:pt x="7" y="3"/>
                      <a:pt x="10" y="3"/>
                      <a:pt x="9" y="4"/>
                    </a:cubicBezTo>
                    <a:cubicBezTo>
                      <a:pt x="9" y="4"/>
                      <a:pt x="9" y="4"/>
                      <a:pt x="8" y="4"/>
                    </a:cubicBezTo>
                    <a:cubicBezTo>
                      <a:pt x="10" y="3"/>
                      <a:pt x="11" y="7"/>
                      <a:pt x="10" y="8"/>
                    </a:cubicBezTo>
                    <a:cubicBezTo>
                      <a:pt x="10" y="8"/>
                      <a:pt x="2" y="1"/>
                      <a:pt x="5" y="6"/>
                    </a:cubicBezTo>
                    <a:cubicBezTo>
                      <a:pt x="5" y="6"/>
                      <a:pt x="3" y="6"/>
                      <a:pt x="3" y="6"/>
                    </a:cubicBezTo>
                    <a:cubicBezTo>
                      <a:pt x="3" y="7"/>
                      <a:pt x="5" y="7"/>
                      <a:pt x="5" y="7"/>
                    </a:cubicBezTo>
                    <a:cubicBezTo>
                      <a:pt x="5" y="6"/>
                      <a:pt x="5" y="8"/>
                      <a:pt x="5" y="8"/>
                    </a:cubicBezTo>
                    <a:cubicBezTo>
                      <a:pt x="5" y="8"/>
                      <a:pt x="3" y="7"/>
                      <a:pt x="2" y="7"/>
                    </a:cubicBezTo>
                    <a:cubicBezTo>
                      <a:pt x="3" y="7"/>
                      <a:pt x="0" y="10"/>
                      <a:pt x="1" y="9"/>
                    </a:cubicBezTo>
                    <a:cubicBezTo>
                      <a:pt x="0" y="11"/>
                      <a:pt x="8" y="10"/>
                      <a:pt x="8" y="10"/>
                    </a:cubicBezTo>
                    <a:cubicBezTo>
                      <a:pt x="9" y="10"/>
                      <a:pt x="13" y="11"/>
                      <a:pt x="13" y="11"/>
                    </a:cubicBezTo>
                    <a:cubicBezTo>
                      <a:pt x="12" y="11"/>
                      <a:pt x="11" y="11"/>
                      <a:pt x="11" y="12"/>
                    </a:cubicBezTo>
                    <a:cubicBezTo>
                      <a:pt x="11" y="12"/>
                      <a:pt x="12" y="13"/>
                      <a:pt x="12" y="13"/>
                    </a:cubicBezTo>
                    <a:cubicBezTo>
                      <a:pt x="11" y="14"/>
                      <a:pt x="9" y="14"/>
                      <a:pt x="8" y="14"/>
                    </a:cubicBezTo>
                    <a:cubicBezTo>
                      <a:pt x="8" y="14"/>
                      <a:pt x="2" y="15"/>
                      <a:pt x="3" y="15"/>
                    </a:cubicBezTo>
                    <a:cubicBezTo>
                      <a:pt x="5" y="16"/>
                      <a:pt x="8" y="15"/>
                      <a:pt x="10" y="16"/>
                    </a:cubicBezTo>
                    <a:cubicBezTo>
                      <a:pt x="11" y="17"/>
                      <a:pt x="11" y="18"/>
                      <a:pt x="12" y="18"/>
                    </a:cubicBezTo>
                    <a:cubicBezTo>
                      <a:pt x="12" y="18"/>
                      <a:pt x="14" y="17"/>
                      <a:pt x="15" y="17"/>
                    </a:cubicBezTo>
                    <a:cubicBezTo>
                      <a:pt x="14" y="17"/>
                      <a:pt x="13" y="18"/>
                      <a:pt x="13" y="18"/>
                    </a:cubicBezTo>
                    <a:cubicBezTo>
                      <a:pt x="13" y="19"/>
                      <a:pt x="15" y="18"/>
                      <a:pt x="15" y="18"/>
                    </a:cubicBezTo>
                    <a:cubicBezTo>
                      <a:pt x="16" y="19"/>
                      <a:pt x="8" y="23"/>
                      <a:pt x="10" y="23"/>
                    </a:cubicBezTo>
                    <a:cubicBezTo>
                      <a:pt x="12" y="24"/>
                      <a:pt x="14" y="23"/>
                      <a:pt x="15" y="23"/>
                    </a:cubicBezTo>
                    <a:cubicBezTo>
                      <a:pt x="17" y="23"/>
                      <a:pt x="19" y="23"/>
                      <a:pt x="21" y="24"/>
                    </a:cubicBezTo>
                    <a:cubicBezTo>
                      <a:pt x="20" y="23"/>
                      <a:pt x="20" y="24"/>
                      <a:pt x="20" y="24"/>
                    </a:cubicBezTo>
                    <a:cubicBezTo>
                      <a:pt x="21" y="25"/>
                      <a:pt x="22" y="25"/>
                      <a:pt x="22" y="25"/>
                    </a:cubicBezTo>
                    <a:cubicBezTo>
                      <a:pt x="24" y="26"/>
                      <a:pt x="27" y="26"/>
                      <a:pt x="29" y="26"/>
                    </a:cubicBezTo>
                    <a:cubicBezTo>
                      <a:pt x="31" y="26"/>
                      <a:pt x="31" y="25"/>
                      <a:pt x="33" y="25"/>
                    </a:cubicBezTo>
                    <a:cubicBezTo>
                      <a:pt x="35" y="24"/>
                      <a:pt x="37" y="24"/>
                      <a:pt x="39" y="23"/>
                    </a:cubicBezTo>
                    <a:cubicBezTo>
                      <a:pt x="42" y="21"/>
                      <a:pt x="43" y="20"/>
                      <a:pt x="46" y="19"/>
                    </a:cubicBezTo>
                    <a:cubicBezTo>
                      <a:pt x="48" y="19"/>
                      <a:pt x="49" y="16"/>
                      <a:pt x="52" y="16"/>
                    </a:cubicBezTo>
                    <a:cubicBezTo>
                      <a:pt x="52" y="15"/>
                      <a:pt x="53" y="15"/>
                      <a:pt x="52" y="14"/>
                    </a:cubicBezTo>
                    <a:cubicBezTo>
                      <a:pt x="51" y="13"/>
                      <a:pt x="53" y="13"/>
                      <a:pt x="54" y="13"/>
                    </a:cubicBezTo>
                    <a:cubicBezTo>
                      <a:pt x="54" y="13"/>
                      <a:pt x="52" y="12"/>
                      <a:pt x="52" y="12"/>
                    </a:cubicBezTo>
                    <a:cubicBezTo>
                      <a:pt x="52" y="11"/>
                      <a:pt x="54" y="10"/>
                      <a:pt x="53" y="10"/>
                    </a:cubicBezTo>
                    <a:cubicBezTo>
                      <a:pt x="51" y="9"/>
                      <a:pt x="54" y="10"/>
                      <a:pt x="53"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 name="Freeform 406">
                <a:extLst>
                  <a:ext uri="{FF2B5EF4-FFF2-40B4-BE49-F238E27FC236}">
                    <a16:creationId xmlns:a16="http://schemas.microsoft.com/office/drawing/2014/main" id="{98F48918-A5ED-1848-5C24-BACD852BE039}"/>
                  </a:ext>
                </a:extLst>
              </p:cNvPr>
              <p:cNvSpPr>
                <a:spLocks/>
              </p:cNvSpPr>
              <p:nvPr/>
            </p:nvSpPr>
            <p:spPr bwMode="auto">
              <a:xfrm>
                <a:off x="14085545" y="4439516"/>
                <a:ext cx="840765" cy="579771"/>
              </a:xfrm>
              <a:custGeom>
                <a:avLst/>
                <a:gdLst>
                  <a:gd name="T0" fmla="*/ 77 w 90"/>
                  <a:gd name="T1" fmla="*/ 2 h 62"/>
                  <a:gd name="T2" fmla="*/ 66 w 90"/>
                  <a:gd name="T3" fmla="*/ 6 h 62"/>
                  <a:gd name="T4" fmla="*/ 51 w 90"/>
                  <a:gd name="T5" fmla="*/ 8 h 62"/>
                  <a:gd name="T6" fmla="*/ 48 w 90"/>
                  <a:gd name="T7" fmla="*/ 9 h 62"/>
                  <a:gd name="T8" fmla="*/ 39 w 90"/>
                  <a:gd name="T9" fmla="*/ 11 h 62"/>
                  <a:gd name="T10" fmla="*/ 32 w 90"/>
                  <a:gd name="T11" fmla="*/ 14 h 62"/>
                  <a:gd name="T12" fmla="*/ 26 w 90"/>
                  <a:gd name="T13" fmla="*/ 19 h 62"/>
                  <a:gd name="T14" fmla="*/ 26 w 90"/>
                  <a:gd name="T15" fmla="*/ 21 h 62"/>
                  <a:gd name="T16" fmla="*/ 27 w 90"/>
                  <a:gd name="T17" fmla="*/ 23 h 62"/>
                  <a:gd name="T18" fmla="*/ 23 w 90"/>
                  <a:gd name="T19" fmla="*/ 25 h 62"/>
                  <a:gd name="T20" fmla="*/ 21 w 90"/>
                  <a:gd name="T21" fmla="*/ 28 h 62"/>
                  <a:gd name="T22" fmla="*/ 21 w 90"/>
                  <a:gd name="T23" fmla="*/ 29 h 62"/>
                  <a:gd name="T24" fmla="*/ 14 w 90"/>
                  <a:gd name="T25" fmla="*/ 31 h 62"/>
                  <a:gd name="T26" fmla="*/ 19 w 90"/>
                  <a:gd name="T27" fmla="*/ 34 h 62"/>
                  <a:gd name="T28" fmla="*/ 9 w 90"/>
                  <a:gd name="T29" fmla="*/ 38 h 62"/>
                  <a:gd name="T30" fmla="*/ 6 w 90"/>
                  <a:gd name="T31" fmla="*/ 41 h 62"/>
                  <a:gd name="T32" fmla="*/ 5 w 90"/>
                  <a:gd name="T33" fmla="*/ 47 h 62"/>
                  <a:gd name="T34" fmla="*/ 4 w 90"/>
                  <a:gd name="T35" fmla="*/ 53 h 62"/>
                  <a:gd name="T36" fmla="*/ 12 w 90"/>
                  <a:gd name="T37" fmla="*/ 55 h 62"/>
                  <a:gd name="T38" fmla="*/ 12 w 90"/>
                  <a:gd name="T39" fmla="*/ 56 h 62"/>
                  <a:gd name="T40" fmla="*/ 16 w 90"/>
                  <a:gd name="T41" fmla="*/ 62 h 62"/>
                  <a:gd name="T42" fmla="*/ 26 w 90"/>
                  <a:gd name="T43" fmla="*/ 61 h 62"/>
                  <a:gd name="T44" fmla="*/ 26 w 90"/>
                  <a:gd name="T45" fmla="*/ 59 h 62"/>
                  <a:gd name="T46" fmla="*/ 20 w 90"/>
                  <a:gd name="T47" fmla="*/ 48 h 62"/>
                  <a:gd name="T48" fmla="*/ 20 w 90"/>
                  <a:gd name="T49" fmla="*/ 42 h 62"/>
                  <a:gd name="T50" fmla="*/ 22 w 90"/>
                  <a:gd name="T51" fmla="*/ 40 h 62"/>
                  <a:gd name="T52" fmla="*/ 21 w 90"/>
                  <a:gd name="T53" fmla="*/ 36 h 62"/>
                  <a:gd name="T54" fmla="*/ 27 w 90"/>
                  <a:gd name="T55" fmla="*/ 34 h 62"/>
                  <a:gd name="T56" fmla="*/ 27 w 90"/>
                  <a:gd name="T57" fmla="*/ 32 h 62"/>
                  <a:gd name="T58" fmla="*/ 32 w 90"/>
                  <a:gd name="T59" fmla="*/ 31 h 62"/>
                  <a:gd name="T60" fmla="*/ 35 w 90"/>
                  <a:gd name="T61" fmla="*/ 29 h 62"/>
                  <a:gd name="T62" fmla="*/ 35 w 90"/>
                  <a:gd name="T63" fmla="*/ 26 h 62"/>
                  <a:gd name="T64" fmla="*/ 42 w 90"/>
                  <a:gd name="T65" fmla="*/ 24 h 62"/>
                  <a:gd name="T66" fmla="*/ 45 w 90"/>
                  <a:gd name="T67" fmla="*/ 22 h 62"/>
                  <a:gd name="T68" fmla="*/ 58 w 90"/>
                  <a:gd name="T69" fmla="*/ 15 h 62"/>
                  <a:gd name="T70" fmla="*/ 81 w 90"/>
                  <a:gd name="T71" fmla="*/ 8 h 62"/>
                  <a:gd name="T72" fmla="*/ 84 w 90"/>
                  <a:gd name="T73"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0" h="62">
                    <a:moveTo>
                      <a:pt x="84" y="1"/>
                    </a:moveTo>
                    <a:cubicBezTo>
                      <a:pt x="81" y="1"/>
                      <a:pt x="80" y="0"/>
                      <a:pt x="77" y="2"/>
                    </a:cubicBezTo>
                    <a:cubicBezTo>
                      <a:pt x="76" y="2"/>
                      <a:pt x="72" y="3"/>
                      <a:pt x="73" y="4"/>
                    </a:cubicBezTo>
                    <a:cubicBezTo>
                      <a:pt x="72" y="4"/>
                      <a:pt x="68" y="6"/>
                      <a:pt x="66" y="6"/>
                    </a:cubicBezTo>
                    <a:cubicBezTo>
                      <a:pt x="64" y="6"/>
                      <a:pt x="61" y="7"/>
                      <a:pt x="59" y="8"/>
                    </a:cubicBezTo>
                    <a:cubicBezTo>
                      <a:pt x="56" y="8"/>
                      <a:pt x="54" y="8"/>
                      <a:pt x="51" y="8"/>
                    </a:cubicBezTo>
                    <a:cubicBezTo>
                      <a:pt x="51" y="8"/>
                      <a:pt x="45" y="8"/>
                      <a:pt x="46" y="9"/>
                    </a:cubicBezTo>
                    <a:cubicBezTo>
                      <a:pt x="46" y="9"/>
                      <a:pt x="48" y="9"/>
                      <a:pt x="48" y="9"/>
                    </a:cubicBezTo>
                    <a:cubicBezTo>
                      <a:pt x="47" y="10"/>
                      <a:pt x="45" y="10"/>
                      <a:pt x="44" y="11"/>
                    </a:cubicBezTo>
                    <a:cubicBezTo>
                      <a:pt x="43" y="11"/>
                      <a:pt x="41" y="11"/>
                      <a:pt x="39" y="11"/>
                    </a:cubicBezTo>
                    <a:cubicBezTo>
                      <a:pt x="38" y="11"/>
                      <a:pt x="38" y="11"/>
                      <a:pt x="36" y="12"/>
                    </a:cubicBezTo>
                    <a:cubicBezTo>
                      <a:pt x="35" y="15"/>
                      <a:pt x="34" y="14"/>
                      <a:pt x="32" y="14"/>
                    </a:cubicBezTo>
                    <a:cubicBezTo>
                      <a:pt x="30" y="15"/>
                      <a:pt x="31" y="17"/>
                      <a:pt x="28" y="17"/>
                    </a:cubicBezTo>
                    <a:cubicBezTo>
                      <a:pt x="26" y="17"/>
                      <a:pt x="27" y="19"/>
                      <a:pt x="26" y="19"/>
                    </a:cubicBezTo>
                    <a:cubicBezTo>
                      <a:pt x="25" y="20"/>
                      <a:pt x="22" y="18"/>
                      <a:pt x="23" y="19"/>
                    </a:cubicBezTo>
                    <a:cubicBezTo>
                      <a:pt x="23" y="20"/>
                      <a:pt x="26" y="21"/>
                      <a:pt x="26" y="21"/>
                    </a:cubicBezTo>
                    <a:cubicBezTo>
                      <a:pt x="26" y="21"/>
                      <a:pt x="22" y="22"/>
                      <a:pt x="22" y="22"/>
                    </a:cubicBezTo>
                    <a:cubicBezTo>
                      <a:pt x="22" y="23"/>
                      <a:pt x="27" y="23"/>
                      <a:pt x="27" y="23"/>
                    </a:cubicBezTo>
                    <a:cubicBezTo>
                      <a:pt x="27" y="24"/>
                      <a:pt x="20" y="24"/>
                      <a:pt x="21" y="25"/>
                    </a:cubicBezTo>
                    <a:cubicBezTo>
                      <a:pt x="21" y="24"/>
                      <a:pt x="23" y="25"/>
                      <a:pt x="23" y="25"/>
                    </a:cubicBezTo>
                    <a:cubicBezTo>
                      <a:pt x="21" y="26"/>
                      <a:pt x="20" y="25"/>
                      <a:pt x="20" y="26"/>
                    </a:cubicBezTo>
                    <a:cubicBezTo>
                      <a:pt x="19" y="27"/>
                      <a:pt x="21" y="28"/>
                      <a:pt x="21" y="28"/>
                    </a:cubicBezTo>
                    <a:cubicBezTo>
                      <a:pt x="20" y="28"/>
                      <a:pt x="19" y="28"/>
                      <a:pt x="18" y="28"/>
                    </a:cubicBezTo>
                    <a:cubicBezTo>
                      <a:pt x="18" y="28"/>
                      <a:pt x="20" y="29"/>
                      <a:pt x="21" y="29"/>
                    </a:cubicBezTo>
                    <a:cubicBezTo>
                      <a:pt x="19" y="29"/>
                      <a:pt x="18" y="29"/>
                      <a:pt x="17" y="30"/>
                    </a:cubicBezTo>
                    <a:cubicBezTo>
                      <a:pt x="16" y="31"/>
                      <a:pt x="15" y="31"/>
                      <a:pt x="14" y="31"/>
                    </a:cubicBezTo>
                    <a:cubicBezTo>
                      <a:pt x="12" y="32"/>
                      <a:pt x="12" y="33"/>
                      <a:pt x="14" y="33"/>
                    </a:cubicBezTo>
                    <a:cubicBezTo>
                      <a:pt x="15" y="33"/>
                      <a:pt x="18" y="34"/>
                      <a:pt x="19" y="34"/>
                    </a:cubicBezTo>
                    <a:cubicBezTo>
                      <a:pt x="17" y="35"/>
                      <a:pt x="15" y="33"/>
                      <a:pt x="15" y="36"/>
                    </a:cubicBezTo>
                    <a:cubicBezTo>
                      <a:pt x="15" y="37"/>
                      <a:pt x="10" y="37"/>
                      <a:pt x="9" y="38"/>
                    </a:cubicBezTo>
                    <a:cubicBezTo>
                      <a:pt x="8" y="39"/>
                      <a:pt x="9" y="39"/>
                      <a:pt x="9" y="40"/>
                    </a:cubicBezTo>
                    <a:cubicBezTo>
                      <a:pt x="9" y="40"/>
                      <a:pt x="6" y="41"/>
                      <a:pt x="6" y="41"/>
                    </a:cubicBezTo>
                    <a:cubicBezTo>
                      <a:pt x="2" y="42"/>
                      <a:pt x="7" y="42"/>
                      <a:pt x="7" y="43"/>
                    </a:cubicBezTo>
                    <a:cubicBezTo>
                      <a:pt x="8" y="44"/>
                      <a:pt x="5" y="47"/>
                      <a:pt x="5" y="47"/>
                    </a:cubicBezTo>
                    <a:cubicBezTo>
                      <a:pt x="3" y="49"/>
                      <a:pt x="0" y="47"/>
                      <a:pt x="0" y="51"/>
                    </a:cubicBezTo>
                    <a:cubicBezTo>
                      <a:pt x="0" y="55"/>
                      <a:pt x="2" y="53"/>
                      <a:pt x="4" y="53"/>
                    </a:cubicBezTo>
                    <a:cubicBezTo>
                      <a:pt x="6" y="54"/>
                      <a:pt x="7" y="55"/>
                      <a:pt x="9" y="54"/>
                    </a:cubicBezTo>
                    <a:cubicBezTo>
                      <a:pt x="9" y="54"/>
                      <a:pt x="11" y="56"/>
                      <a:pt x="12" y="55"/>
                    </a:cubicBezTo>
                    <a:cubicBezTo>
                      <a:pt x="12" y="55"/>
                      <a:pt x="10" y="55"/>
                      <a:pt x="10" y="56"/>
                    </a:cubicBezTo>
                    <a:cubicBezTo>
                      <a:pt x="11" y="56"/>
                      <a:pt x="12" y="56"/>
                      <a:pt x="12" y="56"/>
                    </a:cubicBezTo>
                    <a:cubicBezTo>
                      <a:pt x="12" y="56"/>
                      <a:pt x="10" y="60"/>
                      <a:pt x="10" y="60"/>
                    </a:cubicBezTo>
                    <a:cubicBezTo>
                      <a:pt x="12" y="61"/>
                      <a:pt x="14" y="61"/>
                      <a:pt x="16" y="62"/>
                    </a:cubicBezTo>
                    <a:cubicBezTo>
                      <a:pt x="19" y="62"/>
                      <a:pt x="20" y="62"/>
                      <a:pt x="23" y="62"/>
                    </a:cubicBezTo>
                    <a:cubicBezTo>
                      <a:pt x="24" y="61"/>
                      <a:pt x="25" y="61"/>
                      <a:pt x="26" y="61"/>
                    </a:cubicBezTo>
                    <a:cubicBezTo>
                      <a:pt x="27" y="62"/>
                      <a:pt x="28" y="62"/>
                      <a:pt x="30" y="62"/>
                    </a:cubicBezTo>
                    <a:cubicBezTo>
                      <a:pt x="31" y="62"/>
                      <a:pt x="27" y="59"/>
                      <a:pt x="26" y="59"/>
                    </a:cubicBezTo>
                    <a:cubicBezTo>
                      <a:pt x="24" y="57"/>
                      <a:pt x="23" y="55"/>
                      <a:pt x="22" y="53"/>
                    </a:cubicBezTo>
                    <a:cubicBezTo>
                      <a:pt x="20" y="51"/>
                      <a:pt x="21" y="50"/>
                      <a:pt x="20" y="48"/>
                    </a:cubicBezTo>
                    <a:cubicBezTo>
                      <a:pt x="19" y="45"/>
                      <a:pt x="18" y="45"/>
                      <a:pt x="20" y="43"/>
                    </a:cubicBezTo>
                    <a:cubicBezTo>
                      <a:pt x="21" y="43"/>
                      <a:pt x="20" y="43"/>
                      <a:pt x="20" y="42"/>
                    </a:cubicBezTo>
                    <a:cubicBezTo>
                      <a:pt x="21" y="41"/>
                      <a:pt x="24" y="42"/>
                      <a:pt x="24" y="41"/>
                    </a:cubicBezTo>
                    <a:cubicBezTo>
                      <a:pt x="24" y="41"/>
                      <a:pt x="22" y="40"/>
                      <a:pt x="22" y="40"/>
                    </a:cubicBezTo>
                    <a:cubicBezTo>
                      <a:pt x="23" y="39"/>
                      <a:pt x="26" y="40"/>
                      <a:pt x="26" y="39"/>
                    </a:cubicBezTo>
                    <a:cubicBezTo>
                      <a:pt x="26" y="38"/>
                      <a:pt x="21" y="37"/>
                      <a:pt x="21" y="36"/>
                    </a:cubicBezTo>
                    <a:cubicBezTo>
                      <a:pt x="21" y="36"/>
                      <a:pt x="29" y="37"/>
                      <a:pt x="29" y="37"/>
                    </a:cubicBezTo>
                    <a:cubicBezTo>
                      <a:pt x="29" y="36"/>
                      <a:pt x="27" y="35"/>
                      <a:pt x="27" y="34"/>
                    </a:cubicBezTo>
                    <a:cubicBezTo>
                      <a:pt x="27" y="33"/>
                      <a:pt x="30" y="35"/>
                      <a:pt x="31" y="34"/>
                    </a:cubicBezTo>
                    <a:cubicBezTo>
                      <a:pt x="31" y="33"/>
                      <a:pt x="27" y="31"/>
                      <a:pt x="27" y="32"/>
                    </a:cubicBezTo>
                    <a:cubicBezTo>
                      <a:pt x="27" y="31"/>
                      <a:pt x="31" y="33"/>
                      <a:pt x="32" y="32"/>
                    </a:cubicBezTo>
                    <a:cubicBezTo>
                      <a:pt x="32" y="32"/>
                      <a:pt x="33" y="31"/>
                      <a:pt x="32" y="31"/>
                    </a:cubicBezTo>
                    <a:cubicBezTo>
                      <a:pt x="32" y="31"/>
                      <a:pt x="30" y="29"/>
                      <a:pt x="30" y="29"/>
                    </a:cubicBezTo>
                    <a:cubicBezTo>
                      <a:pt x="32" y="29"/>
                      <a:pt x="33" y="30"/>
                      <a:pt x="35" y="29"/>
                    </a:cubicBezTo>
                    <a:cubicBezTo>
                      <a:pt x="35" y="28"/>
                      <a:pt x="37" y="27"/>
                      <a:pt x="37" y="27"/>
                    </a:cubicBezTo>
                    <a:cubicBezTo>
                      <a:pt x="37" y="26"/>
                      <a:pt x="35" y="26"/>
                      <a:pt x="35" y="26"/>
                    </a:cubicBezTo>
                    <a:cubicBezTo>
                      <a:pt x="36" y="26"/>
                      <a:pt x="39" y="26"/>
                      <a:pt x="39" y="24"/>
                    </a:cubicBezTo>
                    <a:cubicBezTo>
                      <a:pt x="39" y="22"/>
                      <a:pt x="41" y="25"/>
                      <a:pt x="42" y="24"/>
                    </a:cubicBezTo>
                    <a:cubicBezTo>
                      <a:pt x="42" y="24"/>
                      <a:pt x="41" y="23"/>
                      <a:pt x="41" y="23"/>
                    </a:cubicBezTo>
                    <a:cubicBezTo>
                      <a:pt x="42" y="22"/>
                      <a:pt x="45" y="23"/>
                      <a:pt x="45" y="22"/>
                    </a:cubicBezTo>
                    <a:cubicBezTo>
                      <a:pt x="46" y="21"/>
                      <a:pt x="45" y="20"/>
                      <a:pt x="44" y="20"/>
                    </a:cubicBezTo>
                    <a:cubicBezTo>
                      <a:pt x="49" y="18"/>
                      <a:pt x="53" y="16"/>
                      <a:pt x="58" y="15"/>
                    </a:cubicBezTo>
                    <a:cubicBezTo>
                      <a:pt x="61" y="14"/>
                      <a:pt x="65" y="13"/>
                      <a:pt x="68" y="12"/>
                    </a:cubicBezTo>
                    <a:cubicBezTo>
                      <a:pt x="73" y="11"/>
                      <a:pt x="77" y="10"/>
                      <a:pt x="81" y="8"/>
                    </a:cubicBezTo>
                    <a:cubicBezTo>
                      <a:pt x="83" y="8"/>
                      <a:pt x="86" y="6"/>
                      <a:pt x="88" y="4"/>
                    </a:cubicBezTo>
                    <a:cubicBezTo>
                      <a:pt x="90" y="2"/>
                      <a:pt x="86" y="1"/>
                      <a:pt x="84" y="1"/>
                    </a:cubicBezTo>
                    <a:cubicBezTo>
                      <a:pt x="82" y="1"/>
                      <a:pt x="86" y="1"/>
                      <a:pt x="8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 name="Freeform 407">
                <a:extLst>
                  <a:ext uri="{FF2B5EF4-FFF2-40B4-BE49-F238E27FC236}">
                    <a16:creationId xmlns:a16="http://schemas.microsoft.com/office/drawing/2014/main" id="{19BF816C-A799-7B77-FB47-B69A469AD45B}"/>
                  </a:ext>
                </a:extLst>
              </p:cNvPr>
              <p:cNvSpPr>
                <a:spLocks/>
              </p:cNvSpPr>
              <p:nvPr/>
            </p:nvSpPr>
            <p:spPr bwMode="auto">
              <a:xfrm>
                <a:off x="16241600" y="4197415"/>
                <a:ext cx="299364" cy="149721"/>
              </a:xfrm>
              <a:custGeom>
                <a:avLst/>
                <a:gdLst>
                  <a:gd name="T0" fmla="*/ 16 w 32"/>
                  <a:gd name="T1" fmla="*/ 6 h 16"/>
                  <a:gd name="T2" fmla="*/ 19 w 32"/>
                  <a:gd name="T3" fmla="*/ 1 h 16"/>
                  <a:gd name="T4" fmla="*/ 16 w 32"/>
                  <a:gd name="T5" fmla="*/ 0 h 16"/>
                  <a:gd name="T6" fmla="*/ 15 w 32"/>
                  <a:gd name="T7" fmla="*/ 2 h 16"/>
                  <a:gd name="T8" fmla="*/ 10 w 32"/>
                  <a:gd name="T9" fmla="*/ 2 h 16"/>
                  <a:gd name="T10" fmla="*/ 9 w 32"/>
                  <a:gd name="T11" fmla="*/ 4 h 16"/>
                  <a:gd name="T12" fmla="*/ 12 w 32"/>
                  <a:gd name="T13" fmla="*/ 4 h 16"/>
                  <a:gd name="T14" fmla="*/ 10 w 32"/>
                  <a:gd name="T15" fmla="*/ 8 h 16"/>
                  <a:gd name="T16" fmla="*/ 5 w 32"/>
                  <a:gd name="T17" fmla="*/ 10 h 16"/>
                  <a:gd name="T18" fmla="*/ 1 w 32"/>
                  <a:gd name="T19" fmla="*/ 15 h 16"/>
                  <a:gd name="T20" fmla="*/ 8 w 32"/>
                  <a:gd name="T21" fmla="*/ 15 h 16"/>
                  <a:gd name="T22" fmla="*/ 17 w 32"/>
                  <a:gd name="T23" fmla="*/ 14 h 16"/>
                  <a:gd name="T24" fmla="*/ 28 w 32"/>
                  <a:gd name="T25" fmla="*/ 12 h 16"/>
                  <a:gd name="T26" fmla="*/ 29 w 32"/>
                  <a:gd name="T27" fmla="*/ 7 h 16"/>
                  <a:gd name="T28" fmla="*/ 22 w 32"/>
                  <a:gd name="T29" fmla="*/ 3 h 16"/>
                  <a:gd name="T30" fmla="*/ 16 w 32"/>
                  <a:gd name="T31" fmla="*/ 6 h 16"/>
                  <a:gd name="T32" fmla="*/ 16 w 32"/>
                  <a:gd name="T33"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16">
                    <a:moveTo>
                      <a:pt x="16" y="6"/>
                    </a:moveTo>
                    <a:cubicBezTo>
                      <a:pt x="16" y="6"/>
                      <a:pt x="19" y="2"/>
                      <a:pt x="19" y="1"/>
                    </a:cubicBezTo>
                    <a:cubicBezTo>
                      <a:pt x="18" y="0"/>
                      <a:pt x="17" y="0"/>
                      <a:pt x="16" y="0"/>
                    </a:cubicBezTo>
                    <a:cubicBezTo>
                      <a:pt x="15" y="0"/>
                      <a:pt x="15" y="2"/>
                      <a:pt x="15" y="2"/>
                    </a:cubicBezTo>
                    <a:cubicBezTo>
                      <a:pt x="13" y="2"/>
                      <a:pt x="12" y="0"/>
                      <a:pt x="10" y="2"/>
                    </a:cubicBezTo>
                    <a:cubicBezTo>
                      <a:pt x="10" y="2"/>
                      <a:pt x="8" y="3"/>
                      <a:pt x="9" y="4"/>
                    </a:cubicBezTo>
                    <a:cubicBezTo>
                      <a:pt x="10" y="4"/>
                      <a:pt x="11" y="5"/>
                      <a:pt x="12" y="4"/>
                    </a:cubicBezTo>
                    <a:cubicBezTo>
                      <a:pt x="10" y="5"/>
                      <a:pt x="5" y="6"/>
                      <a:pt x="10" y="8"/>
                    </a:cubicBezTo>
                    <a:cubicBezTo>
                      <a:pt x="7" y="7"/>
                      <a:pt x="6" y="8"/>
                      <a:pt x="5" y="10"/>
                    </a:cubicBezTo>
                    <a:cubicBezTo>
                      <a:pt x="4" y="11"/>
                      <a:pt x="0" y="15"/>
                      <a:pt x="1" y="15"/>
                    </a:cubicBezTo>
                    <a:cubicBezTo>
                      <a:pt x="3" y="16"/>
                      <a:pt x="6" y="16"/>
                      <a:pt x="8" y="15"/>
                    </a:cubicBezTo>
                    <a:cubicBezTo>
                      <a:pt x="11" y="13"/>
                      <a:pt x="14" y="13"/>
                      <a:pt x="17" y="14"/>
                    </a:cubicBezTo>
                    <a:cubicBezTo>
                      <a:pt x="21" y="14"/>
                      <a:pt x="24" y="13"/>
                      <a:pt x="28" y="12"/>
                    </a:cubicBezTo>
                    <a:cubicBezTo>
                      <a:pt x="30" y="11"/>
                      <a:pt x="32" y="8"/>
                      <a:pt x="29" y="7"/>
                    </a:cubicBezTo>
                    <a:cubicBezTo>
                      <a:pt x="27" y="6"/>
                      <a:pt x="24" y="2"/>
                      <a:pt x="22" y="3"/>
                    </a:cubicBezTo>
                    <a:cubicBezTo>
                      <a:pt x="20" y="3"/>
                      <a:pt x="18" y="6"/>
                      <a:pt x="16" y="6"/>
                    </a:cubicBezTo>
                    <a:cubicBezTo>
                      <a:pt x="15" y="6"/>
                      <a:pt x="17" y="6"/>
                      <a:pt x="16"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 name="Freeform 408">
                <a:extLst>
                  <a:ext uri="{FF2B5EF4-FFF2-40B4-BE49-F238E27FC236}">
                    <a16:creationId xmlns:a16="http://schemas.microsoft.com/office/drawing/2014/main" id="{C9AAB3FF-37D5-5477-2F34-A687132F855F}"/>
                  </a:ext>
                </a:extLst>
              </p:cNvPr>
              <p:cNvSpPr>
                <a:spLocks/>
              </p:cNvSpPr>
              <p:nvPr/>
            </p:nvSpPr>
            <p:spPr bwMode="auto">
              <a:xfrm>
                <a:off x="15999561" y="4111405"/>
                <a:ext cx="280256" cy="149721"/>
              </a:xfrm>
              <a:custGeom>
                <a:avLst/>
                <a:gdLst>
                  <a:gd name="T0" fmla="*/ 26 w 30"/>
                  <a:gd name="T1" fmla="*/ 10 h 16"/>
                  <a:gd name="T2" fmla="*/ 28 w 30"/>
                  <a:gd name="T3" fmla="*/ 7 h 16"/>
                  <a:gd name="T4" fmla="*/ 29 w 30"/>
                  <a:gd name="T5" fmla="*/ 5 h 16"/>
                  <a:gd name="T6" fmla="*/ 26 w 30"/>
                  <a:gd name="T7" fmla="*/ 3 h 16"/>
                  <a:gd name="T8" fmla="*/ 22 w 30"/>
                  <a:gd name="T9" fmla="*/ 3 h 16"/>
                  <a:gd name="T10" fmla="*/ 17 w 30"/>
                  <a:gd name="T11" fmla="*/ 4 h 16"/>
                  <a:gd name="T12" fmla="*/ 18 w 30"/>
                  <a:gd name="T13" fmla="*/ 1 h 16"/>
                  <a:gd name="T14" fmla="*/ 12 w 30"/>
                  <a:gd name="T15" fmla="*/ 1 h 16"/>
                  <a:gd name="T16" fmla="*/ 5 w 30"/>
                  <a:gd name="T17" fmla="*/ 4 h 16"/>
                  <a:gd name="T18" fmla="*/ 7 w 30"/>
                  <a:gd name="T19" fmla="*/ 4 h 16"/>
                  <a:gd name="T20" fmla="*/ 0 w 30"/>
                  <a:gd name="T21" fmla="*/ 8 h 16"/>
                  <a:gd name="T22" fmla="*/ 4 w 30"/>
                  <a:gd name="T23" fmla="*/ 9 h 16"/>
                  <a:gd name="T24" fmla="*/ 7 w 30"/>
                  <a:gd name="T25" fmla="*/ 12 h 16"/>
                  <a:gd name="T26" fmla="*/ 12 w 30"/>
                  <a:gd name="T27" fmla="*/ 13 h 16"/>
                  <a:gd name="T28" fmla="*/ 19 w 30"/>
                  <a:gd name="T29" fmla="*/ 16 h 16"/>
                  <a:gd name="T30" fmla="*/ 28 w 30"/>
                  <a:gd name="T31" fmla="*/ 15 h 16"/>
                  <a:gd name="T32" fmla="*/ 26 w 30"/>
                  <a:gd name="T33" fmla="*/ 10 h 16"/>
                  <a:gd name="T34" fmla="*/ 26 w 30"/>
                  <a:gd name="T35"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16">
                    <a:moveTo>
                      <a:pt x="26" y="10"/>
                    </a:moveTo>
                    <a:cubicBezTo>
                      <a:pt x="29" y="11"/>
                      <a:pt x="27" y="9"/>
                      <a:pt x="28" y="7"/>
                    </a:cubicBezTo>
                    <a:cubicBezTo>
                      <a:pt x="28" y="6"/>
                      <a:pt x="29" y="6"/>
                      <a:pt x="29" y="5"/>
                    </a:cubicBezTo>
                    <a:cubicBezTo>
                      <a:pt x="29" y="4"/>
                      <a:pt x="27" y="3"/>
                      <a:pt x="26" y="3"/>
                    </a:cubicBezTo>
                    <a:cubicBezTo>
                      <a:pt x="25" y="2"/>
                      <a:pt x="23" y="2"/>
                      <a:pt x="22" y="3"/>
                    </a:cubicBezTo>
                    <a:cubicBezTo>
                      <a:pt x="22" y="3"/>
                      <a:pt x="17" y="4"/>
                      <a:pt x="17" y="4"/>
                    </a:cubicBezTo>
                    <a:cubicBezTo>
                      <a:pt x="17" y="4"/>
                      <a:pt x="21" y="2"/>
                      <a:pt x="18" y="1"/>
                    </a:cubicBezTo>
                    <a:cubicBezTo>
                      <a:pt x="16" y="0"/>
                      <a:pt x="14" y="1"/>
                      <a:pt x="12" y="1"/>
                    </a:cubicBezTo>
                    <a:cubicBezTo>
                      <a:pt x="11" y="1"/>
                      <a:pt x="6" y="2"/>
                      <a:pt x="5" y="4"/>
                    </a:cubicBezTo>
                    <a:cubicBezTo>
                      <a:pt x="5" y="4"/>
                      <a:pt x="7" y="4"/>
                      <a:pt x="7" y="4"/>
                    </a:cubicBezTo>
                    <a:cubicBezTo>
                      <a:pt x="7" y="4"/>
                      <a:pt x="0" y="7"/>
                      <a:pt x="0" y="8"/>
                    </a:cubicBezTo>
                    <a:cubicBezTo>
                      <a:pt x="0" y="8"/>
                      <a:pt x="4" y="9"/>
                      <a:pt x="4" y="9"/>
                    </a:cubicBezTo>
                    <a:cubicBezTo>
                      <a:pt x="5" y="9"/>
                      <a:pt x="6" y="11"/>
                      <a:pt x="7" y="12"/>
                    </a:cubicBezTo>
                    <a:cubicBezTo>
                      <a:pt x="9" y="13"/>
                      <a:pt x="10" y="13"/>
                      <a:pt x="12" y="13"/>
                    </a:cubicBezTo>
                    <a:cubicBezTo>
                      <a:pt x="14" y="14"/>
                      <a:pt x="17" y="16"/>
                      <a:pt x="19" y="16"/>
                    </a:cubicBezTo>
                    <a:cubicBezTo>
                      <a:pt x="22" y="16"/>
                      <a:pt x="25" y="16"/>
                      <a:pt x="28" y="15"/>
                    </a:cubicBezTo>
                    <a:cubicBezTo>
                      <a:pt x="30" y="15"/>
                      <a:pt x="26" y="10"/>
                      <a:pt x="26" y="10"/>
                    </a:cubicBezTo>
                    <a:cubicBezTo>
                      <a:pt x="27" y="10"/>
                      <a:pt x="25" y="10"/>
                      <a:pt x="26"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 name="Freeform 409">
                <a:extLst>
                  <a:ext uri="{FF2B5EF4-FFF2-40B4-BE49-F238E27FC236}">
                    <a16:creationId xmlns:a16="http://schemas.microsoft.com/office/drawing/2014/main" id="{FC74F172-B042-C624-E9BC-F765DBE46698}"/>
                  </a:ext>
                </a:extLst>
              </p:cNvPr>
              <p:cNvSpPr>
                <a:spLocks/>
              </p:cNvSpPr>
              <p:nvPr/>
            </p:nvSpPr>
            <p:spPr bwMode="auto">
              <a:xfrm>
                <a:off x="15916758" y="4120960"/>
                <a:ext cx="140127" cy="47785"/>
              </a:xfrm>
              <a:custGeom>
                <a:avLst/>
                <a:gdLst>
                  <a:gd name="T0" fmla="*/ 9 w 15"/>
                  <a:gd name="T1" fmla="*/ 1 h 5"/>
                  <a:gd name="T2" fmla="*/ 4 w 15"/>
                  <a:gd name="T3" fmla="*/ 1 h 5"/>
                  <a:gd name="T4" fmla="*/ 0 w 15"/>
                  <a:gd name="T5" fmla="*/ 1 h 5"/>
                  <a:gd name="T6" fmla="*/ 1 w 15"/>
                  <a:gd name="T7" fmla="*/ 3 h 5"/>
                  <a:gd name="T8" fmla="*/ 6 w 15"/>
                  <a:gd name="T9" fmla="*/ 5 h 5"/>
                  <a:gd name="T10" fmla="*/ 9 w 15"/>
                  <a:gd name="T11" fmla="*/ 1 h 5"/>
                  <a:gd name="T12" fmla="*/ 9 w 15"/>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15" h="5">
                    <a:moveTo>
                      <a:pt x="9" y="1"/>
                    </a:moveTo>
                    <a:cubicBezTo>
                      <a:pt x="8" y="1"/>
                      <a:pt x="6" y="1"/>
                      <a:pt x="4" y="1"/>
                    </a:cubicBezTo>
                    <a:cubicBezTo>
                      <a:pt x="3" y="1"/>
                      <a:pt x="1" y="0"/>
                      <a:pt x="0" y="1"/>
                    </a:cubicBezTo>
                    <a:cubicBezTo>
                      <a:pt x="0" y="1"/>
                      <a:pt x="0" y="3"/>
                      <a:pt x="1" y="3"/>
                    </a:cubicBezTo>
                    <a:cubicBezTo>
                      <a:pt x="3" y="4"/>
                      <a:pt x="4" y="5"/>
                      <a:pt x="6" y="5"/>
                    </a:cubicBezTo>
                    <a:cubicBezTo>
                      <a:pt x="8" y="5"/>
                      <a:pt x="15" y="2"/>
                      <a:pt x="9" y="1"/>
                    </a:cubicBezTo>
                    <a:cubicBezTo>
                      <a:pt x="8" y="1"/>
                      <a:pt x="10" y="2"/>
                      <a:pt x="9"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 name="Freeform 410">
                <a:extLst>
                  <a:ext uri="{FF2B5EF4-FFF2-40B4-BE49-F238E27FC236}">
                    <a16:creationId xmlns:a16="http://schemas.microsoft.com/office/drawing/2014/main" id="{91BFD52C-6014-D706-1194-CB9094FCE66A}"/>
                  </a:ext>
                </a:extLst>
              </p:cNvPr>
              <p:cNvSpPr>
                <a:spLocks/>
              </p:cNvSpPr>
              <p:nvPr/>
            </p:nvSpPr>
            <p:spPr bwMode="auto">
              <a:xfrm>
                <a:off x="15942235" y="3990355"/>
                <a:ext cx="235667" cy="149721"/>
              </a:xfrm>
              <a:custGeom>
                <a:avLst/>
                <a:gdLst>
                  <a:gd name="T0" fmla="*/ 7 w 25"/>
                  <a:gd name="T1" fmla="*/ 15 h 16"/>
                  <a:gd name="T2" fmla="*/ 3 w 25"/>
                  <a:gd name="T3" fmla="*/ 13 h 16"/>
                  <a:gd name="T4" fmla="*/ 4 w 25"/>
                  <a:gd name="T5" fmla="*/ 12 h 16"/>
                  <a:gd name="T6" fmla="*/ 0 w 25"/>
                  <a:gd name="T7" fmla="*/ 12 h 16"/>
                  <a:gd name="T8" fmla="*/ 3 w 25"/>
                  <a:gd name="T9" fmla="*/ 11 h 16"/>
                  <a:gd name="T10" fmla="*/ 2 w 25"/>
                  <a:gd name="T11" fmla="*/ 10 h 16"/>
                  <a:gd name="T12" fmla="*/ 6 w 25"/>
                  <a:gd name="T13" fmla="*/ 6 h 16"/>
                  <a:gd name="T14" fmla="*/ 5 w 25"/>
                  <a:gd name="T15" fmla="*/ 6 h 16"/>
                  <a:gd name="T16" fmla="*/ 11 w 25"/>
                  <a:gd name="T17" fmla="*/ 3 h 16"/>
                  <a:gd name="T18" fmla="*/ 18 w 25"/>
                  <a:gd name="T19" fmla="*/ 0 h 16"/>
                  <a:gd name="T20" fmla="*/ 20 w 25"/>
                  <a:gd name="T21" fmla="*/ 4 h 16"/>
                  <a:gd name="T22" fmla="*/ 25 w 25"/>
                  <a:gd name="T23" fmla="*/ 7 h 16"/>
                  <a:gd name="T24" fmla="*/ 21 w 25"/>
                  <a:gd name="T25" fmla="*/ 9 h 16"/>
                  <a:gd name="T26" fmla="*/ 23 w 25"/>
                  <a:gd name="T27" fmla="*/ 12 h 16"/>
                  <a:gd name="T28" fmla="*/ 19 w 25"/>
                  <a:gd name="T29" fmla="*/ 13 h 16"/>
                  <a:gd name="T30" fmla="*/ 7 w 25"/>
                  <a:gd name="T31" fmla="*/ 15 h 16"/>
                  <a:gd name="T32" fmla="*/ 7 w 25"/>
                  <a:gd name="T33"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16">
                    <a:moveTo>
                      <a:pt x="7" y="15"/>
                    </a:moveTo>
                    <a:cubicBezTo>
                      <a:pt x="6" y="14"/>
                      <a:pt x="4" y="14"/>
                      <a:pt x="3" y="13"/>
                    </a:cubicBezTo>
                    <a:cubicBezTo>
                      <a:pt x="2" y="12"/>
                      <a:pt x="4" y="12"/>
                      <a:pt x="4" y="12"/>
                    </a:cubicBezTo>
                    <a:cubicBezTo>
                      <a:pt x="4" y="12"/>
                      <a:pt x="0" y="13"/>
                      <a:pt x="0" y="12"/>
                    </a:cubicBezTo>
                    <a:cubicBezTo>
                      <a:pt x="0" y="10"/>
                      <a:pt x="3" y="11"/>
                      <a:pt x="3" y="11"/>
                    </a:cubicBezTo>
                    <a:cubicBezTo>
                      <a:pt x="3" y="10"/>
                      <a:pt x="2" y="10"/>
                      <a:pt x="2" y="10"/>
                    </a:cubicBezTo>
                    <a:cubicBezTo>
                      <a:pt x="2" y="10"/>
                      <a:pt x="7" y="7"/>
                      <a:pt x="6" y="6"/>
                    </a:cubicBezTo>
                    <a:cubicBezTo>
                      <a:pt x="6" y="6"/>
                      <a:pt x="5" y="6"/>
                      <a:pt x="5" y="6"/>
                    </a:cubicBezTo>
                    <a:cubicBezTo>
                      <a:pt x="6" y="4"/>
                      <a:pt x="9" y="4"/>
                      <a:pt x="11" y="3"/>
                    </a:cubicBezTo>
                    <a:cubicBezTo>
                      <a:pt x="13" y="2"/>
                      <a:pt x="16" y="1"/>
                      <a:pt x="18" y="0"/>
                    </a:cubicBezTo>
                    <a:cubicBezTo>
                      <a:pt x="18" y="0"/>
                      <a:pt x="19" y="3"/>
                      <a:pt x="20" y="4"/>
                    </a:cubicBezTo>
                    <a:cubicBezTo>
                      <a:pt x="20" y="4"/>
                      <a:pt x="25" y="6"/>
                      <a:pt x="25" y="7"/>
                    </a:cubicBezTo>
                    <a:cubicBezTo>
                      <a:pt x="25" y="8"/>
                      <a:pt x="20" y="7"/>
                      <a:pt x="21" y="9"/>
                    </a:cubicBezTo>
                    <a:cubicBezTo>
                      <a:pt x="21" y="9"/>
                      <a:pt x="23" y="10"/>
                      <a:pt x="23" y="12"/>
                    </a:cubicBezTo>
                    <a:cubicBezTo>
                      <a:pt x="22" y="12"/>
                      <a:pt x="20" y="12"/>
                      <a:pt x="19" y="13"/>
                    </a:cubicBezTo>
                    <a:cubicBezTo>
                      <a:pt x="16" y="14"/>
                      <a:pt x="10" y="16"/>
                      <a:pt x="7" y="15"/>
                    </a:cubicBezTo>
                    <a:cubicBezTo>
                      <a:pt x="6" y="14"/>
                      <a:pt x="9" y="16"/>
                      <a:pt x="7" y="1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 name="Freeform 411">
                <a:extLst>
                  <a:ext uri="{FF2B5EF4-FFF2-40B4-BE49-F238E27FC236}">
                    <a16:creationId xmlns:a16="http://schemas.microsoft.com/office/drawing/2014/main" id="{7C7F8ED5-2AFD-2375-9D40-4D1DE19E19A6}"/>
                  </a:ext>
                </a:extLst>
              </p:cNvPr>
              <p:cNvSpPr>
                <a:spLocks/>
              </p:cNvSpPr>
              <p:nvPr/>
            </p:nvSpPr>
            <p:spPr bwMode="auto">
              <a:xfrm>
                <a:off x="18426316" y="4579679"/>
                <a:ext cx="235667" cy="76452"/>
              </a:xfrm>
              <a:custGeom>
                <a:avLst/>
                <a:gdLst>
                  <a:gd name="T0" fmla="*/ 5 w 25"/>
                  <a:gd name="T1" fmla="*/ 3 h 8"/>
                  <a:gd name="T2" fmla="*/ 3 w 25"/>
                  <a:gd name="T3" fmla="*/ 1 h 8"/>
                  <a:gd name="T4" fmla="*/ 1 w 25"/>
                  <a:gd name="T5" fmla="*/ 2 h 8"/>
                  <a:gd name="T6" fmla="*/ 2 w 25"/>
                  <a:gd name="T7" fmla="*/ 4 h 8"/>
                  <a:gd name="T8" fmla="*/ 5 w 25"/>
                  <a:gd name="T9" fmla="*/ 6 h 8"/>
                  <a:gd name="T10" fmla="*/ 16 w 25"/>
                  <a:gd name="T11" fmla="*/ 8 h 8"/>
                  <a:gd name="T12" fmla="*/ 24 w 25"/>
                  <a:gd name="T13" fmla="*/ 5 h 8"/>
                  <a:gd name="T14" fmla="*/ 23 w 25"/>
                  <a:gd name="T15" fmla="*/ 6 h 8"/>
                  <a:gd name="T16" fmla="*/ 20 w 25"/>
                  <a:gd name="T17" fmla="*/ 4 h 8"/>
                  <a:gd name="T18" fmla="*/ 15 w 25"/>
                  <a:gd name="T19" fmla="*/ 4 h 8"/>
                  <a:gd name="T20" fmla="*/ 10 w 25"/>
                  <a:gd name="T21" fmla="*/ 2 h 8"/>
                  <a:gd name="T22" fmla="*/ 5 w 25"/>
                  <a:gd name="T23"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8">
                    <a:moveTo>
                      <a:pt x="5" y="3"/>
                    </a:moveTo>
                    <a:cubicBezTo>
                      <a:pt x="4" y="3"/>
                      <a:pt x="4" y="1"/>
                      <a:pt x="3" y="1"/>
                    </a:cubicBezTo>
                    <a:cubicBezTo>
                      <a:pt x="3" y="0"/>
                      <a:pt x="1" y="2"/>
                      <a:pt x="1" y="2"/>
                    </a:cubicBezTo>
                    <a:cubicBezTo>
                      <a:pt x="0" y="4"/>
                      <a:pt x="1" y="4"/>
                      <a:pt x="2" y="4"/>
                    </a:cubicBezTo>
                    <a:cubicBezTo>
                      <a:pt x="3" y="4"/>
                      <a:pt x="4" y="6"/>
                      <a:pt x="5" y="6"/>
                    </a:cubicBezTo>
                    <a:cubicBezTo>
                      <a:pt x="9" y="7"/>
                      <a:pt x="12" y="8"/>
                      <a:pt x="16" y="8"/>
                    </a:cubicBezTo>
                    <a:cubicBezTo>
                      <a:pt x="17" y="8"/>
                      <a:pt x="25" y="7"/>
                      <a:pt x="24" y="5"/>
                    </a:cubicBezTo>
                    <a:cubicBezTo>
                      <a:pt x="23" y="5"/>
                      <a:pt x="23" y="6"/>
                      <a:pt x="23" y="6"/>
                    </a:cubicBezTo>
                    <a:cubicBezTo>
                      <a:pt x="22" y="6"/>
                      <a:pt x="21" y="5"/>
                      <a:pt x="20" y="4"/>
                    </a:cubicBezTo>
                    <a:cubicBezTo>
                      <a:pt x="19" y="4"/>
                      <a:pt x="17" y="3"/>
                      <a:pt x="15" y="4"/>
                    </a:cubicBezTo>
                    <a:cubicBezTo>
                      <a:pt x="14" y="4"/>
                      <a:pt x="12" y="2"/>
                      <a:pt x="10" y="2"/>
                    </a:cubicBezTo>
                    <a:cubicBezTo>
                      <a:pt x="8" y="2"/>
                      <a:pt x="7" y="3"/>
                      <a:pt x="5"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 name="Freeform 412">
                <a:extLst>
                  <a:ext uri="{FF2B5EF4-FFF2-40B4-BE49-F238E27FC236}">
                    <a16:creationId xmlns:a16="http://schemas.microsoft.com/office/drawing/2014/main" id="{BEEE7C65-B7E1-DCE5-42DF-AD4DB174B5AC}"/>
                  </a:ext>
                </a:extLst>
              </p:cNvPr>
              <p:cNvSpPr>
                <a:spLocks/>
              </p:cNvSpPr>
              <p:nvPr/>
            </p:nvSpPr>
            <p:spPr bwMode="auto">
              <a:xfrm>
                <a:off x="18126952" y="4729398"/>
                <a:ext cx="197453" cy="76452"/>
              </a:xfrm>
              <a:custGeom>
                <a:avLst/>
                <a:gdLst>
                  <a:gd name="T0" fmla="*/ 2 w 21"/>
                  <a:gd name="T1" fmla="*/ 6 h 8"/>
                  <a:gd name="T2" fmla="*/ 8 w 21"/>
                  <a:gd name="T3" fmla="*/ 6 h 8"/>
                  <a:gd name="T4" fmla="*/ 14 w 21"/>
                  <a:gd name="T5" fmla="*/ 8 h 8"/>
                  <a:gd name="T6" fmla="*/ 19 w 21"/>
                  <a:gd name="T7" fmla="*/ 7 h 8"/>
                  <a:gd name="T8" fmla="*/ 17 w 21"/>
                  <a:gd name="T9" fmla="*/ 4 h 8"/>
                  <a:gd name="T10" fmla="*/ 7 w 21"/>
                  <a:gd name="T11" fmla="*/ 2 h 8"/>
                  <a:gd name="T12" fmla="*/ 4 w 21"/>
                  <a:gd name="T13" fmla="*/ 5 h 8"/>
                  <a:gd name="T14" fmla="*/ 2 w 21"/>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8">
                    <a:moveTo>
                      <a:pt x="2" y="6"/>
                    </a:moveTo>
                    <a:cubicBezTo>
                      <a:pt x="5" y="6"/>
                      <a:pt x="6" y="6"/>
                      <a:pt x="8" y="6"/>
                    </a:cubicBezTo>
                    <a:cubicBezTo>
                      <a:pt x="10" y="7"/>
                      <a:pt x="12" y="7"/>
                      <a:pt x="14" y="8"/>
                    </a:cubicBezTo>
                    <a:cubicBezTo>
                      <a:pt x="16" y="8"/>
                      <a:pt x="18" y="8"/>
                      <a:pt x="19" y="7"/>
                    </a:cubicBezTo>
                    <a:cubicBezTo>
                      <a:pt x="21" y="6"/>
                      <a:pt x="18" y="5"/>
                      <a:pt x="17" y="4"/>
                    </a:cubicBezTo>
                    <a:cubicBezTo>
                      <a:pt x="14" y="2"/>
                      <a:pt x="11" y="0"/>
                      <a:pt x="7" y="2"/>
                    </a:cubicBezTo>
                    <a:cubicBezTo>
                      <a:pt x="5" y="3"/>
                      <a:pt x="5" y="4"/>
                      <a:pt x="4" y="5"/>
                    </a:cubicBezTo>
                    <a:cubicBezTo>
                      <a:pt x="3" y="5"/>
                      <a:pt x="0" y="6"/>
                      <a:pt x="2"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 name="Freeform 413">
                <a:extLst>
                  <a:ext uri="{FF2B5EF4-FFF2-40B4-BE49-F238E27FC236}">
                    <a16:creationId xmlns:a16="http://schemas.microsoft.com/office/drawing/2014/main" id="{48EFB8CB-D3D1-84C2-40A5-7ED14D2680F2}"/>
                  </a:ext>
                </a:extLst>
              </p:cNvPr>
              <p:cNvSpPr>
                <a:spLocks/>
              </p:cNvSpPr>
              <p:nvPr/>
            </p:nvSpPr>
            <p:spPr bwMode="auto">
              <a:xfrm>
                <a:off x="18136507" y="4694361"/>
                <a:ext cx="76432" cy="44598"/>
              </a:xfrm>
              <a:custGeom>
                <a:avLst/>
                <a:gdLst>
                  <a:gd name="T0" fmla="*/ 3 w 8"/>
                  <a:gd name="T1" fmla="*/ 5 h 5"/>
                  <a:gd name="T2" fmla="*/ 4 w 8"/>
                  <a:gd name="T3" fmla="*/ 1 h 5"/>
                  <a:gd name="T4" fmla="*/ 3 w 8"/>
                  <a:gd name="T5" fmla="*/ 5 h 5"/>
                  <a:gd name="T6" fmla="*/ 3 w 8"/>
                  <a:gd name="T7" fmla="*/ 5 h 5"/>
                </a:gdLst>
                <a:ahLst/>
                <a:cxnLst>
                  <a:cxn ang="0">
                    <a:pos x="T0" y="T1"/>
                  </a:cxn>
                  <a:cxn ang="0">
                    <a:pos x="T2" y="T3"/>
                  </a:cxn>
                  <a:cxn ang="0">
                    <a:pos x="T4" y="T5"/>
                  </a:cxn>
                  <a:cxn ang="0">
                    <a:pos x="T6" y="T7"/>
                  </a:cxn>
                </a:cxnLst>
                <a:rect l="0" t="0" r="r" b="b"/>
                <a:pathLst>
                  <a:path w="8" h="5">
                    <a:moveTo>
                      <a:pt x="3" y="5"/>
                    </a:moveTo>
                    <a:cubicBezTo>
                      <a:pt x="0" y="5"/>
                      <a:pt x="1" y="0"/>
                      <a:pt x="4" y="1"/>
                    </a:cubicBezTo>
                    <a:cubicBezTo>
                      <a:pt x="8" y="2"/>
                      <a:pt x="6" y="4"/>
                      <a:pt x="3" y="5"/>
                    </a:cubicBezTo>
                    <a:cubicBezTo>
                      <a:pt x="1" y="5"/>
                      <a:pt x="5" y="5"/>
                      <a:pt x="3"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 name="Freeform 414">
                <a:extLst>
                  <a:ext uri="{FF2B5EF4-FFF2-40B4-BE49-F238E27FC236}">
                    <a16:creationId xmlns:a16="http://schemas.microsoft.com/office/drawing/2014/main" id="{2C70D05D-9FB3-5A9F-8944-BA0069E35162}"/>
                  </a:ext>
                </a:extLst>
              </p:cNvPr>
              <p:cNvSpPr>
                <a:spLocks/>
              </p:cNvSpPr>
              <p:nvPr/>
            </p:nvSpPr>
            <p:spPr bwMode="auto">
              <a:xfrm>
                <a:off x="17932683" y="4560566"/>
                <a:ext cx="28662" cy="47785"/>
              </a:xfrm>
              <a:custGeom>
                <a:avLst/>
                <a:gdLst>
                  <a:gd name="T0" fmla="*/ 1 w 3"/>
                  <a:gd name="T1" fmla="*/ 3 h 5"/>
                  <a:gd name="T2" fmla="*/ 3 w 3"/>
                  <a:gd name="T3" fmla="*/ 1 h 5"/>
                  <a:gd name="T4" fmla="*/ 1 w 3"/>
                  <a:gd name="T5" fmla="*/ 5 h 5"/>
                  <a:gd name="T6" fmla="*/ 1 w 3"/>
                  <a:gd name="T7" fmla="*/ 3 h 5"/>
                  <a:gd name="T8" fmla="*/ 1 w 3"/>
                  <a:gd name="T9" fmla="*/ 3 h 5"/>
                </a:gdLst>
                <a:ahLst/>
                <a:cxnLst>
                  <a:cxn ang="0">
                    <a:pos x="T0" y="T1"/>
                  </a:cxn>
                  <a:cxn ang="0">
                    <a:pos x="T2" y="T3"/>
                  </a:cxn>
                  <a:cxn ang="0">
                    <a:pos x="T4" y="T5"/>
                  </a:cxn>
                  <a:cxn ang="0">
                    <a:pos x="T6" y="T7"/>
                  </a:cxn>
                  <a:cxn ang="0">
                    <a:pos x="T8" y="T9"/>
                  </a:cxn>
                </a:cxnLst>
                <a:rect l="0" t="0" r="r" b="b"/>
                <a:pathLst>
                  <a:path w="3" h="5">
                    <a:moveTo>
                      <a:pt x="1" y="3"/>
                    </a:moveTo>
                    <a:cubicBezTo>
                      <a:pt x="0" y="2"/>
                      <a:pt x="2" y="0"/>
                      <a:pt x="3" y="1"/>
                    </a:cubicBezTo>
                    <a:cubicBezTo>
                      <a:pt x="3" y="2"/>
                      <a:pt x="2" y="5"/>
                      <a:pt x="1" y="5"/>
                    </a:cubicBezTo>
                    <a:cubicBezTo>
                      <a:pt x="1" y="5"/>
                      <a:pt x="1" y="3"/>
                      <a:pt x="1" y="3"/>
                    </a:cubicBezTo>
                    <a:cubicBezTo>
                      <a:pt x="0" y="2"/>
                      <a:pt x="1" y="3"/>
                      <a:pt x="1"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 name="Freeform 415">
                <a:extLst>
                  <a:ext uri="{FF2B5EF4-FFF2-40B4-BE49-F238E27FC236}">
                    <a16:creationId xmlns:a16="http://schemas.microsoft.com/office/drawing/2014/main" id="{CAF8FF61-02E2-663D-382A-F979C1492A7A}"/>
                  </a:ext>
                </a:extLst>
              </p:cNvPr>
              <p:cNvSpPr>
                <a:spLocks/>
              </p:cNvSpPr>
              <p:nvPr/>
            </p:nvSpPr>
            <p:spPr bwMode="auto">
              <a:xfrm>
                <a:off x="17932683" y="4700729"/>
                <a:ext cx="38217" cy="47785"/>
              </a:xfrm>
              <a:custGeom>
                <a:avLst/>
                <a:gdLst>
                  <a:gd name="T0" fmla="*/ 4 w 4"/>
                  <a:gd name="T1" fmla="*/ 4 h 5"/>
                  <a:gd name="T2" fmla="*/ 0 w 4"/>
                  <a:gd name="T3" fmla="*/ 1 h 5"/>
                  <a:gd name="T4" fmla="*/ 4 w 4"/>
                  <a:gd name="T5" fmla="*/ 4 h 5"/>
                </a:gdLst>
                <a:ahLst/>
                <a:cxnLst>
                  <a:cxn ang="0">
                    <a:pos x="T0" y="T1"/>
                  </a:cxn>
                  <a:cxn ang="0">
                    <a:pos x="T2" y="T3"/>
                  </a:cxn>
                  <a:cxn ang="0">
                    <a:pos x="T4" y="T5"/>
                  </a:cxn>
                </a:cxnLst>
                <a:rect l="0" t="0" r="r" b="b"/>
                <a:pathLst>
                  <a:path w="4" h="5">
                    <a:moveTo>
                      <a:pt x="4" y="4"/>
                    </a:moveTo>
                    <a:cubicBezTo>
                      <a:pt x="4" y="3"/>
                      <a:pt x="1" y="0"/>
                      <a:pt x="0" y="1"/>
                    </a:cubicBezTo>
                    <a:cubicBezTo>
                      <a:pt x="0" y="1"/>
                      <a:pt x="3" y="5"/>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 name="Freeform 416">
                <a:extLst>
                  <a:ext uri="{FF2B5EF4-FFF2-40B4-BE49-F238E27FC236}">
                    <a16:creationId xmlns:a16="http://schemas.microsoft.com/office/drawing/2014/main" id="{34988ADC-08A6-0162-863B-D374CC6BF5BA}"/>
                  </a:ext>
                </a:extLst>
              </p:cNvPr>
              <p:cNvSpPr>
                <a:spLocks/>
              </p:cNvSpPr>
              <p:nvPr/>
            </p:nvSpPr>
            <p:spPr bwMode="auto">
              <a:xfrm>
                <a:off x="17996378" y="4525526"/>
                <a:ext cx="394905" cy="149721"/>
              </a:xfrm>
              <a:custGeom>
                <a:avLst/>
                <a:gdLst>
                  <a:gd name="T0" fmla="*/ 34 w 42"/>
                  <a:gd name="T1" fmla="*/ 4 h 16"/>
                  <a:gd name="T2" fmla="*/ 29 w 42"/>
                  <a:gd name="T3" fmla="*/ 3 h 16"/>
                  <a:gd name="T4" fmla="*/ 23 w 42"/>
                  <a:gd name="T5" fmla="*/ 0 h 16"/>
                  <a:gd name="T6" fmla="*/ 22 w 42"/>
                  <a:gd name="T7" fmla="*/ 2 h 16"/>
                  <a:gd name="T8" fmla="*/ 20 w 42"/>
                  <a:gd name="T9" fmla="*/ 6 h 16"/>
                  <a:gd name="T10" fmla="*/ 11 w 42"/>
                  <a:gd name="T11" fmla="*/ 1 h 16"/>
                  <a:gd name="T12" fmla="*/ 4 w 42"/>
                  <a:gd name="T13" fmla="*/ 3 h 16"/>
                  <a:gd name="T14" fmla="*/ 2 w 42"/>
                  <a:gd name="T15" fmla="*/ 6 h 16"/>
                  <a:gd name="T16" fmla="*/ 1 w 42"/>
                  <a:gd name="T17" fmla="*/ 10 h 16"/>
                  <a:gd name="T18" fmla="*/ 9 w 42"/>
                  <a:gd name="T19" fmla="*/ 14 h 16"/>
                  <a:gd name="T20" fmla="*/ 13 w 42"/>
                  <a:gd name="T21" fmla="*/ 15 h 16"/>
                  <a:gd name="T22" fmla="*/ 15 w 42"/>
                  <a:gd name="T23" fmla="*/ 13 h 16"/>
                  <a:gd name="T24" fmla="*/ 16 w 42"/>
                  <a:gd name="T25" fmla="*/ 14 h 16"/>
                  <a:gd name="T26" fmla="*/ 18 w 42"/>
                  <a:gd name="T27" fmla="*/ 14 h 16"/>
                  <a:gd name="T28" fmla="*/ 25 w 42"/>
                  <a:gd name="T29" fmla="*/ 12 h 16"/>
                  <a:gd name="T30" fmla="*/ 28 w 42"/>
                  <a:gd name="T31" fmla="*/ 14 h 16"/>
                  <a:gd name="T32" fmla="*/ 34 w 42"/>
                  <a:gd name="T33" fmla="*/ 13 h 16"/>
                  <a:gd name="T34" fmla="*/ 33 w 42"/>
                  <a:gd name="T35" fmla="*/ 12 h 16"/>
                  <a:gd name="T36" fmla="*/ 37 w 42"/>
                  <a:gd name="T37" fmla="*/ 12 h 16"/>
                  <a:gd name="T38" fmla="*/ 39 w 42"/>
                  <a:gd name="T39" fmla="*/ 11 h 16"/>
                  <a:gd name="T40" fmla="*/ 40 w 42"/>
                  <a:gd name="T41" fmla="*/ 9 h 16"/>
                  <a:gd name="T42" fmla="*/ 39 w 42"/>
                  <a:gd name="T43" fmla="*/ 9 h 16"/>
                  <a:gd name="T44" fmla="*/ 42 w 42"/>
                  <a:gd name="T45" fmla="*/ 6 h 16"/>
                  <a:gd name="T46" fmla="*/ 34 w 42"/>
                  <a:gd name="T47" fmla="*/ 4 h 16"/>
                  <a:gd name="T48" fmla="*/ 34 w 42"/>
                  <a:gd name="T4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6">
                    <a:moveTo>
                      <a:pt x="34" y="4"/>
                    </a:moveTo>
                    <a:cubicBezTo>
                      <a:pt x="32" y="3"/>
                      <a:pt x="31" y="4"/>
                      <a:pt x="29" y="3"/>
                    </a:cubicBezTo>
                    <a:cubicBezTo>
                      <a:pt x="29" y="3"/>
                      <a:pt x="24" y="0"/>
                      <a:pt x="23" y="0"/>
                    </a:cubicBezTo>
                    <a:cubicBezTo>
                      <a:pt x="23" y="0"/>
                      <a:pt x="24" y="1"/>
                      <a:pt x="22" y="2"/>
                    </a:cubicBezTo>
                    <a:cubicBezTo>
                      <a:pt x="20" y="2"/>
                      <a:pt x="22" y="5"/>
                      <a:pt x="20" y="6"/>
                    </a:cubicBezTo>
                    <a:cubicBezTo>
                      <a:pt x="19" y="6"/>
                      <a:pt x="12" y="1"/>
                      <a:pt x="11" y="1"/>
                    </a:cubicBezTo>
                    <a:cubicBezTo>
                      <a:pt x="9" y="0"/>
                      <a:pt x="4" y="1"/>
                      <a:pt x="4" y="3"/>
                    </a:cubicBezTo>
                    <a:cubicBezTo>
                      <a:pt x="4" y="5"/>
                      <a:pt x="0" y="4"/>
                      <a:pt x="2" y="6"/>
                    </a:cubicBezTo>
                    <a:cubicBezTo>
                      <a:pt x="3" y="7"/>
                      <a:pt x="0" y="9"/>
                      <a:pt x="1" y="10"/>
                    </a:cubicBezTo>
                    <a:cubicBezTo>
                      <a:pt x="3" y="12"/>
                      <a:pt x="6" y="13"/>
                      <a:pt x="9" y="14"/>
                    </a:cubicBezTo>
                    <a:cubicBezTo>
                      <a:pt x="10" y="15"/>
                      <a:pt x="12" y="16"/>
                      <a:pt x="13" y="15"/>
                    </a:cubicBezTo>
                    <a:cubicBezTo>
                      <a:pt x="14" y="15"/>
                      <a:pt x="14" y="12"/>
                      <a:pt x="15" y="13"/>
                    </a:cubicBezTo>
                    <a:cubicBezTo>
                      <a:pt x="15" y="13"/>
                      <a:pt x="15" y="14"/>
                      <a:pt x="16" y="14"/>
                    </a:cubicBezTo>
                    <a:cubicBezTo>
                      <a:pt x="17" y="14"/>
                      <a:pt x="18" y="14"/>
                      <a:pt x="18" y="14"/>
                    </a:cubicBezTo>
                    <a:cubicBezTo>
                      <a:pt x="20" y="13"/>
                      <a:pt x="22" y="13"/>
                      <a:pt x="25" y="12"/>
                    </a:cubicBezTo>
                    <a:cubicBezTo>
                      <a:pt x="27" y="12"/>
                      <a:pt x="27" y="14"/>
                      <a:pt x="28" y="14"/>
                    </a:cubicBezTo>
                    <a:cubicBezTo>
                      <a:pt x="29" y="14"/>
                      <a:pt x="34" y="13"/>
                      <a:pt x="34" y="13"/>
                    </a:cubicBezTo>
                    <a:cubicBezTo>
                      <a:pt x="34" y="13"/>
                      <a:pt x="33" y="12"/>
                      <a:pt x="33" y="12"/>
                    </a:cubicBezTo>
                    <a:cubicBezTo>
                      <a:pt x="33" y="11"/>
                      <a:pt x="36" y="12"/>
                      <a:pt x="37" y="12"/>
                    </a:cubicBezTo>
                    <a:cubicBezTo>
                      <a:pt x="37" y="12"/>
                      <a:pt x="39" y="12"/>
                      <a:pt x="39" y="11"/>
                    </a:cubicBezTo>
                    <a:cubicBezTo>
                      <a:pt x="39" y="10"/>
                      <a:pt x="40" y="9"/>
                      <a:pt x="40" y="9"/>
                    </a:cubicBezTo>
                    <a:cubicBezTo>
                      <a:pt x="40" y="9"/>
                      <a:pt x="40" y="9"/>
                      <a:pt x="39" y="9"/>
                    </a:cubicBezTo>
                    <a:cubicBezTo>
                      <a:pt x="39" y="8"/>
                      <a:pt x="42" y="7"/>
                      <a:pt x="42" y="6"/>
                    </a:cubicBezTo>
                    <a:cubicBezTo>
                      <a:pt x="41" y="5"/>
                      <a:pt x="36" y="4"/>
                      <a:pt x="34" y="4"/>
                    </a:cubicBezTo>
                    <a:cubicBezTo>
                      <a:pt x="32" y="3"/>
                      <a:pt x="36" y="4"/>
                      <a:pt x="3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 name="Freeform 417">
                <a:extLst>
                  <a:ext uri="{FF2B5EF4-FFF2-40B4-BE49-F238E27FC236}">
                    <a16:creationId xmlns:a16="http://schemas.microsoft.com/office/drawing/2014/main" id="{8C259009-00ED-B7A9-47A9-2DAD7AB5111A}"/>
                  </a:ext>
                </a:extLst>
              </p:cNvPr>
              <p:cNvSpPr>
                <a:spLocks/>
              </p:cNvSpPr>
              <p:nvPr/>
            </p:nvSpPr>
            <p:spPr bwMode="auto">
              <a:xfrm>
                <a:off x="18222495" y="4570124"/>
                <a:ext cx="73248" cy="76452"/>
              </a:xfrm>
              <a:custGeom>
                <a:avLst/>
                <a:gdLst>
                  <a:gd name="T0" fmla="*/ 7 w 8"/>
                  <a:gd name="T1" fmla="*/ 6 h 8"/>
                  <a:gd name="T2" fmla="*/ 4 w 8"/>
                  <a:gd name="T3" fmla="*/ 0 h 8"/>
                  <a:gd name="T4" fmla="*/ 6 w 8"/>
                  <a:gd name="T5" fmla="*/ 2 h 8"/>
                  <a:gd name="T6" fmla="*/ 7 w 8"/>
                  <a:gd name="T7" fmla="*/ 6 h 8"/>
                  <a:gd name="T8" fmla="*/ 7 w 8"/>
                  <a:gd name="T9" fmla="*/ 6 h 8"/>
                </a:gdLst>
                <a:ahLst/>
                <a:cxnLst>
                  <a:cxn ang="0">
                    <a:pos x="T0" y="T1"/>
                  </a:cxn>
                  <a:cxn ang="0">
                    <a:pos x="T2" y="T3"/>
                  </a:cxn>
                  <a:cxn ang="0">
                    <a:pos x="T4" y="T5"/>
                  </a:cxn>
                  <a:cxn ang="0">
                    <a:pos x="T6" y="T7"/>
                  </a:cxn>
                  <a:cxn ang="0">
                    <a:pos x="T8" y="T9"/>
                  </a:cxn>
                </a:cxnLst>
                <a:rect l="0" t="0" r="r" b="b"/>
                <a:pathLst>
                  <a:path w="8" h="8">
                    <a:moveTo>
                      <a:pt x="7" y="6"/>
                    </a:moveTo>
                    <a:cubicBezTo>
                      <a:pt x="6" y="7"/>
                      <a:pt x="0" y="1"/>
                      <a:pt x="4" y="0"/>
                    </a:cubicBezTo>
                    <a:cubicBezTo>
                      <a:pt x="5" y="0"/>
                      <a:pt x="8" y="0"/>
                      <a:pt x="6" y="2"/>
                    </a:cubicBezTo>
                    <a:cubicBezTo>
                      <a:pt x="3" y="4"/>
                      <a:pt x="7" y="4"/>
                      <a:pt x="7" y="6"/>
                    </a:cubicBezTo>
                    <a:cubicBezTo>
                      <a:pt x="6" y="8"/>
                      <a:pt x="7" y="5"/>
                      <a:pt x="7"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 name="Freeform 418">
                <a:extLst>
                  <a:ext uri="{FF2B5EF4-FFF2-40B4-BE49-F238E27FC236}">
                    <a16:creationId xmlns:a16="http://schemas.microsoft.com/office/drawing/2014/main" id="{C37BF64A-8FA0-3BCF-EB53-5F10B4D0CCAD}"/>
                  </a:ext>
                </a:extLst>
              </p:cNvPr>
              <p:cNvSpPr>
                <a:spLocks/>
              </p:cNvSpPr>
              <p:nvPr/>
            </p:nvSpPr>
            <p:spPr bwMode="auto">
              <a:xfrm>
                <a:off x="19445425" y="5076623"/>
                <a:ext cx="101909" cy="57338"/>
              </a:xfrm>
              <a:custGeom>
                <a:avLst/>
                <a:gdLst>
                  <a:gd name="T0" fmla="*/ 3 w 11"/>
                  <a:gd name="T1" fmla="*/ 4 h 6"/>
                  <a:gd name="T2" fmla="*/ 1 w 11"/>
                  <a:gd name="T3" fmla="*/ 1 h 6"/>
                  <a:gd name="T4" fmla="*/ 6 w 11"/>
                  <a:gd name="T5" fmla="*/ 1 h 6"/>
                  <a:gd name="T6" fmla="*/ 3 w 11"/>
                  <a:gd name="T7" fmla="*/ 4 h 6"/>
                  <a:gd name="T8" fmla="*/ 3 w 11"/>
                  <a:gd name="T9" fmla="*/ 4 h 6"/>
                </a:gdLst>
                <a:ahLst/>
                <a:cxnLst>
                  <a:cxn ang="0">
                    <a:pos x="T0" y="T1"/>
                  </a:cxn>
                  <a:cxn ang="0">
                    <a:pos x="T2" y="T3"/>
                  </a:cxn>
                  <a:cxn ang="0">
                    <a:pos x="T4" y="T5"/>
                  </a:cxn>
                  <a:cxn ang="0">
                    <a:pos x="T6" y="T7"/>
                  </a:cxn>
                  <a:cxn ang="0">
                    <a:pos x="T8" y="T9"/>
                  </a:cxn>
                </a:cxnLst>
                <a:rect l="0" t="0" r="r" b="b"/>
                <a:pathLst>
                  <a:path w="11" h="6">
                    <a:moveTo>
                      <a:pt x="3" y="4"/>
                    </a:moveTo>
                    <a:cubicBezTo>
                      <a:pt x="1" y="3"/>
                      <a:pt x="0" y="3"/>
                      <a:pt x="1" y="1"/>
                    </a:cubicBezTo>
                    <a:cubicBezTo>
                      <a:pt x="2" y="0"/>
                      <a:pt x="4" y="1"/>
                      <a:pt x="6" y="1"/>
                    </a:cubicBezTo>
                    <a:cubicBezTo>
                      <a:pt x="11" y="2"/>
                      <a:pt x="6" y="6"/>
                      <a:pt x="3" y="4"/>
                    </a:cubicBezTo>
                    <a:cubicBezTo>
                      <a:pt x="2" y="3"/>
                      <a:pt x="4" y="5"/>
                      <a:pt x="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 name="Freeform 419">
                <a:extLst>
                  <a:ext uri="{FF2B5EF4-FFF2-40B4-BE49-F238E27FC236}">
                    <a16:creationId xmlns:a16="http://schemas.microsoft.com/office/drawing/2014/main" id="{3AA8D659-3B89-6684-613D-7F052A10CF5B}"/>
                  </a:ext>
                </a:extLst>
              </p:cNvPr>
              <p:cNvSpPr>
                <a:spLocks/>
              </p:cNvSpPr>
              <p:nvPr/>
            </p:nvSpPr>
            <p:spPr bwMode="auto">
              <a:xfrm>
                <a:off x="19247970" y="5898496"/>
                <a:ext cx="57323" cy="47785"/>
              </a:xfrm>
              <a:custGeom>
                <a:avLst/>
                <a:gdLst>
                  <a:gd name="T0" fmla="*/ 5 w 6"/>
                  <a:gd name="T1" fmla="*/ 2 h 5"/>
                  <a:gd name="T2" fmla="*/ 5 w 6"/>
                  <a:gd name="T3" fmla="*/ 1 h 5"/>
                  <a:gd name="T4" fmla="*/ 2 w 6"/>
                  <a:gd name="T5" fmla="*/ 1 h 5"/>
                  <a:gd name="T6" fmla="*/ 1 w 6"/>
                  <a:gd name="T7" fmla="*/ 3 h 5"/>
                  <a:gd name="T8" fmla="*/ 0 w 6"/>
                  <a:gd name="T9" fmla="*/ 4 h 5"/>
                  <a:gd name="T10" fmla="*/ 5 w 6"/>
                  <a:gd name="T11" fmla="*/ 2 h 5"/>
                  <a:gd name="T12" fmla="*/ 5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5" y="2"/>
                    </a:moveTo>
                    <a:cubicBezTo>
                      <a:pt x="6" y="2"/>
                      <a:pt x="5" y="1"/>
                      <a:pt x="5" y="1"/>
                    </a:cubicBezTo>
                    <a:cubicBezTo>
                      <a:pt x="4" y="0"/>
                      <a:pt x="3" y="1"/>
                      <a:pt x="2" y="1"/>
                    </a:cubicBezTo>
                    <a:cubicBezTo>
                      <a:pt x="1" y="1"/>
                      <a:pt x="0" y="2"/>
                      <a:pt x="1" y="3"/>
                    </a:cubicBezTo>
                    <a:cubicBezTo>
                      <a:pt x="1" y="3"/>
                      <a:pt x="0" y="5"/>
                      <a:pt x="0" y="4"/>
                    </a:cubicBezTo>
                    <a:cubicBezTo>
                      <a:pt x="0" y="4"/>
                      <a:pt x="5" y="2"/>
                      <a:pt x="5" y="2"/>
                    </a:cubicBezTo>
                    <a:cubicBezTo>
                      <a:pt x="6" y="2"/>
                      <a:pt x="3" y="3"/>
                      <a:pt x="5"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 name="Freeform 420">
                <a:extLst>
                  <a:ext uri="{FF2B5EF4-FFF2-40B4-BE49-F238E27FC236}">
                    <a16:creationId xmlns:a16="http://schemas.microsoft.com/office/drawing/2014/main" id="{5A67A774-D598-16EF-FC2F-71DEA277D6E1}"/>
                  </a:ext>
                </a:extLst>
              </p:cNvPr>
              <p:cNvSpPr>
                <a:spLocks/>
              </p:cNvSpPr>
              <p:nvPr/>
            </p:nvSpPr>
            <p:spPr bwMode="auto">
              <a:xfrm>
                <a:off x="18005931" y="6172454"/>
                <a:ext cx="47770" cy="25484"/>
              </a:xfrm>
              <a:custGeom>
                <a:avLst/>
                <a:gdLst>
                  <a:gd name="T0" fmla="*/ 3 w 5"/>
                  <a:gd name="T1" fmla="*/ 3 h 3"/>
                  <a:gd name="T2" fmla="*/ 3 w 5"/>
                  <a:gd name="T3" fmla="*/ 0 h 3"/>
                  <a:gd name="T4" fmla="*/ 3 w 5"/>
                  <a:gd name="T5" fmla="*/ 3 h 3"/>
                </a:gdLst>
                <a:ahLst/>
                <a:cxnLst>
                  <a:cxn ang="0">
                    <a:pos x="T0" y="T1"/>
                  </a:cxn>
                  <a:cxn ang="0">
                    <a:pos x="T2" y="T3"/>
                  </a:cxn>
                  <a:cxn ang="0">
                    <a:pos x="T4" y="T5"/>
                  </a:cxn>
                </a:cxnLst>
                <a:rect l="0" t="0" r="r" b="b"/>
                <a:pathLst>
                  <a:path w="5" h="3">
                    <a:moveTo>
                      <a:pt x="3" y="3"/>
                    </a:moveTo>
                    <a:cubicBezTo>
                      <a:pt x="1" y="3"/>
                      <a:pt x="0" y="1"/>
                      <a:pt x="3" y="0"/>
                    </a:cubicBezTo>
                    <a:cubicBezTo>
                      <a:pt x="5" y="0"/>
                      <a:pt x="4" y="3"/>
                      <a:pt x="3"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 name="Freeform 421">
                <a:extLst>
                  <a:ext uri="{FF2B5EF4-FFF2-40B4-BE49-F238E27FC236}">
                    <a16:creationId xmlns:a16="http://schemas.microsoft.com/office/drawing/2014/main" id="{AE768C7F-24BC-7ECC-FF70-423998999323}"/>
                  </a:ext>
                </a:extLst>
              </p:cNvPr>
              <p:cNvSpPr>
                <a:spLocks/>
              </p:cNvSpPr>
              <p:nvPr/>
            </p:nvSpPr>
            <p:spPr bwMode="auto">
              <a:xfrm>
                <a:off x="18846696" y="6452780"/>
                <a:ext cx="47770" cy="44598"/>
              </a:xfrm>
              <a:custGeom>
                <a:avLst/>
                <a:gdLst>
                  <a:gd name="T0" fmla="*/ 5 w 5"/>
                  <a:gd name="T1" fmla="*/ 1 h 5"/>
                  <a:gd name="T2" fmla="*/ 1 w 5"/>
                  <a:gd name="T3" fmla="*/ 5 h 5"/>
                  <a:gd name="T4" fmla="*/ 4 w 5"/>
                  <a:gd name="T5" fmla="*/ 3 h 5"/>
                  <a:gd name="T6" fmla="*/ 5 w 5"/>
                  <a:gd name="T7" fmla="*/ 1 h 5"/>
                </a:gdLst>
                <a:ahLst/>
                <a:cxnLst>
                  <a:cxn ang="0">
                    <a:pos x="T0" y="T1"/>
                  </a:cxn>
                  <a:cxn ang="0">
                    <a:pos x="T2" y="T3"/>
                  </a:cxn>
                  <a:cxn ang="0">
                    <a:pos x="T4" y="T5"/>
                  </a:cxn>
                  <a:cxn ang="0">
                    <a:pos x="T6" y="T7"/>
                  </a:cxn>
                </a:cxnLst>
                <a:rect l="0" t="0" r="r" b="b"/>
                <a:pathLst>
                  <a:path w="5" h="5">
                    <a:moveTo>
                      <a:pt x="5" y="1"/>
                    </a:moveTo>
                    <a:cubicBezTo>
                      <a:pt x="5" y="1"/>
                      <a:pt x="0" y="5"/>
                      <a:pt x="1" y="5"/>
                    </a:cubicBezTo>
                    <a:cubicBezTo>
                      <a:pt x="2" y="5"/>
                      <a:pt x="4" y="3"/>
                      <a:pt x="4" y="3"/>
                    </a:cubicBezTo>
                    <a:cubicBezTo>
                      <a:pt x="5" y="2"/>
                      <a:pt x="5" y="0"/>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 name="Freeform 422">
                <a:extLst>
                  <a:ext uri="{FF2B5EF4-FFF2-40B4-BE49-F238E27FC236}">
                    <a16:creationId xmlns:a16="http://schemas.microsoft.com/office/drawing/2014/main" id="{4C364332-D0E7-E5EC-75FE-52A9F0C09728}"/>
                  </a:ext>
                </a:extLst>
              </p:cNvPr>
              <p:cNvSpPr>
                <a:spLocks/>
              </p:cNvSpPr>
              <p:nvPr/>
            </p:nvSpPr>
            <p:spPr bwMode="auto">
              <a:xfrm>
                <a:off x="18818035" y="6526047"/>
                <a:ext cx="19109" cy="9556"/>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0" y="1"/>
                      <a:pt x="1" y="1"/>
                    </a:cubicBezTo>
                    <a:cubicBezTo>
                      <a:pt x="1" y="1"/>
                      <a:pt x="2" y="0"/>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 name="Freeform 423">
                <a:extLst>
                  <a:ext uri="{FF2B5EF4-FFF2-40B4-BE49-F238E27FC236}">
                    <a16:creationId xmlns:a16="http://schemas.microsoft.com/office/drawing/2014/main" id="{BCD4C9C0-7420-31F3-9267-34949555A349}"/>
                  </a:ext>
                </a:extLst>
              </p:cNvPr>
              <p:cNvSpPr>
                <a:spLocks/>
              </p:cNvSpPr>
              <p:nvPr/>
            </p:nvSpPr>
            <p:spPr bwMode="auto">
              <a:xfrm>
                <a:off x="18687463" y="6675768"/>
                <a:ext cx="28662" cy="9556"/>
              </a:xfrm>
              <a:custGeom>
                <a:avLst/>
                <a:gdLst>
                  <a:gd name="T0" fmla="*/ 2 w 3"/>
                  <a:gd name="T1" fmla="*/ 0 h 1"/>
                  <a:gd name="T2" fmla="*/ 1 w 3"/>
                  <a:gd name="T3" fmla="*/ 1 h 1"/>
                  <a:gd name="T4" fmla="*/ 2 w 3"/>
                  <a:gd name="T5" fmla="*/ 0 h 1"/>
                </a:gdLst>
                <a:ahLst/>
                <a:cxnLst>
                  <a:cxn ang="0">
                    <a:pos x="T0" y="T1"/>
                  </a:cxn>
                  <a:cxn ang="0">
                    <a:pos x="T2" y="T3"/>
                  </a:cxn>
                  <a:cxn ang="0">
                    <a:pos x="T4" y="T5"/>
                  </a:cxn>
                </a:cxnLst>
                <a:rect l="0" t="0" r="r" b="b"/>
                <a:pathLst>
                  <a:path w="3" h="1">
                    <a:moveTo>
                      <a:pt x="2" y="0"/>
                    </a:moveTo>
                    <a:cubicBezTo>
                      <a:pt x="2" y="0"/>
                      <a:pt x="0" y="1"/>
                      <a:pt x="1" y="1"/>
                    </a:cubicBezTo>
                    <a:cubicBezTo>
                      <a:pt x="1" y="1"/>
                      <a:pt x="3"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 name="Freeform 424">
                <a:extLst>
                  <a:ext uri="{FF2B5EF4-FFF2-40B4-BE49-F238E27FC236}">
                    <a16:creationId xmlns:a16="http://schemas.microsoft.com/office/drawing/2014/main" id="{54077164-6678-F92E-EF24-B6A3F7CE612D}"/>
                  </a:ext>
                </a:extLst>
              </p:cNvPr>
              <p:cNvSpPr>
                <a:spLocks/>
              </p:cNvSpPr>
              <p:nvPr/>
            </p:nvSpPr>
            <p:spPr bwMode="auto">
              <a:xfrm>
                <a:off x="18575996" y="6723551"/>
                <a:ext cx="66879" cy="38227"/>
              </a:xfrm>
              <a:custGeom>
                <a:avLst/>
                <a:gdLst>
                  <a:gd name="T0" fmla="*/ 6 w 7"/>
                  <a:gd name="T1" fmla="*/ 0 h 4"/>
                  <a:gd name="T2" fmla="*/ 1 w 7"/>
                  <a:gd name="T3" fmla="*/ 3 h 4"/>
                  <a:gd name="T4" fmla="*/ 6 w 7"/>
                  <a:gd name="T5" fmla="*/ 0 h 4"/>
                </a:gdLst>
                <a:ahLst/>
                <a:cxnLst>
                  <a:cxn ang="0">
                    <a:pos x="T0" y="T1"/>
                  </a:cxn>
                  <a:cxn ang="0">
                    <a:pos x="T2" y="T3"/>
                  </a:cxn>
                  <a:cxn ang="0">
                    <a:pos x="T4" y="T5"/>
                  </a:cxn>
                </a:cxnLst>
                <a:rect l="0" t="0" r="r" b="b"/>
                <a:pathLst>
                  <a:path w="7" h="4">
                    <a:moveTo>
                      <a:pt x="6" y="0"/>
                    </a:moveTo>
                    <a:cubicBezTo>
                      <a:pt x="5" y="0"/>
                      <a:pt x="0" y="2"/>
                      <a:pt x="1" y="3"/>
                    </a:cubicBezTo>
                    <a:cubicBezTo>
                      <a:pt x="2" y="4"/>
                      <a:pt x="7" y="0"/>
                      <a:pt x="6"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 name="Freeform 425">
                <a:extLst>
                  <a:ext uri="{FF2B5EF4-FFF2-40B4-BE49-F238E27FC236}">
                    <a16:creationId xmlns:a16="http://schemas.microsoft.com/office/drawing/2014/main" id="{728A3784-21CA-F2CF-9BCA-FA13BABEE114}"/>
                  </a:ext>
                </a:extLst>
              </p:cNvPr>
              <p:cNvSpPr>
                <a:spLocks/>
              </p:cNvSpPr>
              <p:nvPr/>
            </p:nvSpPr>
            <p:spPr bwMode="auto">
              <a:xfrm>
                <a:off x="18502748" y="6761778"/>
                <a:ext cx="54139" cy="35042"/>
              </a:xfrm>
              <a:custGeom>
                <a:avLst/>
                <a:gdLst>
                  <a:gd name="T0" fmla="*/ 5 w 6"/>
                  <a:gd name="T1" fmla="*/ 0 h 4"/>
                  <a:gd name="T2" fmla="*/ 1 w 6"/>
                  <a:gd name="T3" fmla="*/ 3 h 4"/>
                  <a:gd name="T4" fmla="*/ 5 w 6"/>
                  <a:gd name="T5" fmla="*/ 0 h 4"/>
                  <a:gd name="T6" fmla="*/ 5 w 6"/>
                  <a:gd name="T7" fmla="*/ 0 h 4"/>
                </a:gdLst>
                <a:ahLst/>
                <a:cxnLst>
                  <a:cxn ang="0">
                    <a:pos x="T0" y="T1"/>
                  </a:cxn>
                  <a:cxn ang="0">
                    <a:pos x="T2" y="T3"/>
                  </a:cxn>
                  <a:cxn ang="0">
                    <a:pos x="T4" y="T5"/>
                  </a:cxn>
                  <a:cxn ang="0">
                    <a:pos x="T6" y="T7"/>
                  </a:cxn>
                </a:cxnLst>
                <a:rect l="0" t="0" r="r" b="b"/>
                <a:pathLst>
                  <a:path w="6" h="4">
                    <a:moveTo>
                      <a:pt x="5" y="0"/>
                    </a:moveTo>
                    <a:cubicBezTo>
                      <a:pt x="5" y="0"/>
                      <a:pt x="0" y="2"/>
                      <a:pt x="1" y="3"/>
                    </a:cubicBezTo>
                    <a:cubicBezTo>
                      <a:pt x="2" y="4"/>
                      <a:pt x="5" y="0"/>
                      <a:pt x="5" y="0"/>
                    </a:cubicBezTo>
                    <a:cubicBezTo>
                      <a:pt x="5" y="0"/>
                      <a:pt x="6" y="0"/>
                      <a:pt x="5"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 name="Freeform 426">
                <a:extLst>
                  <a:ext uri="{FF2B5EF4-FFF2-40B4-BE49-F238E27FC236}">
                    <a16:creationId xmlns:a16="http://schemas.microsoft.com/office/drawing/2014/main" id="{7237684A-3B02-286F-6C8E-173271A3B4F6}"/>
                  </a:ext>
                </a:extLst>
              </p:cNvPr>
              <p:cNvSpPr>
                <a:spLocks/>
              </p:cNvSpPr>
              <p:nvPr/>
            </p:nvSpPr>
            <p:spPr bwMode="auto">
              <a:xfrm>
                <a:off x="18454978" y="6790447"/>
                <a:ext cx="47770" cy="44598"/>
              </a:xfrm>
              <a:custGeom>
                <a:avLst/>
                <a:gdLst>
                  <a:gd name="T0" fmla="*/ 4 w 5"/>
                  <a:gd name="T1" fmla="*/ 0 h 5"/>
                  <a:gd name="T2" fmla="*/ 0 w 5"/>
                  <a:gd name="T3" fmla="*/ 4 h 5"/>
                  <a:gd name="T4" fmla="*/ 4 w 5"/>
                  <a:gd name="T5" fmla="*/ 0 h 5"/>
                  <a:gd name="T6" fmla="*/ 4 w 5"/>
                  <a:gd name="T7" fmla="*/ 0 h 5"/>
                </a:gdLst>
                <a:ahLst/>
                <a:cxnLst>
                  <a:cxn ang="0">
                    <a:pos x="T0" y="T1"/>
                  </a:cxn>
                  <a:cxn ang="0">
                    <a:pos x="T2" y="T3"/>
                  </a:cxn>
                  <a:cxn ang="0">
                    <a:pos x="T4" y="T5"/>
                  </a:cxn>
                  <a:cxn ang="0">
                    <a:pos x="T6" y="T7"/>
                  </a:cxn>
                </a:cxnLst>
                <a:rect l="0" t="0" r="r" b="b"/>
                <a:pathLst>
                  <a:path w="5" h="5">
                    <a:moveTo>
                      <a:pt x="4" y="0"/>
                    </a:moveTo>
                    <a:cubicBezTo>
                      <a:pt x="4" y="0"/>
                      <a:pt x="0" y="4"/>
                      <a:pt x="0" y="4"/>
                    </a:cubicBezTo>
                    <a:cubicBezTo>
                      <a:pt x="2" y="5"/>
                      <a:pt x="4" y="0"/>
                      <a:pt x="4" y="0"/>
                    </a:cubicBezTo>
                    <a:cubicBezTo>
                      <a:pt x="4" y="0"/>
                      <a:pt x="5" y="0"/>
                      <a:pt x="4"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 name="Freeform 427">
                <a:extLst>
                  <a:ext uri="{FF2B5EF4-FFF2-40B4-BE49-F238E27FC236}">
                    <a16:creationId xmlns:a16="http://schemas.microsoft.com/office/drawing/2014/main" id="{6ACDA080-2AB7-970C-1657-DBC257653723}"/>
                  </a:ext>
                </a:extLst>
              </p:cNvPr>
              <p:cNvSpPr>
                <a:spLocks/>
              </p:cNvSpPr>
              <p:nvPr/>
            </p:nvSpPr>
            <p:spPr bwMode="auto">
              <a:xfrm>
                <a:off x="18445422" y="6854158"/>
                <a:ext cx="9553" cy="9556"/>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1" y="1"/>
                    </a:cubicBezTo>
                    <a:cubicBezTo>
                      <a:pt x="1" y="1"/>
                      <a:pt x="1" y="0"/>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 name="Freeform 428">
                <a:extLst>
                  <a:ext uri="{FF2B5EF4-FFF2-40B4-BE49-F238E27FC236}">
                    <a16:creationId xmlns:a16="http://schemas.microsoft.com/office/drawing/2014/main" id="{804351F6-5547-CF88-667E-6AC31E3BDD47}"/>
                  </a:ext>
                </a:extLst>
              </p:cNvPr>
              <p:cNvSpPr>
                <a:spLocks/>
              </p:cNvSpPr>
              <p:nvPr/>
            </p:nvSpPr>
            <p:spPr bwMode="auto">
              <a:xfrm>
                <a:off x="18397652" y="6815931"/>
                <a:ext cx="47770" cy="38227"/>
              </a:xfrm>
              <a:custGeom>
                <a:avLst/>
                <a:gdLst>
                  <a:gd name="T0" fmla="*/ 4 w 5"/>
                  <a:gd name="T1" fmla="*/ 1 h 4"/>
                  <a:gd name="T2" fmla="*/ 0 w 5"/>
                  <a:gd name="T3" fmla="*/ 4 h 4"/>
                  <a:gd name="T4" fmla="*/ 4 w 5"/>
                  <a:gd name="T5" fmla="*/ 1 h 4"/>
                  <a:gd name="T6" fmla="*/ 4 w 5"/>
                  <a:gd name="T7" fmla="*/ 1 h 4"/>
                </a:gdLst>
                <a:ahLst/>
                <a:cxnLst>
                  <a:cxn ang="0">
                    <a:pos x="T0" y="T1"/>
                  </a:cxn>
                  <a:cxn ang="0">
                    <a:pos x="T2" y="T3"/>
                  </a:cxn>
                  <a:cxn ang="0">
                    <a:pos x="T4" y="T5"/>
                  </a:cxn>
                  <a:cxn ang="0">
                    <a:pos x="T6" y="T7"/>
                  </a:cxn>
                </a:cxnLst>
                <a:rect l="0" t="0" r="r" b="b"/>
                <a:pathLst>
                  <a:path w="5" h="4">
                    <a:moveTo>
                      <a:pt x="4" y="1"/>
                    </a:moveTo>
                    <a:cubicBezTo>
                      <a:pt x="2" y="2"/>
                      <a:pt x="0" y="3"/>
                      <a:pt x="0" y="4"/>
                    </a:cubicBezTo>
                    <a:cubicBezTo>
                      <a:pt x="0" y="4"/>
                      <a:pt x="4" y="1"/>
                      <a:pt x="4" y="1"/>
                    </a:cubicBezTo>
                    <a:cubicBezTo>
                      <a:pt x="3" y="1"/>
                      <a:pt x="5" y="0"/>
                      <a:pt x="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 name="Freeform 429">
                <a:extLst>
                  <a:ext uri="{FF2B5EF4-FFF2-40B4-BE49-F238E27FC236}">
                    <a16:creationId xmlns:a16="http://schemas.microsoft.com/office/drawing/2014/main" id="{93C8D4C8-091C-1433-9F38-08147E3AA990}"/>
                  </a:ext>
                </a:extLst>
              </p:cNvPr>
              <p:cNvSpPr>
                <a:spLocks/>
              </p:cNvSpPr>
              <p:nvPr/>
            </p:nvSpPr>
            <p:spPr bwMode="auto">
              <a:xfrm>
                <a:off x="18053701" y="7163156"/>
                <a:ext cx="19109" cy="28669"/>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1" y="0"/>
                      <a:pt x="0" y="3"/>
                      <a:pt x="1" y="3"/>
                    </a:cubicBezTo>
                    <a:cubicBezTo>
                      <a:pt x="2" y="3"/>
                      <a:pt x="2" y="0"/>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grpSp>
            <p:nvGrpSpPr>
              <p:cNvPr id="36" name="Group 90">
                <a:extLst>
                  <a:ext uri="{FF2B5EF4-FFF2-40B4-BE49-F238E27FC236}">
                    <a16:creationId xmlns:a16="http://schemas.microsoft.com/office/drawing/2014/main" id="{27194DC3-7379-EDDD-55BF-A01C0D3BDD71}"/>
                  </a:ext>
                </a:extLst>
              </p:cNvPr>
              <p:cNvGrpSpPr/>
              <p:nvPr/>
            </p:nvGrpSpPr>
            <p:grpSpPr>
              <a:xfrm>
                <a:off x="17709756" y="6761778"/>
                <a:ext cx="697449" cy="662593"/>
                <a:chOff x="5961121" y="2686387"/>
                <a:chExt cx="288233" cy="273757"/>
              </a:xfrm>
              <a:grpFill/>
            </p:grpSpPr>
            <p:sp>
              <p:nvSpPr>
                <p:cNvPr id="401" name="Freeform 430">
                  <a:extLst>
                    <a:ext uri="{FF2B5EF4-FFF2-40B4-BE49-F238E27FC236}">
                      <a16:creationId xmlns:a16="http://schemas.microsoft.com/office/drawing/2014/main" id="{1966F45B-25AA-6A0E-9788-D6A421991DEF}"/>
                    </a:ext>
                  </a:extLst>
                </p:cNvPr>
                <p:cNvSpPr>
                  <a:spLocks/>
                </p:cNvSpPr>
                <p:nvPr/>
              </p:nvSpPr>
              <p:spPr bwMode="auto">
                <a:xfrm>
                  <a:off x="6130902" y="2686387"/>
                  <a:ext cx="118452" cy="100026"/>
                </a:xfrm>
                <a:custGeom>
                  <a:avLst/>
                  <a:gdLst>
                    <a:gd name="T0" fmla="*/ 28 w 31"/>
                    <a:gd name="T1" fmla="*/ 10 h 26"/>
                    <a:gd name="T2" fmla="*/ 29 w 31"/>
                    <a:gd name="T3" fmla="*/ 7 h 26"/>
                    <a:gd name="T4" fmla="*/ 27 w 31"/>
                    <a:gd name="T5" fmla="*/ 10 h 26"/>
                    <a:gd name="T6" fmla="*/ 20 w 31"/>
                    <a:gd name="T7" fmla="*/ 8 h 26"/>
                    <a:gd name="T8" fmla="*/ 11 w 31"/>
                    <a:gd name="T9" fmla="*/ 1 h 26"/>
                    <a:gd name="T10" fmla="*/ 11 w 31"/>
                    <a:gd name="T11" fmla="*/ 5 h 26"/>
                    <a:gd name="T12" fmla="*/ 9 w 31"/>
                    <a:gd name="T13" fmla="*/ 11 h 26"/>
                    <a:gd name="T14" fmla="*/ 7 w 31"/>
                    <a:gd name="T15" fmla="*/ 14 h 26"/>
                    <a:gd name="T16" fmla="*/ 4 w 31"/>
                    <a:gd name="T17" fmla="*/ 14 h 26"/>
                    <a:gd name="T18" fmla="*/ 5 w 31"/>
                    <a:gd name="T19" fmla="*/ 16 h 26"/>
                    <a:gd name="T20" fmla="*/ 1 w 31"/>
                    <a:gd name="T21" fmla="*/ 18 h 26"/>
                    <a:gd name="T22" fmla="*/ 2 w 31"/>
                    <a:gd name="T23" fmla="*/ 23 h 26"/>
                    <a:gd name="T24" fmla="*/ 4 w 31"/>
                    <a:gd name="T25" fmla="*/ 25 h 26"/>
                    <a:gd name="T26" fmla="*/ 6 w 31"/>
                    <a:gd name="T27" fmla="*/ 23 h 26"/>
                    <a:gd name="T28" fmla="*/ 7 w 31"/>
                    <a:gd name="T29" fmla="*/ 23 h 26"/>
                    <a:gd name="T30" fmla="*/ 4 w 31"/>
                    <a:gd name="T31" fmla="*/ 20 h 26"/>
                    <a:gd name="T32" fmla="*/ 7 w 31"/>
                    <a:gd name="T33" fmla="*/ 19 h 26"/>
                    <a:gd name="T34" fmla="*/ 12 w 31"/>
                    <a:gd name="T35" fmla="*/ 18 h 26"/>
                    <a:gd name="T36" fmla="*/ 17 w 31"/>
                    <a:gd name="T37" fmla="*/ 21 h 26"/>
                    <a:gd name="T38" fmla="*/ 21 w 31"/>
                    <a:gd name="T39" fmla="*/ 16 h 26"/>
                    <a:gd name="T40" fmla="*/ 31 w 31"/>
                    <a:gd name="T41" fmla="*/ 14 h 26"/>
                    <a:gd name="T42" fmla="*/ 29 w 31"/>
                    <a:gd name="T43" fmla="*/ 12 h 26"/>
                    <a:gd name="T44" fmla="*/ 28 w 31"/>
                    <a:gd name="T45" fmla="*/ 10 h 26"/>
                    <a:gd name="T46" fmla="*/ 28 w 31"/>
                    <a:gd name="T47"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 h="26">
                      <a:moveTo>
                        <a:pt x="28" y="10"/>
                      </a:moveTo>
                      <a:cubicBezTo>
                        <a:pt x="28" y="10"/>
                        <a:pt x="29" y="8"/>
                        <a:pt x="29" y="7"/>
                      </a:cubicBezTo>
                      <a:cubicBezTo>
                        <a:pt x="29" y="8"/>
                        <a:pt x="27" y="10"/>
                        <a:pt x="27" y="10"/>
                      </a:cubicBezTo>
                      <a:cubicBezTo>
                        <a:pt x="25" y="10"/>
                        <a:pt x="21" y="9"/>
                        <a:pt x="20" y="8"/>
                      </a:cubicBezTo>
                      <a:cubicBezTo>
                        <a:pt x="17" y="7"/>
                        <a:pt x="15" y="2"/>
                        <a:pt x="11" y="1"/>
                      </a:cubicBezTo>
                      <a:cubicBezTo>
                        <a:pt x="9" y="0"/>
                        <a:pt x="10" y="4"/>
                        <a:pt x="11" y="5"/>
                      </a:cubicBezTo>
                      <a:cubicBezTo>
                        <a:pt x="11" y="7"/>
                        <a:pt x="10" y="9"/>
                        <a:pt x="9" y="11"/>
                      </a:cubicBezTo>
                      <a:cubicBezTo>
                        <a:pt x="8" y="12"/>
                        <a:pt x="10" y="15"/>
                        <a:pt x="7" y="14"/>
                      </a:cubicBezTo>
                      <a:cubicBezTo>
                        <a:pt x="7" y="14"/>
                        <a:pt x="5" y="13"/>
                        <a:pt x="4" y="14"/>
                      </a:cubicBezTo>
                      <a:cubicBezTo>
                        <a:pt x="4" y="15"/>
                        <a:pt x="5" y="16"/>
                        <a:pt x="5" y="16"/>
                      </a:cubicBezTo>
                      <a:cubicBezTo>
                        <a:pt x="5" y="16"/>
                        <a:pt x="2" y="18"/>
                        <a:pt x="1" y="18"/>
                      </a:cubicBezTo>
                      <a:cubicBezTo>
                        <a:pt x="0" y="20"/>
                        <a:pt x="3" y="21"/>
                        <a:pt x="2" y="23"/>
                      </a:cubicBezTo>
                      <a:cubicBezTo>
                        <a:pt x="1" y="24"/>
                        <a:pt x="3" y="26"/>
                        <a:pt x="4" y="25"/>
                      </a:cubicBezTo>
                      <a:cubicBezTo>
                        <a:pt x="5" y="24"/>
                        <a:pt x="5" y="23"/>
                        <a:pt x="6" y="23"/>
                      </a:cubicBezTo>
                      <a:cubicBezTo>
                        <a:pt x="6" y="23"/>
                        <a:pt x="7" y="24"/>
                        <a:pt x="7" y="23"/>
                      </a:cubicBezTo>
                      <a:cubicBezTo>
                        <a:pt x="7" y="22"/>
                        <a:pt x="5" y="21"/>
                        <a:pt x="4" y="20"/>
                      </a:cubicBezTo>
                      <a:cubicBezTo>
                        <a:pt x="3" y="18"/>
                        <a:pt x="7" y="19"/>
                        <a:pt x="7" y="19"/>
                      </a:cubicBezTo>
                      <a:cubicBezTo>
                        <a:pt x="9" y="19"/>
                        <a:pt x="10" y="17"/>
                        <a:pt x="12" y="18"/>
                      </a:cubicBezTo>
                      <a:cubicBezTo>
                        <a:pt x="14" y="19"/>
                        <a:pt x="15" y="20"/>
                        <a:pt x="17" y="21"/>
                      </a:cubicBezTo>
                      <a:cubicBezTo>
                        <a:pt x="20" y="23"/>
                        <a:pt x="19" y="17"/>
                        <a:pt x="21" y="16"/>
                      </a:cubicBezTo>
                      <a:cubicBezTo>
                        <a:pt x="21" y="16"/>
                        <a:pt x="31" y="16"/>
                        <a:pt x="31" y="14"/>
                      </a:cubicBezTo>
                      <a:cubicBezTo>
                        <a:pt x="30" y="13"/>
                        <a:pt x="27" y="15"/>
                        <a:pt x="29" y="12"/>
                      </a:cubicBezTo>
                      <a:cubicBezTo>
                        <a:pt x="30" y="11"/>
                        <a:pt x="27" y="12"/>
                        <a:pt x="28" y="10"/>
                      </a:cubicBezTo>
                      <a:cubicBezTo>
                        <a:pt x="29" y="7"/>
                        <a:pt x="28" y="11"/>
                        <a:pt x="28"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02" name="Freeform 431">
                  <a:extLst>
                    <a:ext uri="{FF2B5EF4-FFF2-40B4-BE49-F238E27FC236}">
                      <a16:creationId xmlns:a16="http://schemas.microsoft.com/office/drawing/2014/main" id="{01AA15BF-B8BD-255B-08F1-F20FCCE27A37}"/>
                    </a:ext>
                  </a:extLst>
                </p:cNvPr>
                <p:cNvSpPr>
                  <a:spLocks/>
                </p:cNvSpPr>
                <p:nvPr/>
              </p:nvSpPr>
              <p:spPr bwMode="auto">
                <a:xfrm>
                  <a:off x="5961121" y="2778517"/>
                  <a:ext cx="215847" cy="181627"/>
                </a:xfrm>
                <a:custGeom>
                  <a:avLst/>
                  <a:gdLst>
                    <a:gd name="T0" fmla="*/ 52 w 56"/>
                    <a:gd name="T1" fmla="*/ 1 h 47"/>
                    <a:gd name="T2" fmla="*/ 51 w 56"/>
                    <a:gd name="T3" fmla="*/ 1 h 47"/>
                    <a:gd name="T4" fmla="*/ 52 w 56"/>
                    <a:gd name="T5" fmla="*/ 3 h 47"/>
                    <a:gd name="T6" fmla="*/ 49 w 56"/>
                    <a:gd name="T7" fmla="*/ 3 h 47"/>
                    <a:gd name="T8" fmla="*/ 47 w 56"/>
                    <a:gd name="T9" fmla="*/ 5 h 47"/>
                    <a:gd name="T10" fmla="*/ 45 w 56"/>
                    <a:gd name="T11" fmla="*/ 6 h 47"/>
                    <a:gd name="T12" fmla="*/ 46 w 56"/>
                    <a:gd name="T13" fmla="*/ 7 h 47"/>
                    <a:gd name="T14" fmla="*/ 46 w 56"/>
                    <a:gd name="T15" fmla="*/ 10 h 47"/>
                    <a:gd name="T16" fmla="*/ 46 w 56"/>
                    <a:gd name="T17" fmla="*/ 13 h 47"/>
                    <a:gd name="T18" fmla="*/ 41 w 56"/>
                    <a:gd name="T19" fmla="*/ 22 h 47"/>
                    <a:gd name="T20" fmla="*/ 36 w 56"/>
                    <a:gd name="T21" fmla="*/ 27 h 47"/>
                    <a:gd name="T22" fmla="*/ 31 w 56"/>
                    <a:gd name="T23" fmla="*/ 27 h 47"/>
                    <a:gd name="T24" fmla="*/ 32 w 56"/>
                    <a:gd name="T25" fmla="*/ 24 h 47"/>
                    <a:gd name="T26" fmla="*/ 30 w 56"/>
                    <a:gd name="T27" fmla="*/ 25 h 47"/>
                    <a:gd name="T28" fmla="*/ 29 w 56"/>
                    <a:gd name="T29" fmla="*/ 27 h 47"/>
                    <a:gd name="T30" fmla="*/ 25 w 56"/>
                    <a:gd name="T31" fmla="*/ 33 h 47"/>
                    <a:gd name="T32" fmla="*/ 25 w 56"/>
                    <a:gd name="T33" fmla="*/ 34 h 47"/>
                    <a:gd name="T34" fmla="*/ 23 w 56"/>
                    <a:gd name="T35" fmla="*/ 36 h 47"/>
                    <a:gd name="T36" fmla="*/ 21 w 56"/>
                    <a:gd name="T37" fmla="*/ 35 h 47"/>
                    <a:gd name="T38" fmla="*/ 17 w 56"/>
                    <a:gd name="T39" fmla="*/ 35 h 47"/>
                    <a:gd name="T40" fmla="*/ 9 w 56"/>
                    <a:gd name="T41" fmla="*/ 36 h 47"/>
                    <a:gd name="T42" fmla="*/ 2 w 56"/>
                    <a:gd name="T43" fmla="*/ 42 h 47"/>
                    <a:gd name="T44" fmla="*/ 1 w 56"/>
                    <a:gd name="T45" fmla="*/ 44 h 47"/>
                    <a:gd name="T46" fmla="*/ 3 w 56"/>
                    <a:gd name="T47" fmla="*/ 43 h 47"/>
                    <a:gd name="T48" fmla="*/ 5 w 56"/>
                    <a:gd name="T49" fmla="*/ 44 h 47"/>
                    <a:gd name="T50" fmla="*/ 22 w 56"/>
                    <a:gd name="T51" fmla="*/ 40 h 47"/>
                    <a:gd name="T52" fmla="*/ 21 w 56"/>
                    <a:gd name="T53" fmla="*/ 43 h 47"/>
                    <a:gd name="T54" fmla="*/ 24 w 56"/>
                    <a:gd name="T55" fmla="*/ 47 h 47"/>
                    <a:gd name="T56" fmla="*/ 27 w 56"/>
                    <a:gd name="T57" fmla="*/ 44 h 47"/>
                    <a:gd name="T58" fmla="*/ 30 w 56"/>
                    <a:gd name="T59" fmla="*/ 43 h 47"/>
                    <a:gd name="T60" fmla="*/ 31 w 56"/>
                    <a:gd name="T61" fmla="*/ 40 h 47"/>
                    <a:gd name="T62" fmla="*/ 38 w 56"/>
                    <a:gd name="T63" fmla="*/ 39 h 47"/>
                    <a:gd name="T64" fmla="*/ 41 w 56"/>
                    <a:gd name="T65" fmla="*/ 40 h 47"/>
                    <a:gd name="T66" fmla="*/ 43 w 56"/>
                    <a:gd name="T67" fmla="*/ 37 h 47"/>
                    <a:gd name="T68" fmla="*/ 45 w 56"/>
                    <a:gd name="T69" fmla="*/ 35 h 47"/>
                    <a:gd name="T70" fmla="*/ 46 w 56"/>
                    <a:gd name="T71" fmla="*/ 38 h 47"/>
                    <a:gd name="T72" fmla="*/ 48 w 56"/>
                    <a:gd name="T73" fmla="*/ 37 h 47"/>
                    <a:gd name="T74" fmla="*/ 49 w 56"/>
                    <a:gd name="T75" fmla="*/ 35 h 47"/>
                    <a:gd name="T76" fmla="*/ 49 w 56"/>
                    <a:gd name="T77" fmla="*/ 32 h 47"/>
                    <a:gd name="T78" fmla="*/ 51 w 56"/>
                    <a:gd name="T79" fmla="*/ 26 h 47"/>
                    <a:gd name="T80" fmla="*/ 51 w 56"/>
                    <a:gd name="T81" fmla="*/ 19 h 47"/>
                    <a:gd name="T82" fmla="*/ 53 w 56"/>
                    <a:gd name="T83" fmla="*/ 19 h 47"/>
                    <a:gd name="T84" fmla="*/ 55 w 56"/>
                    <a:gd name="T85" fmla="*/ 17 h 47"/>
                    <a:gd name="T86" fmla="*/ 55 w 56"/>
                    <a:gd name="T87" fmla="*/ 9 h 47"/>
                    <a:gd name="T88" fmla="*/ 52 w 56"/>
                    <a:gd name="T89" fmla="*/ 1 h 47"/>
                    <a:gd name="T90" fmla="*/ 52 w 56"/>
                    <a:gd name="T91"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47">
                      <a:moveTo>
                        <a:pt x="52" y="1"/>
                      </a:moveTo>
                      <a:cubicBezTo>
                        <a:pt x="51" y="1"/>
                        <a:pt x="51" y="0"/>
                        <a:pt x="51" y="1"/>
                      </a:cubicBezTo>
                      <a:cubicBezTo>
                        <a:pt x="49" y="2"/>
                        <a:pt x="51" y="2"/>
                        <a:pt x="52" y="3"/>
                      </a:cubicBezTo>
                      <a:cubicBezTo>
                        <a:pt x="53" y="4"/>
                        <a:pt x="50" y="5"/>
                        <a:pt x="49" y="3"/>
                      </a:cubicBezTo>
                      <a:cubicBezTo>
                        <a:pt x="48" y="1"/>
                        <a:pt x="47" y="4"/>
                        <a:pt x="47" y="5"/>
                      </a:cubicBezTo>
                      <a:cubicBezTo>
                        <a:pt x="46" y="5"/>
                        <a:pt x="45" y="6"/>
                        <a:pt x="45" y="6"/>
                      </a:cubicBezTo>
                      <a:cubicBezTo>
                        <a:pt x="45" y="8"/>
                        <a:pt x="46" y="7"/>
                        <a:pt x="46" y="7"/>
                      </a:cubicBezTo>
                      <a:cubicBezTo>
                        <a:pt x="46" y="8"/>
                        <a:pt x="46" y="9"/>
                        <a:pt x="46" y="10"/>
                      </a:cubicBezTo>
                      <a:cubicBezTo>
                        <a:pt x="46" y="11"/>
                        <a:pt x="47" y="11"/>
                        <a:pt x="46" y="13"/>
                      </a:cubicBezTo>
                      <a:cubicBezTo>
                        <a:pt x="44" y="16"/>
                        <a:pt x="43" y="19"/>
                        <a:pt x="41" y="22"/>
                      </a:cubicBezTo>
                      <a:cubicBezTo>
                        <a:pt x="40" y="23"/>
                        <a:pt x="37" y="27"/>
                        <a:pt x="36" y="27"/>
                      </a:cubicBezTo>
                      <a:cubicBezTo>
                        <a:pt x="34" y="27"/>
                        <a:pt x="32" y="28"/>
                        <a:pt x="31" y="27"/>
                      </a:cubicBezTo>
                      <a:cubicBezTo>
                        <a:pt x="30" y="26"/>
                        <a:pt x="32" y="25"/>
                        <a:pt x="32" y="24"/>
                      </a:cubicBezTo>
                      <a:cubicBezTo>
                        <a:pt x="33" y="23"/>
                        <a:pt x="30" y="25"/>
                        <a:pt x="30" y="25"/>
                      </a:cubicBezTo>
                      <a:cubicBezTo>
                        <a:pt x="29" y="26"/>
                        <a:pt x="29" y="26"/>
                        <a:pt x="29" y="27"/>
                      </a:cubicBezTo>
                      <a:cubicBezTo>
                        <a:pt x="29" y="30"/>
                        <a:pt x="26" y="31"/>
                        <a:pt x="25" y="33"/>
                      </a:cubicBezTo>
                      <a:cubicBezTo>
                        <a:pt x="25" y="33"/>
                        <a:pt x="25" y="34"/>
                        <a:pt x="25" y="34"/>
                      </a:cubicBezTo>
                      <a:cubicBezTo>
                        <a:pt x="25" y="35"/>
                        <a:pt x="23" y="36"/>
                        <a:pt x="23" y="36"/>
                      </a:cubicBezTo>
                      <a:cubicBezTo>
                        <a:pt x="22" y="36"/>
                        <a:pt x="23" y="35"/>
                        <a:pt x="21" y="35"/>
                      </a:cubicBezTo>
                      <a:cubicBezTo>
                        <a:pt x="20" y="35"/>
                        <a:pt x="19" y="35"/>
                        <a:pt x="17" y="35"/>
                      </a:cubicBezTo>
                      <a:cubicBezTo>
                        <a:pt x="14" y="36"/>
                        <a:pt x="12" y="35"/>
                        <a:pt x="9" y="36"/>
                      </a:cubicBezTo>
                      <a:cubicBezTo>
                        <a:pt x="7" y="38"/>
                        <a:pt x="4" y="40"/>
                        <a:pt x="2" y="42"/>
                      </a:cubicBezTo>
                      <a:cubicBezTo>
                        <a:pt x="0" y="42"/>
                        <a:pt x="0" y="45"/>
                        <a:pt x="1" y="44"/>
                      </a:cubicBezTo>
                      <a:cubicBezTo>
                        <a:pt x="2" y="44"/>
                        <a:pt x="2" y="43"/>
                        <a:pt x="3" y="43"/>
                      </a:cubicBezTo>
                      <a:cubicBezTo>
                        <a:pt x="4" y="44"/>
                        <a:pt x="5" y="45"/>
                        <a:pt x="5" y="44"/>
                      </a:cubicBezTo>
                      <a:cubicBezTo>
                        <a:pt x="10" y="43"/>
                        <a:pt x="17" y="39"/>
                        <a:pt x="22" y="40"/>
                      </a:cubicBezTo>
                      <a:cubicBezTo>
                        <a:pt x="23" y="41"/>
                        <a:pt x="21" y="43"/>
                        <a:pt x="21" y="43"/>
                      </a:cubicBezTo>
                      <a:cubicBezTo>
                        <a:pt x="22" y="44"/>
                        <a:pt x="23" y="47"/>
                        <a:pt x="24" y="47"/>
                      </a:cubicBezTo>
                      <a:cubicBezTo>
                        <a:pt x="25" y="46"/>
                        <a:pt x="26" y="45"/>
                        <a:pt x="27" y="44"/>
                      </a:cubicBezTo>
                      <a:cubicBezTo>
                        <a:pt x="28" y="42"/>
                        <a:pt x="28" y="43"/>
                        <a:pt x="30" y="43"/>
                      </a:cubicBezTo>
                      <a:cubicBezTo>
                        <a:pt x="29" y="43"/>
                        <a:pt x="28" y="35"/>
                        <a:pt x="31" y="40"/>
                      </a:cubicBezTo>
                      <a:cubicBezTo>
                        <a:pt x="32" y="42"/>
                        <a:pt x="37" y="40"/>
                        <a:pt x="38" y="39"/>
                      </a:cubicBezTo>
                      <a:cubicBezTo>
                        <a:pt x="40" y="36"/>
                        <a:pt x="40" y="42"/>
                        <a:pt x="41" y="40"/>
                      </a:cubicBezTo>
                      <a:cubicBezTo>
                        <a:pt x="41" y="39"/>
                        <a:pt x="42" y="37"/>
                        <a:pt x="43" y="37"/>
                      </a:cubicBezTo>
                      <a:cubicBezTo>
                        <a:pt x="44" y="36"/>
                        <a:pt x="44" y="37"/>
                        <a:pt x="45" y="35"/>
                      </a:cubicBezTo>
                      <a:cubicBezTo>
                        <a:pt x="45" y="35"/>
                        <a:pt x="45" y="39"/>
                        <a:pt x="46" y="38"/>
                      </a:cubicBezTo>
                      <a:cubicBezTo>
                        <a:pt x="46" y="38"/>
                        <a:pt x="47" y="38"/>
                        <a:pt x="48" y="37"/>
                      </a:cubicBezTo>
                      <a:cubicBezTo>
                        <a:pt x="49" y="37"/>
                        <a:pt x="48" y="36"/>
                        <a:pt x="49" y="35"/>
                      </a:cubicBezTo>
                      <a:cubicBezTo>
                        <a:pt x="51" y="34"/>
                        <a:pt x="51" y="34"/>
                        <a:pt x="49" y="32"/>
                      </a:cubicBezTo>
                      <a:cubicBezTo>
                        <a:pt x="48" y="31"/>
                        <a:pt x="51" y="28"/>
                        <a:pt x="51" y="26"/>
                      </a:cubicBezTo>
                      <a:cubicBezTo>
                        <a:pt x="52" y="24"/>
                        <a:pt x="50" y="21"/>
                        <a:pt x="51" y="19"/>
                      </a:cubicBezTo>
                      <a:cubicBezTo>
                        <a:pt x="52" y="18"/>
                        <a:pt x="52" y="19"/>
                        <a:pt x="53" y="19"/>
                      </a:cubicBezTo>
                      <a:cubicBezTo>
                        <a:pt x="54" y="19"/>
                        <a:pt x="55" y="17"/>
                        <a:pt x="55" y="17"/>
                      </a:cubicBezTo>
                      <a:cubicBezTo>
                        <a:pt x="56" y="14"/>
                        <a:pt x="56" y="11"/>
                        <a:pt x="55" y="9"/>
                      </a:cubicBezTo>
                      <a:cubicBezTo>
                        <a:pt x="55" y="8"/>
                        <a:pt x="52" y="1"/>
                        <a:pt x="52" y="1"/>
                      </a:cubicBezTo>
                      <a:cubicBezTo>
                        <a:pt x="52" y="1"/>
                        <a:pt x="52" y="1"/>
                        <a:pt x="5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grpSp>
          <p:sp>
            <p:nvSpPr>
              <p:cNvPr id="37" name="Freeform 432">
                <a:extLst>
                  <a:ext uri="{FF2B5EF4-FFF2-40B4-BE49-F238E27FC236}">
                    <a16:creationId xmlns:a16="http://schemas.microsoft.com/office/drawing/2014/main" id="{FAD921B9-B4E6-EE61-8F21-BDA7FF0A62A0}"/>
                  </a:ext>
                </a:extLst>
              </p:cNvPr>
              <p:cNvSpPr>
                <a:spLocks/>
              </p:cNvSpPr>
              <p:nvPr/>
            </p:nvSpPr>
            <p:spPr bwMode="auto">
              <a:xfrm>
                <a:off x="17884911" y="7370216"/>
                <a:ext cx="19109" cy="25484"/>
              </a:xfrm>
              <a:custGeom>
                <a:avLst/>
                <a:gdLst>
                  <a:gd name="T0" fmla="*/ 2 w 2"/>
                  <a:gd name="T1" fmla="*/ 0 h 3"/>
                  <a:gd name="T2" fmla="*/ 0 w 2"/>
                  <a:gd name="T3" fmla="*/ 1 h 3"/>
                  <a:gd name="T4" fmla="*/ 2 w 2"/>
                  <a:gd name="T5" fmla="*/ 0 h 3"/>
                </a:gdLst>
                <a:ahLst/>
                <a:cxnLst>
                  <a:cxn ang="0">
                    <a:pos x="T0" y="T1"/>
                  </a:cxn>
                  <a:cxn ang="0">
                    <a:pos x="T2" y="T3"/>
                  </a:cxn>
                  <a:cxn ang="0">
                    <a:pos x="T4" y="T5"/>
                  </a:cxn>
                </a:cxnLst>
                <a:rect l="0" t="0" r="r" b="b"/>
                <a:pathLst>
                  <a:path w="2" h="3">
                    <a:moveTo>
                      <a:pt x="2" y="0"/>
                    </a:moveTo>
                    <a:cubicBezTo>
                      <a:pt x="2" y="0"/>
                      <a:pt x="0" y="1"/>
                      <a:pt x="0" y="1"/>
                    </a:cubicBezTo>
                    <a:cubicBezTo>
                      <a:pt x="1" y="3"/>
                      <a:pt x="2" y="1"/>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 name="Freeform 433">
                <a:extLst>
                  <a:ext uri="{FF2B5EF4-FFF2-40B4-BE49-F238E27FC236}">
                    <a16:creationId xmlns:a16="http://schemas.microsoft.com/office/drawing/2014/main" id="{03AB8CAD-F2EF-11ED-7D1E-CB0C09080BED}"/>
                  </a:ext>
                </a:extLst>
              </p:cNvPr>
              <p:cNvSpPr>
                <a:spLocks/>
              </p:cNvSpPr>
              <p:nvPr/>
            </p:nvSpPr>
            <p:spPr bwMode="auto">
              <a:xfrm>
                <a:off x="17773446" y="7370216"/>
                <a:ext cx="121018" cy="92380"/>
              </a:xfrm>
              <a:custGeom>
                <a:avLst/>
                <a:gdLst>
                  <a:gd name="T0" fmla="*/ 11 w 13"/>
                  <a:gd name="T1" fmla="*/ 2 h 10"/>
                  <a:gd name="T2" fmla="*/ 7 w 13"/>
                  <a:gd name="T3" fmla="*/ 2 h 10"/>
                  <a:gd name="T4" fmla="*/ 5 w 13"/>
                  <a:gd name="T5" fmla="*/ 3 h 10"/>
                  <a:gd name="T6" fmla="*/ 3 w 13"/>
                  <a:gd name="T7" fmla="*/ 4 h 10"/>
                  <a:gd name="T8" fmla="*/ 0 w 13"/>
                  <a:gd name="T9" fmla="*/ 6 h 10"/>
                  <a:gd name="T10" fmla="*/ 3 w 13"/>
                  <a:gd name="T11" fmla="*/ 9 h 10"/>
                  <a:gd name="T12" fmla="*/ 6 w 13"/>
                  <a:gd name="T13" fmla="*/ 6 h 10"/>
                  <a:gd name="T14" fmla="*/ 10 w 13"/>
                  <a:gd name="T15" fmla="*/ 6 h 10"/>
                  <a:gd name="T16" fmla="*/ 11 w 13"/>
                  <a:gd name="T17" fmla="*/ 2 h 10"/>
                  <a:gd name="T18" fmla="*/ 11 w 13"/>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10">
                    <a:moveTo>
                      <a:pt x="11" y="2"/>
                    </a:moveTo>
                    <a:cubicBezTo>
                      <a:pt x="9" y="2"/>
                      <a:pt x="9" y="0"/>
                      <a:pt x="7" y="2"/>
                    </a:cubicBezTo>
                    <a:cubicBezTo>
                      <a:pt x="6" y="2"/>
                      <a:pt x="5" y="4"/>
                      <a:pt x="5" y="3"/>
                    </a:cubicBezTo>
                    <a:cubicBezTo>
                      <a:pt x="4" y="2"/>
                      <a:pt x="3" y="4"/>
                      <a:pt x="3" y="4"/>
                    </a:cubicBezTo>
                    <a:cubicBezTo>
                      <a:pt x="2" y="6"/>
                      <a:pt x="1" y="5"/>
                      <a:pt x="0" y="6"/>
                    </a:cubicBezTo>
                    <a:cubicBezTo>
                      <a:pt x="0" y="5"/>
                      <a:pt x="2" y="9"/>
                      <a:pt x="3" y="9"/>
                    </a:cubicBezTo>
                    <a:cubicBezTo>
                      <a:pt x="3" y="10"/>
                      <a:pt x="5" y="6"/>
                      <a:pt x="6" y="6"/>
                    </a:cubicBezTo>
                    <a:cubicBezTo>
                      <a:pt x="7" y="6"/>
                      <a:pt x="9" y="7"/>
                      <a:pt x="10" y="6"/>
                    </a:cubicBezTo>
                    <a:cubicBezTo>
                      <a:pt x="11" y="6"/>
                      <a:pt x="13" y="3"/>
                      <a:pt x="11" y="2"/>
                    </a:cubicBezTo>
                    <a:cubicBezTo>
                      <a:pt x="10" y="2"/>
                      <a:pt x="11" y="2"/>
                      <a:pt x="11"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 name="Freeform 434">
                <a:extLst>
                  <a:ext uri="{FF2B5EF4-FFF2-40B4-BE49-F238E27FC236}">
                    <a16:creationId xmlns:a16="http://schemas.microsoft.com/office/drawing/2014/main" id="{D5EA8D34-4E6F-B9FD-FFE9-D67EA111478B}"/>
                  </a:ext>
                </a:extLst>
              </p:cNvPr>
              <p:cNvSpPr>
                <a:spLocks/>
              </p:cNvSpPr>
              <p:nvPr/>
            </p:nvSpPr>
            <p:spPr bwMode="auto">
              <a:xfrm>
                <a:off x="17652427" y="7405258"/>
                <a:ext cx="101909" cy="149721"/>
              </a:xfrm>
              <a:custGeom>
                <a:avLst/>
                <a:gdLst>
                  <a:gd name="T0" fmla="*/ 7 w 11"/>
                  <a:gd name="T1" fmla="*/ 0 h 16"/>
                  <a:gd name="T2" fmla="*/ 2 w 11"/>
                  <a:gd name="T3" fmla="*/ 2 h 16"/>
                  <a:gd name="T4" fmla="*/ 0 w 11"/>
                  <a:gd name="T5" fmla="*/ 6 h 16"/>
                  <a:gd name="T6" fmla="*/ 2 w 11"/>
                  <a:gd name="T7" fmla="*/ 6 h 16"/>
                  <a:gd name="T8" fmla="*/ 3 w 11"/>
                  <a:gd name="T9" fmla="*/ 4 h 16"/>
                  <a:gd name="T10" fmla="*/ 4 w 11"/>
                  <a:gd name="T11" fmla="*/ 5 h 16"/>
                  <a:gd name="T12" fmla="*/ 3 w 11"/>
                  <a:gd name="T13" fmla="*/ 10 h 16"/>
                  <a:gd name="T14" fmla="*/ 3 w 11"/>
                  <a:gd name="T15" fmla="*/ 11 h 16"/>
                  <a:gd name="T16" fmla="*/ 3 w 11"/>
                  <a:gd name="T17" fmla="*/ 13 h 16"/>
                  <a:gd name="T18" fmla="*/ 5 w 11"/>
                  <a:gd name="T19" fmla="*/ 12 h 16"/>
                  <a:gd name="T20" fmla="*/ 6 w 11"/>
                  <a:gd name="T21" fmla="*/ 15 h 16"/>
                  <a:gd name="T22" fmla="*/ 8 w 11"/>
                  <a:gd name="T23" fmla="*/ 12 h 16"/>
                  <a:gd name="T24" fmla="*/ 11 w 11"/>
                  <a:gd name="T25" fmla="*/ 7 h 16"/>
                  <a:gd name="T26" fmla="*/ 10 w 11"/>
                  <a:gd name="T27" fmla="*/ 2 h 16"/>
                  <a:gd name="T28" fmla="*/ 7 w 11"/>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6">
                    <a:moveTo>
                      <a:pt x="7" y="0"/>
                    </a:moveTo>
                    <a:cubicBezTo>
                      <a:pt x="5" y="0"/>
                      <a:pt x="3" y="1"/>
                      <a:pt x="2" y="2"/>
                    </a:cubicBezTo>
                    <a:cubicBezTo>
                      <a:pt x="0" y="3"/>
                      <a:pt x="0" y="4"/>
                      <a:pt x="0" y="6"/>
                    </a:cubicBezTo>
                    <a:cubicBezTo>
                      <a:pt x="0" y="5"/>
                      <a:pt x="3" y="5"/>
                      <a:pt x="2" y="6"/>
                    </a:cubicBezTo>
                    <a:cubicBezTo>
                      <a:pt x="3" y="5"/>
                      <a:pt x="2" y="4"/>
                      <a:pt x="3" y="4"/>
                    </a:cubicBezTo>
                    <a:cubicBezTo>
                      <a:pt x="3" y="4"/>
                      <a:pt x="4" y="4"/>
                      <a:pt x="4" y="5"/>
                    </a:cubicBezTo>
                    <a:cubicBezTo>
                      <a:pt x="4" y="7"/>
                      <a:pt x="4" y="8"/>
                      <a:pt x="3" y="10"/>
                    </a:cubicBezTo>
                    <a:cubicBezTo>
                      <a:pt x="2" y="11"/>
                      <a:pt x="3" y="11"/>
                      <a:pt x="3" y="11"/>
                    </a:cubicBezTo>
                    <a:cubicBezTo>
                      <a:pt x="3" y="12"/>
                      <a:pt x="3" y="13"/>
                      <a:pt x="3" y="13"/>
                    </a:cubicBezTo>
                    <a:cubicBezTo>
                      <a:pt x="3" y="16"/>
                      <a:pt x="5" y="12"/>
                      <a:pt x="5" y="12"/>
                    </a:cubicBezTo>
                    <a:cubicBezTo>
                      <a:pt x="5" y="12"/>
                      <a:pt x="5" y="15"/>
                      <a:pt x="6" y="15"/>
                    </a:cubicBezTo>
                    <a:cubicBezTo>
                      <a:pt x="6" y="16"/>
                      <a:pt x="8" y="13"/>
                      <a:pt x="8" y="12"/>
                    </a:cubicBezTo>
                    <a:cubicBezTo>
                      <a:pt x="10" y="10"/>
                      <a:pt x="10" y="8"/>
                      <a:pt x="11" y="7"/>
                    </a:cubicBezTo>
                    <a:cubicBezTo>
                      <a:pt x="11" y="5"/>
                      <a:pt x="10" y="4"/>
                      <a:pt x="10" y="2"/>
                    </a:cubicBezTo>
                    <a:cubicBezTo>
                      <a:pt x="10" y="0"/>
                      <a:pt x="7" y="2"/>
                      <a:pt x="7"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0" name="Freeform 435">
                <a:extLst>
                  <a:ext uri="{FF2B5EF4-FFF2-40B4-BE49-F238E27FC236}">
                    <a16:creationId xmlns:a16="http://schemas.microsoft.com/office/drawing/2014/main" id="{6E610E6B-C9C5-80D6-8872-11E9FA4CF954}"/>
                  </a:ext>
                </a:extLst>
              </p:cNvPr>
              <p:cNvSpPr>
                <a:spLocks/>
              </p:cNvSpPr>
              <p:nvPr/>
            </p:nvSpPr>
            <p:spPr bwMode="auto">
              <a:xfrm>
                <a:off x="17550518" y="7771599"/>
                <a:ext cx="35033" cy="28669"/>
              </a:xfrm>
              <a:custGeom>
                <a:avLst/>
                <a:gdLst>
                  <a:gd name="T0" fmla="*/ 4 w 4"/>
                  <a:gd name="T1" fmla="*/ 0 h 3"/>
                  <a:gd name="T2" fmla="*/ 1 w 4"/>
                  <a:gd name="T3" fmla="*/ 3 h 3"/>
                  <a:gd name="T4" fmla="*/ 4 w 4"/>
                  <a:gd name="T5" fmla="*/ 0 h 3"/>
                </a:gdLst>
                <a:ahLst/>
                <a:cxnLst>
                  <a:cxn ang="0">
                    <a:pos x="T0" y="T1"/>
                  </a:cxn>
                  <a:cxn ang="0">
                    <a:pos x="T2" y="T3"/>
                  </a:cxn>
                  <a:cxn ang="0">
                    <a:pos x="T4" y="T5"/>
                  </a:cxn>
                </a:cxnLst>
                <a:rect l="0" t="0" r="r" b="b"/>
                <a:pathLst>
                  <a:path w="4" h="3">
                    <a:moveTo>
                      <a:pt x="4" y="0"/>
                    </a:moveTo>
                    <a:cubicBezTo>
                      <a:pt x="3" y="0"/>
                      <a:pt x="0" y="1"/>
                      <a:pt x="1" y="3"/>
                    </a:cubicBezTo>
                    <a:cubicBezTo>
                      <a:pt x="1" y="3"/>
                      <a:pt x="4" y="0"/>
                      <a:pt x="4"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1" name="Freeform 436">
                <a:extLst>
                  <a:ext uri="{FF2B5EF4-FFF2-40B4-BE49-F238E27FC236}">
                    <a16:creationId xmlns:a16="http://schemas.microsoft.com/office/drawing/2014/main" id="{2BFF3DFC-D4AD-F447-147A-905A12A02654}"/>
                  </a:ext>
                </a:extLst>
              </p:cNvPr>
              <p:cNvSpPr>
                <a:spLocks/>
              </p:cNvSpPr>
              <p:nvPr/>
            </p:nvSpPr>
            <p:spPr bwMode="auto">
              <a:xfrm>
                <a:off x="17633319" y="7679216"/>
                <a:ext cx="19109" cy="15928"/>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1" y="0"/>
                      <a:pt x="0" y="1"/>
                      <a:pt x="0" y="1"/>
                    </a:cubicBezTo>
                    <a:cubicBezTo>
                      <a:pt x="0" y="2"/>
                      <a:pt x="2"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2" name="Freeform 437">
                <a:extLst>
                  <a:ext uri="{FF2B5EF4-FFF2-40B4-BE49-F238E27FC236}">
                    <a16:creationId xmlns:a16="http://schemas.microsoft.com/office/drawing/2014/main" id="{6283DE23-DAC0-2C31-9333-74F6C62CF3B3}"/>
                  </a:ext>
                </a:extLst>
              </p:cNvPr>
              <p:cNvSpPr>
                <a:spLocks/>
              </p:cNvSpPr>
              <p:nvPr/>
            </p:nvSpPr>
            <p:spPr bwMode="auto">
              <a:xfrm>
                <a:off x="17381727" y="7873535"/>
                <a:ext cx="19109"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3" name="Freeform 438">
                <a:extLst>
                  <a:ext uri="{FF2B5EF4-FFF2-40B4-BE49-F238E27FC236}">
                    <a16:creationId xmlns:a16="http://schemas.microsoft.com/office/drawing/2014/main" id="{AD161909-1476-95CB-101A-91DA246E2D51}"/>
                  </a:ext>
                </a:extLst>
              </p:cNvPr>
              <p:cNvSpPr>
                <a:spLocks/>
              </p:cNvSpPr>
              <p:nvPr/>
            </p:nvSpPr>
            <p:spPr bwMode="auto">
              <a:xfrm>
                <a:off x="17203386" y="7838493"/>
                <a:ext cx="111465" cy="156092"/>
              </a:xfrm>
              <a:custGeom>
                <a:avLst/>
                <a:gdLst>
                  <a:gd name="T0" fmla="*/ 8 w 12"/>
                  <a:gd name="T1" fmla="*/ 1 h 17"/>
                  <a:gd name="T2" fmla="*/ 0 w 12"/>
                  <a:gd name="T3" fmla="*/ 8 h 17"/>
                  <a:gd name="T4" fmla="*/ 1 w 12"/>
                  <a:gd name="T5" fmla="*/ 14 h 17"/>
                  <a:gd name="T6" fmla="*/ 3 w 12"/>
                  <a:gd name="T7" fmla="*/ 17 h 17"/>
                  <a:gd name="T8" fmla="*/ 8 w 12"/>
                  <a:gd name="T9" fmla="*/ 1 h 17"/>
                  <a:gd name="T10" fmla="*/ 8 w 12"/>
                  <a:gd name="T11" fmla="*/ 1 h 17"/>
                </a:gdLst>
                <a:ahLst/>
                <a:cxnLst>
                  <a:cxn ang="0">
                    <a:pos x="T0" y="T1"/>
                  </a:cxn>
                  <a:cxn ang="0">
                    <a:pos x="T2" y="T3"/>
                  </a:cxn>
                  <a:cxn ang="0">
                    <a:pos x="T4" y="T5"/>
                  </a:cxn>
                  <a:cxn ang="0">
                    <a:pos x="T6" y="T7"/>
                  </a:cxn>
                  <a:cxn ang="0">
                    <a:pos x="T8" y="T9"/>
                  </a:cxn>
                  <a:cxn ang="0">
                    <a:pos x="T10" y="T11"/>
                  </a:cxn>
                </a:cxnLst>
                <a:rect l="0" t="0" r="r" b="b"/>
                <a:pathLst>
                  <a:path w="12" h="17">
                    <a:moveTo>
                      <a:pt x="8" y="1"/>
                    </a:moveTo>
                    <a:cubicBezTo>
                      <a:pt x="5" y="0"/>
                      <a:pt x="1" y="6"/>
                      <a:pt x="0" y="8"/>
                    </a:cubicBezTo>
                    <a:cubicBezTo>
                      <a:pt x="0" y="10"/>
                      <a:pt x="0" y="12"/>
                      <a:pt x="1" y="14"/>
                    </a:cubicBezTo>
                    <a:cubicBezTo>
                      <a:pt x="1" y="14"/>
                      <a:pt x="3" y="17"/>
                      <a:pt x="3" y="17"/>
                    </a:cubicBezTo>
                    <a:cubicBezTo>
                      <a:pt x="4" y="15"/>
                      <a:pt x="12" y="2"/>
                      <a:pt x="8" y="1"/>
                    </a:cubicBezTo>
                    <a:cubicBezTo>
                      <a:pt x="7" y="1"/>
                      <a:pt x="9" y="1"/>
                      <a:pt x="8"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4" name="Freeform 439">
                <a:extLst>
                  <a:ext uri="{FF2B5EF4-FFF2-40B4-BE49-F238E27FC236}">
                    <a16:creationId xmlns:a16="http://schemas.microsoft.com/office/drawing/2014/main" id="{C25EACB5-FB3D-93B4-B1A4-4B9234838580}"/>
                  </a:ext>
                </a:extLst>
              </p:cNvPr>
              <p:cNvSpPr>
                <a:spLocks/>
              </p:cNvSpPr>
              <p:nvPr/>
            </p:nvSpPr>
            <p:spPr bwMode="auto">
              <a:xfrm>
                <a:off x="16652429" y="8099708"/>
                <a:ext cx="130574" cy="92380"/>
              </a:xfrm>
              <a:custGeom>
                <a:avLst/>
                <a:gdLst>
                  <a:gd name="T0" fmla="*/ 13 w 14"/>
                  <a:gd name="T1" fmla="*/ 1 h 10"/>
                  <a:gd name="T2" fmla="*/ 9 w 14"/>
                  <a:gd name="T3" fmla="*/ 0 h 10"/>
                  <a:gd name="T4" fmla="*/ 4 w 14"/>
                  <a:gd name="T5" fmla="*/ 2 h 10"/>
                  <a:gd name="T6" fmla="*/ 4 w 14"/>
                  <a:gd name="T7" fmla="*/ 9 h 10"/>
                  <a:gd name="T8" fmla="*/ 11 w 14"/>
                  <a:gd name="T9" fmla="*/ 6 h 10"/>
                  <a:gd name="T10" fmla="*/ 13 w 14"/>
                  <a:gd name="T11" fmla="*/ 1 h 10"/>
                </a:gdLst>
                <a:ahLst/>
                <a:cxnLst>
                  <a:cxn ang="0">
                    <a:pos x="T0" y="T1"/>
                  </a:cxn>
                  <a:cxn ang="0">
                    <a:pos x="T2" y="T3"/>
                  </a:cxn>
                  <a:cxn ang="0">
                    <a:pos x="T4" y="T5"/>
                  </a:cxn>
                  <a:cxn ang="0">
                    <a:pos x="T6" y="T7"/>
                  </a:cxn>
                  <a:cxn ang="0">
                    <a:pos x="T8" y="T9"/>
                  </a:cxn>
                  <a:cxn ang="0">
                    <a:pos x="T10" y="T11"/>
                  </a:cxn>
                </a:cxnLst>
                <a:rect l="0" t="0" r="r" b="b"/>
                <a:pathLst>
                  <a:path w="14" h="10">
                    <a:moveTo>
                      <a:pt x="13" y="1"/>
                    </a:moveTo>
                    <a:cubicBezTo>
                      <a:pt x="12" y="1"/>
                      <a:pt x="11" y="0"/>
                      <a:pt x="9" y="0"/>
                    </a:cubicBezTo>
                    <a:cubicBezTo>
                      <a:pt x="7" y="0"/>
                      <a:pt x="6" y="1"/>
                      <a:pt x="4" y="2"/>
                    </a:cubicBezTo>
                    <a:cubicBezTo>
                      <a:pt x="2" y="4"/>
                      <a:pt x="0" y="7"/>
                      <a:pt x="4" y="9"/>
                    </a:cubicBezTo>
                    <a:cubicBezTo>
                      <a:pt x="6" y="10"/>
                      <a:pt x="10" y="8"/>
                      <a:pt x="11" y="6"/>
                    </a:cubicBezTo>
                    <a:cubicBezTo>
                      <a:pt x="11" y="5"/>
                      <a:pt x="14" y="1"/>
                      <a:pt x="13"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5" name="Freeform 440">
                <a:extLst>
                  <a:ext uri="{FF2B5EF4-FFF2-40B4-BE49-F238E27FC236}">
                    <a16:creationId xmlns:a16="http://schemas.microsoft.com/office/drawing/2014/main" id="{91BAD3CD-6211-A2FF-2738-D0F6789AC2C5}"/>
                  </a:ext>
                </a:extLst>
              </p:cNvPr>
              <p:cNvSpPr>
                <a:spLocks/>
              </p:cNvSpPr>
              <p:nvPr/>
            </p:nvSpPr>
            <p:spPr bwMode="auto">
              <a:xfrm>
                <a:off x="17184277" y="8163419"/>
                <a:ext cx="187897" cy="264400"/>
              </a:xfrm>
              <a:custGeom>
                <a:avLst/>
                <a:gdLst>
                  <a:gd name="T0" fmla="*/ 12 w 20"/>
                  <a:gd name="T1" fmla="*/ 2 h 28"/>
                  <a:gd name="T2" fmla="*/ 9 w 20"/>
                  <a:gd name="T3" fmla="*/ 2 h 28"/>
                  <a:gd name="T4" fmla="*/ 4 w 20"/>
                  <a:gd name="T5" fmla="*/ 3 h 28"/>
                  <a:gd name="T6" fmla="*/ 3 w 20"/>
                  <a:gd name="T7" fmla="*/ 11 h 28"/>
                  <a:gd name="T8" fmla="*/ 3 w 20"/>
                  <a:gd name="T9" fmla="*/ 13 h 28"/>
                  <a:gd name="T10" fmla="*/ 0 w 20"/>
                  <a:gd name="T11" fmla="*/ 13 h 28"/>
                  <a:gd name="T12" fmla="*/ 3 w 20"/>
                  <a:gd name="T13" fmla="*/ 22 h 28"/>
                  <a:gd name="T14" fmla="*/ 5 w 20"/>
                  <a:gd name="T15" fmla="*/ 20 h 28"/>
                  <a:gd name="T16" fmla="*/ 7 w 20"/>
                  <a:gd name="T17" fmla="*/ 22 h 28"/>
                  <a:gd name="T18" fmla="*/ 4 w 20"/>
                  <a:gd name="T19" fmla="*/ 23 h 28"/>
                  <a:gd name="T20" fmla="*/ 8 w 20"/>
                  <a:gd name="T21" fmla="*/ 26 h 28"/>
                  <a:gd name="T22" fmla="*/ 11 w 20"/>
                  <a:gd name="T23" fmla="*/ 25 h 28"/>
                  <a:gd name="T24" fmla="*/ 15 w 20"/>
                  <a:gd name="T25" fmla="*/ 28 h 28"/>
                  <a:gd name="T26" fmla="*/ 14 w 20"/>
                  <a:gd name="T27" fmla="*/ 25 h 28"/>
                  <a:gd name="T28" fmla="*/ 17 w 20"/>
                  <a:gd name="T29" fmla="*/ 24 h 28"/>
                  <a:gd name="T30" fmla="*/ 10 w 20"/>
                  <a:gd name="T31" fmla="*/ 22 h 28"/>
                  <a:gd name="T32" fmla="*/ 9 w 20"/>
                  <a:gd name="T33" fmla="*/ 16 h 28"/>
                  <a:gd name="T34" fmla="*/ 12 w 20"/>
                  <a:gd name="T35" fmla="*/ 12 h 28"/>
                  <a:gd name="T36" fmla="*/ 13 w 20"/>
                  <a:gd name="T37" fmla="*/ 7 h 28"/>
                  <a:gd name="T38" fmla="*/ 12 w 20"/>
                  <a:gd name="T39" fmla="*/ 2 h 28"/>
                  <a:gd name="T40" fmla="*/ 12 w 20"/>
                  <a:gd name="T4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 h="28">
                    <a:moveTo>
                      <a:pt x="12" y="2"/>
                    </a:moveTo>
                    <a:cubicBezTo>
                      <a:pt x="10" y="1"/>
                      <a:pt x="11" y="5"/>
                      <a:pt x="9" y="2"/>
                    </a:cubicBezTo>
                    <a:cubicBezTo>
                      <a:pt x="8" y="0"/>
                      <a:pt x="4" y="1"/>
                      <a:pt x="4" y="3"/>
                    </a:cubicBezTo>
                    <a:cubicBezTo>
                      <a:pt x="3" y="6"/>
                      <a:pt x="4" y="8"/>
                      <a:pt x="3" y="11"/>
                    </a:cubicBezTo>
                    <a:cubicBezTo>
                      <a:pt x="3" y="12"/>
                      <a:pt x="3" y="13"/>
                      <a:pt x="3" y="13"/>
                    </a:cubicBezTo>
                    <a:cubicBezTo>
                      <a:pt x="2" y="14"/>
                      <a:pt x="0" y="13"/>
                      <a:pt x="0" y="13"/>
                    </a:cubicBezTo>
                    <a:cubicBezTo>
                      <a:pt x="0" y="13"/>
                      <a:pt x="2" y="22"/>
                      <a:pt x="3" y="22"/>
                    </a:cubicBezTo>
                    <a:cubicBezTo>
                      <a:pt x="3" y="22"/>
                      <a:pt x="4" y="19"/>
                      <a:pt x="5" y="20"/>
                    </a:cubicBezTo>
                    <a:cubicBezTo>
                      <a:pt x="5" y="20"/>
                      <a:pt x="7" y="21"/>
                      <a:pt x="7" y="22"/>
                    </a:cubicBezTo>
                    <a:cubicBezTo>
                      <a:pt x="7" y="23"/>
                      <a:pt x="4" y="21"/>
                      <a:pt x="4" y="23"/>
                    </a:cubicBezTo>
                    <a:cubicBezTo>
                      <a:pt x="4" y="25"/>
                      <a:pt x="6" y="27"/>
                      <a:pt x="8" y="26"/>
                    </a:cubicBezTo>
                    <a:cubicBezTo>
                      <a:pt x="9" y="26"/>
                      <a:pt x="10" y="24"/>
                      <a:pt x="11" y="25"/>
                    </a:cubicBezTo>
                    <a:cubicBezTo>
                      <a:pt x="11" y="25"/>
                      <a:pt x="15" y="28"/>
                      <a:pt x="15" y="28"/>
                    </a:cubicBezTo>
                    <a:cubicBezTo>
                      <a:pt x="16" y="27"/>
                      <a:pt x="13" y="26"/>
                      <a:pt x="14" y="25"/>
                    </a:cubicBezTo>
                    <a:cubicBezTo>
                      <a:pt x="13" y="26"/>
                      <a:pt x="20" y="28"/>
                      <a:pt x="17" y="24"/>
                    </a:cubicBezTo>
                    <a:cubicBezTo>
                      <a:pt x="15" y="22"/>
                      <a:pt x="11" y="25"/>
                      <a:pt x="10" y="22"/>
                    </a:cubicBezTo>
                    <a:cubicBezTo>
                      <a:pt x="9" y="20"/>
                      <a:pt x="9" y="19"/>
                      <a:pt x="9" y="16"/>
                    </a:cubicBezTo>
                    <a:cubicBezTo>
                      <a:pt x="9" y="14"/>
                      <a:pt x="11" y="14"/>
                      <a:pt x="12" y="12"/>
                    </a:cubicBezTo>
                    <a:cubicBezTo>
                      <a:pt x="14" y="10"/>
                      <a:pt x="14" y="9"/>
                      <a:pt x="13" y="7"/>
                    </a:cubicBezTo>
                    <a:cubicBezTo>
                      <a:pt x="13" y="7"/>
                      <a:pt x="13" y="2"/>
                      <a:pt x="12" y="2"/>
                    </a:cubicBezTo>
                    <a:cubicBezTo>
                      <a:pt x="11" y="2"/>
                      <a:pt x="13" y="2"/>
                      <a:pt x="12"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6" name="Freeform 441">
                <a:extLst>
                  <a:ext uri="{FF2B5EF4-FFF2-40B4-BE49-F238E27FC236}">
                    <a16:creationId xmlns:a16="http://schemas.microsoft.com/office/drawing/2014/main" id="{F1B79AF3-606E-5189-CB3B-BCFE6B9A25A7}"/>
                  </a:ext>
                </a:extLst>
              </p:cNvPr>
              <p:cNvSpPr>
                <a:spLocks/>
              </p:cNvSpPr>
              <p:nvPr/>
            </p:nvSpPr>
            <p:spPr bwMode="auto">
              <a:xfrm>
                <a:off x="17343512" y="8389592"/>
                <a:ext cx="57323" cy="73269"/>
              </a:xfrm>
              <a:custGeom>
                <a:avLst/>
                <a:gdLst>
                  <a:gd name="T0" fmla="*/ 3 w 6"/>
                  <a:gd name="T1" fmla="*/ 1 h 8"/>
                  <a:gd name="T2" fmla="*/ 1 w 6"/>
                  <a:gd name="T3" fmla="*/ 1 h 8"/>
                  <a:gd name="T4" fmla="*/ 0 w 6"/>
                  <a:gd name="T5" fmla="*/ 3 h 8"/>
                  <a:gd name="T6" fmla="*/ 2 w 6"/>
                  <a:gd name="T7" fmla="*/ 6 h 8"/>
                  <a:gd name="T8" fmla="*/ 5 w 6"/>
                  <a:gd name="T9" fmla="*/ 7 h 8"/>
                  <a:gd name="T10" fmla="*/ 4 w 6"/>
                  <a:gd name="T11" fmla="*/ 4 h 8"/>
                  <a:gd name="T12" fmla="*/ 3 w 6"/>
                  <a:gd name="T13" fmla="*/ 1 h 8"/>
                  <a:gd name="T14" fmla="*/ 3 w 6"/>
                  <a:gd name="T15" fmla="*/ 1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8">
                    <a:moveTo>
                      <a:pt x="3" y="1"/>
                    </a:moveTo>
                    <a:cubicBezTo>
                      <a:pt x="3" y="1"/>
                      <a:pt x="2" y="0"/>
                      <a:pt x="1" y="1"/>
                    </a:cubicBezTo>
                    <a:cubicBezTo>
                      <a:pt x="1" y="2"/>
                      <a:pt x="0" y="2"/>
                      <a:pt x="0" y="3"/>
                    </a:cubicBezTo>
                    <a:cubicBezTo>
                      <a:pt x="1" y="4"/>
                      <a:pt x="0" y="5"/>
                      <a:pt x="2" y="6"/>
                    </a:cubicBezTo>
                    <a:cubicBezTo>
                      <a:pt x="2" y="6"/>
                      <a:pt x="6" y="8"/>
                      <a:pt x="5" y="7"/>
                    </a:cubicBezTo>
                    <a:cubicBezTo>
                      <a:pt x="5" y="6"/>
                      <a:pt x="5" y="5"/>
                      <a:pt x="4" y="4"/>
                    </a:cubicBezTo>
                    <a:cubicBezTo>
                      <a:pt x="2" y="4"/>
                      <a:pt x="2" y="1"/>
                      <a:pt x="3" y="1"/>
                    </a:cubicBezTo>
                    <a:cubicBezTo>
                      <a:pt x="2" y="1"/>
                      <a:pt x="4" y="1"/>
                      <a:pt x="3"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7" name="Freeform 442">
                <a:extLst>
                  <a:ext uri="{FF2B5EF4-FFF2-40B4-BE49-F238E27FC236}">
                    <a16:creationId xmlns:a16="http://schemas.microsoft.com/office/drawing/2014/main" id="{848BE817-BC70-CA5B-3861-E410884EE3F2}"/>
                  </a:ext>
                </a:extLst>
              </p:cNvPr>
              <p:cNvSpPr>
                <a:spLocks/>
              </p:cNvSpPr>
              <p:nvPr/>
            </p:nvSpPr>
            <p:spPr bwMode="auto">
              <a:xfrm>
                <a:off x="17381727" y="8453303"/>
                <a:ext cx="92356" cy="124237"/>
              </a:xfrm>
              <a:custGeom>
                <a:avLst/>
                <a:gdLst>
                  <a:gd name="T0" fmla="*/ 4 w 10"/>
                  <a:gd name="T1" fmla="*/ 0 h 13"/>
                  <a:gd name="T2" fmla="*/ 2 w 10"/>
                  <a:gd name="T3" fmla="*/ 1 h 13"/>
                  <a:gd name="T4" fmla="*/ 4 w 10"/>
                  <a:gd name="T5" fmla="*/ 4 h 13"/>
                  <a:gd name="T6" fmla="*/ 4 w 10"/>
                  <a:gd name="T7" fmla="*/ 9 h 13"/>
                  <a:gd name="T8" fmla="*/ 5 w 10"/>
                  <a:gd name="T9" fmla="*/ 13 h 13"/>
                  <a:gd name="T10" fmla="*/ 5 w 10"/>
                  <a:gd name="T11" fmla="*/ 11 h 13"/>
                  <a:gd name="T12" fmla="*/ 9 w 10"/>
                  <a:gd name="T13" fmla="*/ 8 h 13"/>
                  <a:gd name="T14" fmla="*/ 8 w 10"/>
                  <a:gd name="T15" fmla="*/ 6 h 13"/>
                  <a:gd name="T16" fmla="*/ 9 w 10"/>
                  <a:gd name="T17" fmla="*/ 5 h 13"/>
                  <a:gd name="T18" fmla="*/ 7 w 10"/>
                  <a:gd name="T19" fmla="*/ 1 h 13"/>
                  <a:gd name="T20" fmla="*/ 4 w 10"/>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3">
                    <a:moveTo>
                      <a:pt x="4" y="0"/>
                    </a:moveTo>
                    <a:cubicBezTo>
                      <a:pt x="3" y="0"/>
                      <a:pt x="4" y="0"/>
                      <a:pt x="2" y="1"/>
                    </a:cubicBezTo>
                    <a:cubicBezTo>
                      <a:pt x="1" y="2"/>
                      <a:pt x="3" y="3"/>
                      <a:pt x="4" y="4"/>
                    </a:cubicBezTo>
                    <a:cubicBezTo>
                      <a:pt x="5" y="6"/>
                      <a:pt x="0" y="7"/>
                      <a:pt x="4" y="9"/>
                    </a:cubicBezTo>
                    <a:cubicBezTo>
                      <a:pt x="5" y="10"/>
                      <a:pt x="3" y="12"/>
                      <a:pt x="5" y="13"/>
                    </a:cubicBezTo>
                    <a:cubicBezTo>
                      <a:pt x="6" y="13"/>
                      <a:pt x="6" y="12"/>
                      <a:pt x="5" y="11"/>
                    </a:cubicBezTo>
                    <a:cubicBezTo>
                      <a:pt x="3" y="5"/>
                      <a:pt x="9" y="10"/>
                      <a:pt x="9" y="8"/>
                    </a:cubicBezTo>
                    <a:cubicBezTo>
                      <a:pt x="9" y="7"/>
                      <a:pt x="7" y="6"/>
                      <a:pt x="8" y="6"/>
                    </a:cubicBezTo>
                    <a:cubicBezTo>
                      <a:pt x="8" y="5"/>
                      <a:pt x="10" y="6"/>
                      <a:pt x="9" y="5"/>
                    </a:cubicBezTo>
                    <a:cubicBezTo>
                      <a:pt x="8" y="4"/>
                      <a:pt x="6" y="3"/>
                      <a:pt x="7" y="1"/>
                    </a:cubicBezTo>
                    <a:cubicBezTo>
                      <a:pt x="7" y="0"/>
                      <a:pt x="5" y="0"/>
                      <a:pt x="4"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8" name="Freeform 443">
                <a:extLst>
                  <a:ext uri="{FF2B5EF4-FFF2-40B4-BE49-F238E27FC236}">
                    <a16:creationId xmlns:a16="http://schemas.microsoft.com/office/drawing/2014/main" id="{2E138FA3-CA99-E06D-B984-976F2361FB62}"/>
                  </a:ext>
                </a:extLst>
              </p:cNvPr>
              <p:cNvSpPr>
                <a:spLocks/>
              </p:cNvSpPr>
              <p:nvPr/>
            </p:nvSpPr>
            <p:spPr bwMode="auto">
              <a:xfrm>
                <a:off x="17212936" y="8399150"/>
                <a:ext cx="57323" cy="73269"/>
              </a:xfrm>
              <a:custGeom>
                <a:avLst/>
                <a:gdLst>
                  <a:gd name="T0" fmla="*/ 6 w 6"/>
                  <a:gd name="T1" fmla="*/ 5 h 8"/>
                  <a:gd name="T2" fmla="*/ 0 w 6"/>
                  <a:gd name="T3" fmla="*/ 2 h 8"/>
                  <a:gd name="T4" fmla="*/ 3 w 6"/>
                  <a:gd name="T5" fmla="*/ 6 h 8"/>
                  <a:gd name="T6" fmla="*/ 6 w 6"/>
                  <a:gd name="T7" fmla="*/ 5 h 8"/>
                  <a:gd name="T8" fmla="*/ 6 w 6"/>
                  <a:gd name="T9" fmla="*/ 5 h 8"/>
                </a:gdLst>
                <a:ahLst/>
                <a:cxnLst>
                  <a:cxn ang="0">
                    <a:pos x="T0" y="T1"/>
                  </a:cxn>
                  <a:cxn ang="0">
                    <a:pos x="T2" y="T3"/>
                  </a:cxn>
                  <a:cxn ang="0">
                    <a:pos x="T4" y="T5"/>
                  </a:cxn>
                  <a:cxn ang="0">
                    <a:pos x="T6" y="T7"/>
                  </a:cxn>
                  <a:cxn ang="0">
                    <a:pos x="T8" y="T9"/>
                  </a:cxn>
                </a:cxnLst>
                <a:rect l="0" t="0" r="r" b="b"/>
                <a:pathLst>
                  <a:path w="6" h="8">
                    <a:moveTo>
                      <a:pt x="6" y="5"/>
                    </a:moveTo>
                    <a:cubicBezTo>
                      <a:pt x="5" y="4"/>
                      <a:pt x="3" y="0"/>
                      <a:pt x="0" y="2"/>
                    </a:cubicBezTo>
                    <a:cubicBezTo>
                      <a:pt x="0" y="2"/>
                      <a:pt x="3" y="5"/>
                      <a:pt x="3" y="6"/>
                    </a:cubicBezTo>
                    <a:cubicBezTo>
                      <a:pt x="3" y="8"/>
                      <a:pt x="6" y="8"/>
                      <a:pt x="6" y="5"/>
                    </a:cubicBezTo>
                    <a:cubicBezTo>
                      <a:pt x="6" y="5"/>
                      <a:pt x="6" y="6"/>
                      <a:pt x="6"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9" name="Freeform 444">
                <a:extLst>
                  <a:ext uri="{FF2B5EF4-FFF2-40B4-BE49-F238E27FC236}">
                    <a16:creationId xmlns:a16="http://schemas.microsoft.com/office/drawing/2014/main" id="{490CF21A-3490-6C69-FB15-9870457E4C85}"/>
                  </a:ext>
                </a:extLst>
              </p:cNvPr>
              <p:cNvSpPr>
                <a:spLocks/>
              </p:cNvSpPr>
              <p:nvPr/>
            </p:nvSpPr>
            <p:spPr bwMode="auto">
              <a:xfrm>
                <a:off x="17279818" y="8472417"/>
                <a:ext cx="82803" cy="95566"/>
              </a:xfrm>
              <a:custGeom>
                <a:avLst/>
                <a:gdLst>
                  <a:gd name="T0" fmla="*/ 3 w 9"/>
                  <a:gd name="T1" fmla="*/ 2 h 10"/>
                  <a:gd name="T2" fmla="*/ 0 w 9"/>
                  <a:gd name="T3" fmla="*/ 2 h 10"/>
                  <a:gd name="T4" fmla="*/ 2 w 9"/>
                  <a:gd name="T5" fmla="*/ 4 h 10"/>
                  <a:gd name="T6" fmla="*/ 1 w 9"/>
                  <a:gd name="T7" fmla="*/ 9 h 10"/>
                  <a:gd name="T8" fmla="*/ 6 w 9"/>
                  <a:gd name="T9" fmla="*/ 6 h 10"/>
                  <a:gd name="T10" fmla="*/ 3 w 9"/>
                  <a:gd name="T11" fmla="*/ 2 h 10"/>
                  <a:gd name="T12" fmla="*/ 3 w 9"/>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9" h="10">
                    <a:moveTo>
                      <a:pt x="3" y="2"/>
                    </a:moveTo>
                    <a:cubicBezTo>
                      <a:pt x="2" y="1"/>
                      <a:pt x="1" y="1"/>
                      <a:pt x="0" y="2"/>
                    </a:cubicBezTo>
                    <a:cubicBezTo>
                      <a:pt x="0" y="3"/>
                      <a:pt x="2" y="3"/>
                      <a:pt x="2" y="4"/>
                    </a:cubicBezTo>
                    <a:cubicBezTo>
                      <a:pt x="3" y="5"/>
                      <a:pt x="0" y="8"/>
                      <a:pt x="1" y="9"/>
                    </a:cubicBezTo>
                    <a:cubicBezTo>
                      <a:pt x="1" y="10"/>
                      <a:pt x="5" y="6"/>
                      <a:pt x="6" y="6"/>
                    </a:cubicBezTo>
                    <a:cubicBezTo>
                      <a:pt x="9" y="6"/>
                      <a:pt x="3" y="2"/>
                      <a:pt x="3" y="2"/>
                    </a:cubicBezTo>
                    <a:cubicBezTo>
                      <a:pt x="1" y="0"/>
                      <a:pt x="3" y="2"/>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0" name="Freeform 445">
                <a:extLst>
                  <a:ext uri="{FF2B5EF4-FFF2-40B4-BE49-F238E27FC236}">
                    <a16:creationId xmlns:a16="http://schemas.microsoft.com/office/drawing/2014/main" id="{6D97A0D4-3EF8-522A-260D-38345A204707}"/>
                  </a:ext>
                </a:extLst>
              </p:cNvPr>
              <p:cNvSpPr>
                <a:spLocks/>
              </p:cNvSpPr>
              <p:nvPr/>
            </p:nvSpPr>
            <p:spPr bwMode="auto">
              <a:xfrm>
                <a:off x="17298926" y="8529755"/>
                <a:ext cx="63695" cy="101936"/>
              </a:xfrm>
              <a:custGeom>
                <a:avLst/>
                <a:gdLst>
                  <a:gd name="T0" fmla="*/ 6 w 7"/>
                  <a:gd name="T1" fmla="*/ 1 h 11"/>
                  <a:gd name="T2" fmla="*/ 3 w 7"/>
                  <a:gd name="T3" fmla="*/ 5 h 11"/>
                  <a:gd name="T4" fmla="*/ 3 w 7"/>
                  <a:gd name="T5" fmla="*/ 9 h 11"/>
                  <a:gd name="T6" fmla="*/ 5 w 7"/>
                  <a:gd name="T7" fmla="*/ 6 h 11"/>
                  <a:gd name="T8" fmla="*/ 6 w 7"/>
                  <a:gd name="T9" fmla="*/ 1 h 11"/>
                  <a:gd name="T10" fmla="*/ 6 w 7"/>
                  <a:gd name="T11" fmla="*/ 1 h 11"/>
                </a:gdLst>
                <a:ahLst/>
                <a:cxnLst>
                  <a:cxn ang="0">
                    <a:pos x="T0" y="T1"/>
                  </a:cxn>
                  <a:cxn ang="0">
                    <a:pos x="T2" y="T3"/>
                  </a:cxn>
                  <a:cxn ang="0">
                    <a:pos x="T4" y="T5"/>
                  </a:cxn>
                  <a:cxn ang="0">
                    <a:pos x="T6" y="T7"/>
                  </a:cxn>
                  <a:cxn ang="0">
                    <a:pos x="T8" y="T9"/>
                  </a:cxn>
                  <a:cxn ang="0">
                    <a:pos x="T10" y="T11"/>
                  </a:cxn>
                </a:cxnLst>
                <a:rect l="0" t="0" r="r" b="b"/>
                <a:pathLst>
                  <a:path w="7" h="11">
                    <a:moveTo>
                      <a:pt x="6" y="1"/>
                    </a:moveTo>
                    <a:cubicBezTo>
                      <a:pt x="3" y="1"/>
                      <a:pt x="4" y="4"/>
                      <a:pt x="3" y="5"/>
                    </a:cubicBezTo>
                    <a:cubicBezTo>
                      <a:pt x="0" y="7"/>
                      <a:pt x="1" y="7"/>
                      <a:pt x="3" y="9"/>
                    </a:cubicBezTo>
                    <a:cubicBezTo>
                      <a:pt x="6" y="11"/>
                      <a:pt x="4" y="8"/>
                      <a:pt x="5" y="6"/>
                    </a:cubicBezTo>
                    <a:cubicBezTo>
                      <a:pt x="5" y="6"/>
                      <a:pt x="7" y="0"/>
                      <a:pt x="6" y="1"/>
                    </a:cubicBezTo>
                    <a:cubicBezTo>
                      <a:pt x="5" y="1"/>
                      <a:pt x="6" y="0"/>
                      <a:pt x="6"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1" name="Freeform 446">
                <a:extLst>
                  <a:ext uri="{FF2B5EF4-FFF2-40B4-BE49-F238E27FC236}">
                    <a16:creationId xmlns:a16="http://schemas.microsoft.com/office/drawing/2014/main" id="{9869FD06-BEB8-627B-E387-A52684283AC2}"/>
                  </a:ext>
                </a:extLst>
              </p:cNvPr>
              <p:cNvSpPr>
                <a:spLocks/>
              </p:cNvSpPr>
              <p:nvPr/>
            </p:nvSpPr>
            <p:spPr bwMode="auto">
              <a:xfrm>
                <a:off x="17353063" y="8520200"/>
                <a:ext cx="38217" cy="73269"/>
              </a:xfrm>
              <a:custGeom>
                <a:avLst/>
                <a:gdLst>
                  <a:gd name="T0" fmla="*/ 3 w 4"/>
                  <a:gd name="T1" fmla="*/ 1 h 8"/>
                  <a:gd name="T2" fmla="*/ 0 w 4"/>
                  <a:gd name="T3" fmla="*/ 8 h 8"/>
                  <a:gd name="T4" fmla="*/ 3 w 4"/>
                  <a:gd name="T5" fmla="*/ 5 h 8"/>
                  <a:gd name="T6" fmla="*/ 3 w 4"/>
                  <a:gd name="T7" fmla="*/ 1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2" y="1"/>
                      <a:pt x="0" y="7"/>
                      <a:pt x="0" y="8"/>
                    </a:cubicBezTo>
                    <a:cubicBezTo>
                      <a:pt x="0" y="8"/>
                      <a:pt x="2" y="6"/>
                      <a:pt x="3" y="5"/>
                    </a:cubicBezTo>
                    <a:cubicBezTo>
                      <a:pt x="3" y="5"/>
                      <a:pt x="4" y="0"/>
                      <a:pt x="3" y="1"/>
                    </a:cubicBezTo>
                    <a:cubicBezTo>
                      <a:pt x="2" y="1"/>
                      <a:pt x="3" y="1"/>
                      <a:pt x="3"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2" name="Freeform 447">
                <a:extLst>
                  <a:ext uri="{FF2B5EF4-FFF2-40B4-BE49-F238E27FC236}">
                    <a16:creationId xmlns:a16="http://schemas.microsoft.com/office/drawing/2014/main" id="{935F3382-BE50-D5C8-2664-19E928FEF46B}"/>
                  </a:ext>
                </a:extLst>
              </p:cNvPr>
              <p:cNvSpPr>
                <a:spLocks/>
              </p:cNvSpPr>
              <p:nvPr/>
            </p:nvSpPr>
            <p:spPr bwMode="auto">
              <a:xfrm>
                <a:off x="17372174" y="8567983"/>
                <a:ext cx="57323" cy="35042"/>
              </a:xfrm>
              <a:custGeom>
                <a:avLst/>
                <a:gdLst>
                  <a:gd name="T0" fmla="*/ 1 w 6"/>
                  <a:gd name="T1" fmla="*/ 1 h 4"/>
                  <a:gd name="T2" fmla="*/ 3 w 6"/>
                  <a:gd name="T3" fmla="*/ 3 h 4"/>
                  <a:gd name="T4" fmla="*/ 1 w 6"/>
                  <a:gd name="T5" fmla="*/ 1 h 4"/>
                  <a:gd name="T6" fmla="*/ 1 w 6"/>
                  <a:gd name="T7" fmla="*/ 1 h 4"/>
                </a:gdLst>
                <a:ahLst/>
                <a:cxnLst>
                  <a:cxn ang="0">
                    <a:pos x="T0" y="T1"/>
                  </a:cxn>
                  <a:cxn ang="0">
                    <a:pos x="T2" y="T3"/>
                  </a:cxn>
                  <a:cxn ang="0">
                    <a:pos x="T4" y="T5"/>
                  </a:cxn>
                  <a:cxn ang="0">
                    <a:pos x="T6" y="T7"/>
                  </a:cxn>
                </a:cxnLst>
                <a:rect l="0" t="0" r="r" b="b"/>
                <a:pathLst>
                  <a:path w="6" h="4">
                    <a:moveTo>
                      <a:pt x="1" y="1"/>
                    </a:moveTo>
                    <a:cubicBezTo>
                      <a:pt x="0" y="3"/>
                      <a:pt x="1" y="4"/>
                      <a:pt x="3" y="3"/>
                    </a:cubicBezTo>
                    <a:cubicBezTo>
                      <a:pt x="6" y="3"/>
                      <a:pt x="2" y="0"/>
                      <a:pt x="1" y="1"/>
                    </a:cubicBezTo>
                    <a:cubicBezTo>
                      <a:pt x="1" y="2"/>
                      <a:pt x="2" y="1"/>
                      <a:pt x="1"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3" name="Freeform 448">
                <a:extLst>
                  <a:ext uri="{FF2B5EF4-FFF2-40B4-BE49-F238E27FC236}">
                    <a16:creationId xmlns:a16="http://schemas.microsoft.com/office/drawing/2014/main" id="{36CF99D3-610B-6E04-16DC-11B23FBB8165}"/>
                  </a:ext>
                </a:extLst>
              </p:cNvPr>
              <p:cNvSpPr>
                <a:spLocks/>
              </p:cNvSpPr>
              <p:nvPr/>
            </p:nvSpPr>
            <p:spPr bwMode="auto">
              <a:xfrm>
                <a:off x="17372174" y="8593469"/>
                <a:ext cx="130574" cy="197506"/>
              </a:xfrm>
              <a:custGeom>
                <a:avLst/>
                <a:gdLst>
                  <a:gd name="T0" fmla="*/ 10 w 14"/>
                  <a:gd name="T1" fmla="*/ 0 h 21"/>
                  <a:gd name="T2" fmla="*/ 9 w 14"/>
                  <a:gd name="T3" fmla="*/ 2 h 21"/>
                  <a:gd name="T4" fmla="*/ 7 w 14"/>
                  <a:gd name="T5" fmla="*/ 4 h 21"/>
                  <a:gd name="T6" fmla="*/ 3 w 14"/>
                  <a:gd name="T7" fmla="*/ 6 h 21"/>
                  <a:gd name="T8" fmla="*/ 2 w 14"/>
                  <a:gd name="T9" fmla="*/ 11 h 21"/>
                  <a:gd name="T10" fmla="*/ 2 w 14"/>
                  <a:gd name="T11" fmla="*/ 14 h 21"/>
                  <a:gd name="T12" fmla="*/ 3 w 14"/>
                  <a:gd name="T13" fmla="*/ 18 h 21"/>
                  <a:gd name="T14" fmla="*/ 8 w 14"/>
                  <a:gd name="T15" fmla="*/ 19 h 21"/>
                  <a:gd name="T16" fmla="*/ 8 w 14"/>
                  <a:gd name="T17" fmla="*/ 16 h 21"/>
                  <a:gd name="T18" fmla="*/ 10 w 14"/>
                  <a:gd name="T19" fmla="*/ 12 h 21"/>
                  <a:gd name="T20" fmla="*/ 12 w 14"/>
                  <a:gd name="T21" fmla="*/ 17 h 21"/>
                  <a:gd name="T22" fmla="*/ 13 w 14"/>
                  <a:gd name="T23" fmla="*/ 14 h 21"/>
                  <a:gd name="T24" fmla="*/ 13 w 14"/>
                  <a:gd name="T25" fmla="*/ 10 h 21"/>
                  <a:gd name="T26" fmla="*/ 10 w 14"/>
                  <a:gd name="T27" fmla="*/ 0 h 21"/>
                  <a:gd name="T28" fmla="*/ 10 w 14"/>
                  <a:gd name="T2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21">
                    <a:moveTo>
                      <a:pt x="10" y="0"/>
                    </a:moveTo>
                    <a:cubicBezTo>
                      <a:pt x="9" y="0"/>
                      <a:pt x="9" y="1"/>
                      <a:pt x="9" y="2"/>
                    </a:cubicBezTo>
                    <a:cubicBezTo>
                      <a:pt x="9" y="3"/>
                      <a:pt x="9" y="3"/>
                      <a:pt x="7" y="4"/>
                    </a:cubicBezTo>
                    <a:cubicBezTo>
                      <a:pt x="6" y="4"/>
                      <a:pt x="4" y="6"/>
                      <a:pt x="3" y="6"/>
                    </a:cubicBezTo>
                    <a:cubicBezTo>
                      <a:pt x="1" y="9"/>
                      <a:pt x="0" y="9"/>
                      <a:pt x="2" y="11"/>
                    </a:cubicBezTo>
                    <a:cubicBezTo>
                      <a:pt x="3" y="12"/>
                      <a:pt x="2" y="13"/>
                      <a:pt x="2" y="14"/>
                    </a:cubicBezTo>
                    <a:cubicBezTo>
                      <a:pt x="1" y="16"/>
                      <a:pt x="2" y="17"/>
                      <a:pt x="3" y="18"/>
                    </a:cubicBezTo>
                    <a:cubicBezTo>
                      <a:pt x="5" y="19"/>
                      <a:pt x="7" y="19"/>
                      <a:pt x="8" y="19"/>
                    </a:cubicBezTo>
                    <a:cubicBezTo>
                      <a:pt x="11" y="21"/>
                      <a:pt x="9" y="18"/>
                      <a:pt x="8" y="16"/>
                    </a:cubicBezTo>
                    <a:cubicBezTo>
                      <a:pt x="8" y="16"/>
                      <a:pt x="8" y="12"/>
                      <a:pt x="10" y="12"/>
                    </a:cubicBezTo>
                    <a:cubicBezTo>
                      <a:pt x="11" y="12"/>
                      <a:pt x="11" y="17"/>
                      <a:pt x="12" y="17"/>
                    </a:cubicBezTo>
                    <a:cubicBezTo>
                      <a:pt x="12" y="17"/>
                      <a:pt x="13" y="14"/>
                      <a:pt x="13" y="14"/>
                    </a:cubicBezTo>
                    <a:cubicBezTo>
                      <a:pt x="14" y="12"/>
                      <a:pt x="14" y="11"/>
                      <a:pt x="13" y="10"/>
                    </a:cubicBezTo>
                    <a:cubicBezTo>
                      <a:pt x="13" y="7"/>
                      <a:pt x="13" y="1"/>
                      <a:pt x="10" y="0"/>
                    </a:cubicBezTo>
                    <a:cubicBezTo>
                      <a:pt x="9" y="0"/>
                      <a:pt x="10" y="1"/>
                      <a:pt x="10"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4" name="Freeform 449">
                <a:extLst>
                  <a:ext uri="{FF2B5EF4-FFF2-40B4-BE49-F238E27FC236}">
                    <a16:creationId xmlns:a16="http://schemas.microsoft.com/office/drawing/2014/main" id="{B63F71F6-8ABA-3615-9BD6-0ED165B52297}"/>
                  </a:ext>
                </a:extLst>
              </p:cNvPr>
              <p:cNvSpPr>
                <a:spLocks/>
              </p:cNvSpPr>
              <p:nvPr/>
            </p:nvSpPr>
            <p:spPr bwMode="auto">
              <a:xfrm>
                <a:off x="17289371" y="8631694"/>
                <a:ext cx="111465" cy="95566"/>
              </a:xfrm>
              <a:custGeom>
                <a:avLst/>
                <a:gdLst>
                  <a:gd name="T0" fmla="*/ 8 w 12"/>
                  <a:gd name="T1" fmla="*/ 1 h 10"/>
                  <a:gd name="T2" fmla="*/ 2 w 12"/>
                  <a:gd name="T3" fmla="*/ 4 h 10"/>
                  <a:gd name="T4" fmla="*/ 0 w 12"/>
                  <a:gd name="T5" fmla="*/ 10 h 10"/>
                  <a:gd name="T6" fmla="*/ 2 w 12"/>
                  <a:gd name="T7" fmla="*/ 6 h 10"/>
                  <a:gd name="T8" fmla="*/ 4 w 12"/>
                  <a:gd name="T9" fmla="*/ 6 h 10"/>
                  <a:gd name="T10" fmla="*/ 6 w 12"/>
                  <a:gd name="T11" fmla="*/ 7 h 10"/>
                  <a:gd name="T12" fmla="*/ 8 w 12"/>
                  <a:gd name="T13" fmla="*/ 7 h 10"/>
                  <a:gd name="T14" fmla="*/ 8 w 12"/>
                  <a:gd name="T15" fmla="*/ 5 h 10"/>
                  <a:gd name="T16" fmla="*/ 8 w 12"/>
                  <a:gd name="T17" fmla="*/ 1 h 10"/>
                  <a:gd name="T18" fmla="*/ 8 w 12"/>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
                    <a:moveTo>
                      <a:pt x="8" y="1"/>
                    </a:moveTo>
                    <a:cubicBezTo>
                      <a:pt x="6" y="0"/>
                      <a:pt x="5" y="4"/>
                      <a:pt x="2" y="4"/>
                    </a:cubicBezTo>
                    <a:cubicBezTo>
                      <a:pt x="0" y="5"/>
                      <a:pt x="0" y="9"/>
                      <a:pt x="0" y="10"/>
                    </a:cubicBezTo>
                    <a:cubicBezTo>
                      <a:pt x="1" y="9"/>
                      <a:pt x="1" y="7"/>
                      <a:pt x="2" y="6"/>
                    </a:cubicBezTo>
                    <a:cubicBezTo>
                      <a:pt x="2" y="6"/>
                      <a:pt x="4" y="5"/>
                      <a:pt x="4" y="6"/>
                    </a:cubicBezTo>
                    <a:cubicBezTo>
                      <a:pt x="4" y="7"/>
                      <a:pt x="6" y="7"/>
                      <a:pt x="6" y="7"/>
                    </a:cubicBezTo>
                    <a:cubicBezTo>
                      <a:pt x="7" y="7"/>
                      <a:pt x="7" y="8"/>
                      <a:pt x="8" y="7"/>
                    </a:cubicBezTo>
                    <a:cubicBezTo>
                      <a:pt x="8" y="7"/>
                      <a:pt x="8" y="5"/>
                      <a:pt x="8" y="5"/>
                    </a:cubicBezTo>
                    <a:cubicBezTo>
                      <a:pt x="9" y="3"/>
                      <a:pt x="11" y="2"/>
                      <a:pt x="8" y="1"/>
                    </a:cubicBezTo>
                    <a:cubicBezTo>
                      <a:pt x="7" y="1"/>
                      <a:pt x="12" y="3"/>
                      <a:pt x="8"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5" name="Freeform 450">
                <a:extLst>
                  <a:ext uri="{FF2B5EF4-FFF2-40B4-BE49-F238E27FC236}">
                    <a16:creationId xmlns:a16="http://schemas.microsoft.com/office/drawing/2014/main" id="{9EC620DC-8905-2F10-5C4E-00DBB5AD73F1}"/>
                  </a:ext>
                </a:extLst>
              </p:cNvPr>
              <p:cNvSpPr>
                <a:spLocks/>
              </p:cNvSpPr>
              <p:nvPr/>
            </p:nvSpPr>
            <p:spPr bwMode="auto">
              <a:xfrm>
                <a:off x="17063256" y="8539313"/>
                <a:ext cx="111465" cy="111494"/>
              </a:xfrm>
              <a:custGeom>
                <a:avLst/>
                <a:gdLst>
                  <a:gd name="T0" fmla="*/ 11 w 12"/>
                  <a:gd name="T1" fmla="*/ 0 h 12"/>
                  <a:gd name="T2" fmla="*/ 6 w 12"/>
                  <a:gd name="T3" fmla="*/ 6 h 12"/>
                  <a:gd name="T4" fmla="*/ 0 w 12"/>
                  <a:gd name="T5" fmla="*/ 12 h 12"/>
                  <a:gd name="T6" fmla="*/ 4 w 12"/>
                  <a:gd name="T7" fmla="*/ 10 h 12"/>
                  <a:gd name="T8" fmla="*/ 8 w 12"/>
                  <a:gd name="T9" fmla="*/ 7 h 12"/>
                  <a:gd name="T10" fmla="*/ 10 w 12"/>
                  <a:gd name="T11" fmla="*/ 3 h 12"/>
                  <a:gd name="T12" fmla="*/ 11 w 12"/>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1" y="0"/>
                    </a:moveTo>
                    <a:cubicBezTo>
                      <a:pt x="9" y="1"/>
                      <a:pt x="7" y="4"/>
                      <a:pt x="6" y="6"/>
                    </a:cubicBezTo>
                    <a:cubicBezTo>
                      <a:pt x="5" y="7"/>
                      <a:pt x="0" y="10"/>
                      <a:pt x="0" y="12"/>
                    </a:cubicBezTo>
                    <a:cubicBezTo>
                      <a:pt x="0" y="12"/>
                      <a:pt x="3" y="11"/>
                      <a:pt x="4" y="10"/>
                    </a:cubicBezTo>
                    <a:cubicBezTo>
                      <a:pt x="5" y="10"/>
                      <a:pt x="7" y="8"/>
                      <a:pt x="8" y="7"/>
                    </a:cubicBezTo>
                    <a:cubicBezTo>
                      <a:pt x="8" y="5"/>
                      <a:pt x="9" y="4"/>
                      <a:pt x="10" y="3"/>
                    </a:cubicBezTo>
                    <a:cubicBezTo>
                      <a:pt x="11" y="3"/>
                      <a:pt x="12" y="0"/>
                      <a:pt x="1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6" name="Freeform 451">
                <a:extLst>
                  <a:ext uri="{FF2B5EF4-FFF2-40B4-BE49-F238E27FC236}">
                    <a16:creationId xmlns:a16="http://schemas.microsoft.com/office/drawing/2014/main" id="{3EE5C9B4-E9DC-A97F-9536-5C542826BBA3}"/>
                  </a:ext>
                </a:extLst>
              </p:cNvPr>
              <p:cNvSpPr>
                <a:spLocks/>
              </p:cNvSpPr>
              <p:nvPr/>
            </p:nvSpPr>
            <p:spPr bwMode="auto">
              <a:xfrm>
                <a:off x="17391283" y="8399150"/>
                <a:ext cx="19109" cy="9556"/>
              </a:xfrm>
              <a:custGeom>
                <a:avLst/>
                <a:gdLst>
                  <a:gd name="T0" fmla="*/ 0 w 2"/>
                  <a:gd name="T1" fmla="*/ 1 h 1"/>
                  <a:gd name="T2" fmla="*/ 1 w 2"/>
                  <a:gd name="T3" fmla="*/ 0 h 1"/>
                  <a:gd name="T4" fmla="*/ 0 w 2"/>
                  <a:gd name="T5" fmla="*/ 1 h 1"/>
                </a:gdLst>
                <a:ahLst/>
                <a:cxnLst>
                  <a:cxn ang="0">
                    <a:pos x="T0" y="T1"/>
                  </a:cxn>
                  <a:cxn ang="0">
                    <a:pos x="T2" y="T3"/>
                  </a:cxn>
                  <a:cxn ang="0">
                    <a:pos x="T4" y="T5"/>
                  </a:cxn>
                </a:cxnLst>
                <a:rect l="0" t="0" r="r" b="b"/>
                <a:pathLst>
                  <a:path w="2" h="1">
                    <a:moveTo>
                      <a:pt x="0" y="1"/>
                    </a:moveTo>
                    <a:cubicBezTo>
                      <a:pt x="1" y="1"/>
                      <a:pt x="2" y="0"/>
                      <a:pt x="1" y="0"/>
                    </a:cubicBezTo>
                    <a:cubicBezTo>
                      <a:pt x="0" y="0"/>
                      <a:pt x="0" y="1"/>
                      <a:pt x="0"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7" name="Freeform 452">
                <a:extLst>
                  <a:ext uri="{FF2B5EF4-FFF2-40B4-BE49-F238E27FC236}">
                    <a16:creationId xmlns:a16="http://schemas.microsoft.com/office/drawing/2014/main" id="{A5B5AFE5-897C-C5DB-DA01-32C5BE46DF43}"/>
                  </a:ext>
                </a:extLst>
              </p:cNvPr>
              <p:cNvSpPr>
                <a:spLocks/>
              </p:cNvSpPr>
              <p:nvPr/>
            </p:nvSpPr>
            <p:spPr bwMode="auto">
              <a:xfrm>
                <a:off x="16037776" y="8781415"/>
                <a:ext cx="522294" cy="544729"/>
              </a:xfrm>
              <a:custGeom>
                <a:avLst/>
                <a:gdLst>
                  <a:gd name="T0" fmla="*/ 12 w 56"/>
                  <a:gd name="T1" fmla="*/ 3 h 58"/>
                  <a:gd name="T2" fmla="*/ 4 w 56"/>
                  <a:gd name="T3" fmla="*/ 2 h 58"/>
                  <a:gd name="T4" fmla="*/ 2 w 56"/>
                  <a:gd name="T5" fmla="*/ 3 h 58"/>
                  <a:gd name="T6" fmla="*/ 6 w 56"/>
                  <a:gd name="T7" fmla="*/ 9 h 58"/>
                  <a:gd name="T8" fmla="*/ 11 w 56"/>
                  <a:gd name="T9" fmla="*/ 13 h 58"/>
                  <a:gd name="T10" fmla="*/ 13 w 56"/>
                  <a:gd name="T11" fmla="*/ 17 h 58"/>
                  <a:gd name="T12" fmla="*/ 17 w 56"/>
                  <a:gd name="T13" fmla="*/ 19 h 58"/>
                  <a:gd name="T14" fmla="*/ 20 w 56"/>
                  <a:gd name="T15" fmla="*/ 26 h 58"/>
                  <a:gd name="T16" fmla="*/ 22 w 56"/>
                  <a:gd name="T17" fmla="*/ 28 h 58"/>
                  <a:gd name="T18" fmla="*/ 26 w 56"/>
                  <a:gd name="T19" fmla="*/ 33 h 58"/>
                  <a:gd name="T20" fmla="*/ 30 w 56"/>
                  <a:gd name="T21" fmla="*/ 42 h 58"/>
                  <a:gd name="T22" fmla="*/ 41 w 56"/>
                  <a:gd name="T23" fmla="*/ 52 h 58"/>
                  <a:gd name="T24" fmla="*/ 46 w 56"/>
                  <a:gd name="T25" fmla="*/ 57 h 58"/>
                  <a:gd name="T26" fmla="*/ 54 w 56"/>
                  <a:gd name="T27" fmla="*/ 57 h 58"/>
                  <a:gd name="T28" fmla="*/ 54 w 56"/>
                  <a:gd name="T29" fmla="*/ 46 h 58"/>
                  <a:gd name="T30" fmla="*/ 55 w 56"/>
                  <a:gd name="T31" fmla="*/ 44 h 58"/>
                  <a:gd name="T32" fmla="*/ 52 w 56"/>
                  <a:gd name="T33" fmla="*/ 41 h 58"/>
                  <a:gd name="T34" fmla="*/ 50 w 56"/>
                  <a:gd name="T35" fmla="*/ 40 h 58"/>
                  <a:gd name="T36" fmla="*/ 48 w 56"/>
                  <a:gd name="T37" fmla="*/ 42 h 58"/>
                  <a:gd name="T38" fmla="*/ 48 w 56"/>
                  <a:gd name="T39" fmla="*/ 38 h 58"/>
                  <a:gd name="T40" fmla="*/ 47 w 56"/>
                  <a:gd name="T41" fmla="*/ 36 h 58"/>
                  <a:gd name="T42" fmla="*/ 44 w 56"/>
                  <a:gd name="T43" fmla="*/ 34 h 58"/>
                  <a:gd name="T44" fmla="*/ 42 w 56"/>
                  <a:gd name="T45" fmla="*/ 30 h 58"/>
                  <a:gd name="T46" fmla="*/ 42 w 56"/>
                  <a:gd name="T47" fmla="*/ 29 h 58"/>
                  <a:gd name="T48" fmla="*/ 43 w 56"/>
                  <a:gd name="T49" fmla="*/ 28 h 58"/>
                  <a:gd name="T50" fmla="*/ 38 w 56"/>
                  <a:gd name="T51" fmla="*/ 27 h 58"/>
                  <a:gd name="T52" fmla="*/ 38 w 56"/>
                  <a:gd name="T53" fmla="*/ 25 h 58"/>
                  <a:gd name="T54" fmla="*/ 36 w 56"/>
                  <a:gd name="T55" fmla="*/ 24 h 58"/>
                  <a:gd name="T56" fmla="*/ 37 w 56"/>
                  <a:gd name="T57" fmla="*/ 23 h 58"/>
                  <a:gd name="T58" fmla="*/ 35 w 56"/>
                  <a:gd name="T59" fmla="*/ 22 h 58"/>
                  <a:gd name="T60" fmla="*/ 34 w 56"/>
                  <a:gd name="T61" fmla="*/ 21 h 58"/>
                  <a:gd name="T62" fmla="*/ 31 w 56"/>
                  <a:gd name="T63" fmla="*/ 19 h 58"/>
                  <a:gd name="T64" fmla="*/ 30 w 56"/>
                  <a:gd name="T65" fmla="*/ 19 h 58"/>
                  <a:gd name="T66" fmla="*/ 25 w 56"/>
                  <a:gd name="T67" fmla="*/ 16 h 58"/>
                  <a:gd name="T68" fmla="*/ 21 w 56"/>
                  <a:gd name="T69" fmla="*/ 11 h 58"/>
                  <a:gd name="T70" fmla="*/ 16 w 56"/>
                  <a:gd name="T71" fmla="*/ 7 h 58"/>
                  <a:gd name="T72" fmla="*/ 12 w 56"/>
                  <a:gd name="T73"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 h="58">
                    <a:moveTo>
                      <a:pt x="12" y="3"/>
                    </a:moveTo>
                    <a:cubicBezTo>
                      <a:pt x="9" y="3"/>
                      <a:pt x="7" y="3"/>
                      <a:pt x="4" y="2"/>
                    </a:cubicBezTo>
                    <a:cubicBezTo>
                      <a:pt x="2" y="1"/>
                      <a:pt x="0" y="0"/>
                      <a:pt x="2" y="3"/>
                    </a:cubicBezTo>
                    <a:cubicBezTo>
                      <a:pt x="3" y="5"/>
                      <a:pt x="4" y="8"/>
                      <a:pt x="6" y="9"/>
                    </a:cubicBezTo>
                    <a:cubicBezTo>
                      <a:pt x="8" y="10"/>
                      <a:pt x="10" y="11"/>
                      <a:pt x="11" y="13"/>
                    </a:cubicBezTo>
                    <a:cubicBezTo>
                      <a:pt x="12" y="14"/>
                      <a:pt x="12" y="16"/>
                      <a:pt x="13" y="17"/>
                    </a:cubicBezTo>
                    <a:cubicBezTo>
                      <a:pt x="15" y="18"/>
                      <a:pt x="16" y="18"/>
                      <a:pt x="17" y="19"/>
                    </a:cubicBezTo>
                    <a:cubicBezTo>
                      <a:pt x="19" y="21"/>
                      <a:pt x="19" y="24"/>
                      <a:pt x="20" y="26"/>
                    </a:cubicBezTo>
                    <a:cubicBezTo>
                      <a:pt x="21" y="27"/>
                      <a:pt x="22" y="28"/>
                      <a:pt x="22" y="28"/>
                    </a:cubicBezTo>
                    <a:cubicBezTo>
                      <a:pt x="24" y="30"/>
                      <a:pt x="25" y="31"/>
                      <a:pt x="26" y="33"/>
                    </a:cubicBezTo>
                    <a:cubicBezTo>
                      <a:pt x="28" y="36"/>
                      <a:pt x="28" y="39"/>
                      <a:pt x="30" y="42"/>
                    </a:cubicBezTo>
                    <a:cubicBezTo>
                      <a:pt x="34" y="45"/>
                      <a:pt x="37" y="49"/>
                      <a:pt x="41" y="52"/>
                    </a:cubicBezTo>
                    <a:cubicBezTo>
                      <a:pt x="43" y="54"/>
                      <a:pt x="44" y="55"/>
                      <a:pt x="46" y="57"/>
                    </a:cubicBezTo>
                    <a:cubicBezTo>
                      <a:pt x="47" y="57"/>
                      <a:pt x="53" y="58"/>
                      <a:pt x="54" y="57"/>
                    </a:cubicBezTo>
                    <a:cubicBezTo>
                      <a:pt x="55" y="56"/>
                      <a:pt x="53" y="48"/>
                      <a:pt x="54" y="46"/>
                    </a:cubicBezTo>
                    <a:cubicBezTo>
                      <a:pt x="54" y="45"/>
                      <a:pt x="56" y="45"/>
                      <a:pt x="55" y="44"/>
                    </a:cubicBezTo>
                    <a:cubicBezTo>
                      <a:pt x="54" y="43"/>
                      <a:pt x="53" y="42"/>
                      <a:pt x="52" y="41"/>
                    </a:cubicBezTo>
                    <a:cubicBezTo>
                      <a:pt x="52" y="41"/>
                      <a:pt x="51" y="40"/>
                      <a:pt x="50" y="40"/>
                    </a:cubicBezTo>
                    <a:cubicBezTo>
                      <a:pt x="49" y="40"/>
                      <a:pt x="49" y="42"/>
                      <a:pt x="48" y="42"/>
                    </a:cubicBezTo>
                    <a:cubicBezTo>
                      <a:pt x="49" y="42"/>
                      <a:pt x="48" y="38"/>
                      <a:pt x="48" y="38"/>
                    </a:cubicBezTo>
                    <a:cubicBezTo>
                      <a:pt x="47" y="37"/>
                      <a:pt x="47" y="37"/>
                      <a:pt x="47" y="36"/>
                    </a:cubicBezTo>
                    <a:cubicBezTo>
                      <a:pt x="47" y="35"/>
                      <a:pt x="45" y="34"/>
                      <a:pt x="44" y="34"/>
                    </a:cubicBezTo>
                    <a:cubicBezTo>
                      <a:pt x="43" y="33"/>
                      <a:pt x="41" y="32"/>
                      <a:pt x="42" y="30"/>
                    </a:cubicBezTo>
                    <a:cubicBezTo>
                      <a:pt x="42" y="30"/>
                      <a:pt x="41" y="29"/>
                      <a:pt x="42" y="29"/>
                    </a:cubicBezTo>
                    <a:cubicBezTo>
                      <a:pt x="42" y="28"/>
                      <a:pt x="43" y="29"/>
                      <a:pt x="43" y="28"/>
                    </a:cubicBezTo>
                    <a:cubicBezTo>
                      <a:pt x="44" y="26"/>
                      <a:pt x="38" y="26"/>
                      <a:pt x="38" y="27"/>
                    </a:cubicBezTo>
                    <a:cubicBezTo>
                      <a:pt x="38" y="26"/>
                      <a:pt x="42" y="25"/>
                      <a:pt x="38" y="25"/>
                    </a:cubicBezTo>
                    <a:cubicBezTo>
                      <a:pt x="37" y="25"/>
                      <a:pt x="36" y="24"/>
                      <a:pt x="36" y="24"/>
                    </a:cubicBezTo>
                    <a:cubicBezTo>
                      <a:pt x="36" y="23"/>
                      <a:pt x="37" y="23"/>
                      <a:pt x="37" y="23"/>
                    </a:cubicBezTo>
                    <a:cubicBezTo>
                      <a:pt x="37" y="22"/>
                      <a:pt x="35" y="22"/>
                      <a:pt x="35" y="22"/>
                    </a:cubicBezTo>
                    <a:cubicBezTo>
                      <a:pt x="35" y="22"/>
                      <a:pt x="36" y="21"/>
                      <a:pt x="34" y="21"/>
                    </a:cubicBezTo>
                    <a:cubicBezTo>
                      <a:pt x="33" y="20"/>
                      <a:pt x="32" y="20"/>
                      <a:pt x="31" y="19"/>
                    </a:cubicBezTo>
                    <a:cubicBezTo>
                      <a:pt x="28" y="15"/>
                      <a:pt x="30" y="19"/>
                      <a:pt x="30" y="19"/>
                    </a:cubicBezTo>
                    <a:cubicBezTo>
                      <a:pt x="29" y="19"/>
                      <a:pt x="26" y="16"/>
                      <a:pt x="25" y="16"/>
                    </a:cubicBezTo>
                    <a:cubicBezTo>
                      <a:pt x="24" y="14"/>
                      <a:pt x="23" y="12"/>
                      <a:pt x="21" y="11"/>
                    </a:cubicBezTo>
                    <a:cubicBezTo>
                      <a:pt x="19" y="10"/>
                      <a:pt x="18" y="9"/>
                      <a:pt x="16" y="7"/>
                    </a:cubicBezTo>
                    <a:cubicBezTo>
                      <a:pt x="15" y="6"/>
                      <a:pt x="14" y="3"/>
                      <a:pt x="1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8" name="Freeform 453">
                <a:extLst>
                  <a:ext uri="{FF2B5EF4-FFF2-40B4-BE49-F238E27FC236}">
                    <a16:creationId xmlns:a16="http://schemas.microsoft.com/office/drawing/2014/main" id="{FDC5F13A-A08F-CA10-EDD5-0F039525DF67}"/>
                  </a:ext>
                </a:extLst>
              </p:cNvPr>
              <p:cNvSpPr>
                <a:spLocks/>
              </p:cNvSpPr>
              <p:nvPr/>
            </p:nvSpPr>
            <p:spPr bwMode="auto">
              <a:xfrm>
                <a:off x="16130132" y="8978921"/>
                <a:ext cx="47770"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59" name="Freeform 454">
                <a:extLst>
                  <a:ext uri="{FF2B5EF4-FFF2-40B4-BE49-F238E27FC236}">
                    <a16:creationId xmlns:a16="http://schemas.microsoft.com/office/drawing/2014/main" id="{F9E07F2F-493E-87C1-7EDC-A6FFF63CCBC0}"/>
                  </a:ext>
                </a:extLst>
              </p:cNvPr>
              <p:cNvSpPr>
                <a:spLocks/>
              </p:cNvSpPr>
              <p:nvPr/>
            </p:nvSpPr>
            <p:spPr bwMode="auto">
              <a:xfrm>
                <a:off x="16197014" y="9090415"/>
                <a:ext cx="44586"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0" name="Freeform 455">
                <a:extLst>
                  <a:ext uri="{FF2B5EF4-FFF2-40B4-BE49-F238E27FC236}">
                    <a16:creationId xmlns:a16="http://schemas.microsoft.com/office/drawing/2014/main" id="{C596FC63-36DA-BDA5-D25D-91C6CD2463E7}"/>
                  </a:ext>
                </a:extLst>
              </p:cNvPr>
              <p:cNvSpPr>
                <a:spLocks/>
              </p:cNvSpPr>
              <p:nvPr/>
            </p:nvSpPr>
            <p:spPr bwMode="auto">
              <a:xfrm>
                <a:off x="16512300" y="9119082"/>
                <a:ext cx="66879" cy="66896"/>
              </a:xfrm>
              <a:custGeom>
                <a:avLst/>
                <a:gdLst>
                  <a:gd name="T0" fmla="*/ 7 w 7"/>
                  <a:gd name="T1" fmla="*/ 7 h 7"/>
                  <a:gd name="T2" fmla="*/ 5 w 7"/>
                  <a:gd name="T3" fmla="*/ 3 h 7"/>
                  <a:gd name="T4" fmla="*/ 0 w 7"/>
                  <a:gd name="T5" fmla="*/ 1 h 7"/>
                  <a:gd name="T6" fmla="*/ 1 w 7"/>
                  <a:gd name="T7" fmla="*/ 3 h 7"/>
                  <a:gd name="T8" fmla="*/ 3 w 7"/>
                  <a:gd name="T9" fmla="*/ 5 h 7"/>
                  <a:gd name="T10" fmla="*/ 7 w 7"/>
                  <a:gd name="T11" fmla="*/ 7 h 7"/>
                </a:gdLst>
                <a:ahLst/>
                <a:cxnLst>
                  <a:cxn ang="0">
                    <a:pos x="T0" y="T1"/>
                  </a:cxn>
                  <a:cxn ang="0">
                    <a:pos x="T2" y="T3"/>
                  </a:cxn>
                  <a:cxn ang="0">
                    <a:pos x="T4" y="T5"/>
                  </a:cxn>
                  <a:cxn ang="0">
                    <a:pos x="T6" y="T7"/>
                  </a:cxn>
                  <a:cxn ang="0">
                    <a:pos x="T8" y="T9"/>
                  </a:cxn>
                  <a:cxn ang="0">
                    <a:pos x="T10" y="T11"/>
                  </a:cxn>
                </a:cxnLst>
                <a:rect l="0" t="0" r="r" b="b"/>
                <a:pathLst>
                  <a:path w="7" h="7">
                    <a:moveTo>
                      <a:pt x="7" y="7"/>
                    </a:moveTo>
                    <a:cubicBezTo>
                      <a:pt x="7" y="5"/>
                      <a:pt x="5" y="5"/>
                      <a:pt x="5" y="3"/>
                    </a:cubicBezTo>
                    <a:cubicBezTo>
                      <a:pt x="5" y="1"/>
                      <a:pt x="2" y="0"/>
                      <a:pt x="0" y="1"/>
                    </a:cubicBezTo>
                    <a:cubicBezTo>
                      <a:pt x="0" y="2"/>
                      <a:pt x="0" y="3"/>
                      <a:pt x="1" y="3"/>
                    </a:cubicBezTo>
                    <a:cubicBezTo>
                      <a:pt x="3" y="3"/>
                      <a:pt x="2" y="4"/>
                      <a:pt x="3" y="5"/>
                    </a:cubicBezTo>
                    <a:cubicBezTo>
                      <a:pt x="3" y="6"/>
                      <a:pt x="7" y="7"/>
                      <a:pt x="7"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1" name="Freeform 456">
                <a:extLst>
                  <a:ext uri="{FF2B5EF4-FFF2-40B4-BE49-F238E27FC236}">
                    <a16:creationId xmlns:a16="http://schemas.microsoft.com/office/drawing/2014/main" id="{5572C066-7559-67A8-4538-BC5A08CA0A79}"/>
                  </a:ext>
                </a:extLst>
              </p:cNvPr>
              <p:cNvSpPr>
                <a:spLocks/>
              </p:cNvSpPr>
              <p:nvPr/>
            </p:nvSpPr>
            <p:spPr bwMode="auto">
              <a:xfrm>
                <a:off x="16617396" y="9166867"/>
                <a:ext cx="35033" cy="35042"/>
              </a:xfrm>
              <a:custGeom>
                <a:avLst/>
                <a:gdLst>
                  <a:gd name="T0" fmla="*/ 2 w 4"/>
                  <a:gd name="T1" fmla="*/ 3 h 4"/>
                  <a:gd name="T2" fmla="*/ 2 w 4"/>
                  <a:gd name="T3" fmla="*/ 0 h 4"/>
                  <a:gd name="T4" fmla="*/ 2 w 4"/>
                  <a:gd name="T5" fmla="*/ 3 h 4"/>
                  <a:gd name="T6" fmla="*/ 2 w 4"/>
                  <a:gd name="T7" fmla="*/ 3 h 4"/>
                </a:gdLst>
                <a:ahLst/>
                <a:cxnLst>
                  <a:cxn ang="0">
                    <a:pos x="T0" y="T1"/>
                  </a:cxn>
                  <a:cxn ang="0">
                    <a:pos x="T2" y="T3"/>
                  </a:cxn>
                  <a:cxn ang="0">
                    <a:pos x="T4" y="T5"/>
                  </a:cxn>
                  <a:cxn ang="0">
                    <a:pos x="T6" y="T7"/>
                  </a:cxn>
                </a:cxnLst>
                <a:rect l="0" t="0" r="r" b="b"/>
                <a:pathLst>
                  <a:path w="4" h="4">
                    <a:moveTo>
                      <a:pt x="2" y="3"/>
                    </a:moveTo>
                    <a:cubicBezTo>
                      <a:pt x="0" y="4"/>
                      <a:pt x="0" y="1"/>
                      <a:pt x="2" y="0"/>
                    </a:cubicBezTo>
                    <a:cubicBezTo>
                      <a:pt x="4" y="0"/>
                      <a:pt x="4" y="3"/>
                      <a:pt x="2" y="3"/>
                    </a:cubicBezTo>
                    <a:cubicBezTo>
                      <a:pt x="1" y="4"/>
                      <a:pt x="3" y="3"/>
                      <a:pt x="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2" name="Freeform 457">
                <a:extLst>
                  <a:ext uri="{FF2B5EF4-FFF2-40B4-BE49-F238E27FC236}">
                    <a16:creationId xmlns:a16="http://schemas.microsoft.com/office/drawing/2014/main" id="{4CFA63AC-ADA9-9E76-C1E4-89FD27D9217C}"/>
                  </a:ext>
                </a:extLst>
              </p:cNvPr>
              <p:cNvSpPr>
                <a:spLocks/>
              </p:cNvSpPr>
              <p:nvPr/>
            </p:nvSpPr>
            <p:spPr bwMode="auto">
              <a:xfrm>
                <a:off x="16521853" y="9326144"/>
                <a:ext cx="429938" cy="140163"/>
              </a:xfrm>
              <a:custGeom>
                <a:avLst/>
                <a:gdLst>
                  <a:gd name="T0" fmla="*/ 9 w 46"/>
                  <a:gd name="T1" fmla="*/ 0 h 15"/>
                  <a:gd name="T2" fmla="*/ 3 w 46"/>
                  <a:gd name="T3" fmla="*/ 0 h 15"/>
                  <a:gd name="T4" fmla="*/ 0 w 46"/>
                  <a:gd name="T5" fmla="*/ 4 h 15"/>
                  <a:gd name="T6" fmla="*/ 5 w 46"/>
                  <a:gd name="T7" fmla="*/ 6 h 15"/>
                  <a:gd name="T8" fmla="*/ 11 w 46"/>
                  <a:gd name="T9" fmla="*/ 9 h 15"/>
                  <a:gd name="T10" fmla="*/ 15 w 46"/>
                  <a:gd name="T11" fmla="*/ 9 h 15"/>
                  <a:gd name="T12" fmla="*/ 24 w 46"/>
                  <a:gd name="T13" fmla="*/ 11 h 15"/>
                  <a:gd name="T14" fmla="*/ 40 w 46"/>
                  <a:gd name="T15" fmla="*/ 13 h 15"/>
                  <a:gd name="T16" fmla="*/ 45 w 46"/>
                  <a:gd name="T17" fmla="*/ 13 h 15"/>
                  <a:gd name="T18" fmla="*/ 43 w 46"/>
                  <a:gd name="T19" fmla="*/ 9 h 15"/>
                  <a:gd name="T20" fmla="*/ 41 w 46"/>
                  <a:gd name="T21" fmla="*/ 9 h 15"/>
                  <a:gd name="T22" fmla="*/ 37 w 46"/>
                  <a:gd name="T23" fmla="*/ 9 h 15"/>
                  <a:gd name="T24" fmla="*/ 35 w 46"/>
                  <a:gd name="T25" fmla="*/ 6 h 15"/>
                  <a:gd name="T26" fmla="*/ 32 w 46"/>
                  <a:gd name="T27" fmla="*/ 4 h 15"/>
                  <a:gd name="T28" fmla="*/ 27 w 46"/>
                  <a:gd name="T29" fmla="*/ 3 h 15"/>
                  <a:gd name="T30" fmla="*/ 25 w 46"/>
                  <a:gd name="T31" fmla="*/ 4 h 15"/>
                  <a:gd name="T32" fmla="*/ 21 w 46"/>
                  <a:gd name="T33" fmla="*/ 5 h 15"/>
                  <a:gd name="T34" fmla="*/ 15 w 46"/>
                  <a:gd name="T35" fmla="*/ 3 h 15"/>
                  <a:gd name="T36" fmla="*/ 11 w 46"/>
                  <a:gd name="T37" fmla="*/ 2 h 15"/>
                  <a:gd name="T38" fmla="*/ 9 w 46"/>
                  <a:gd name="T39" fmla="*/ 0 h 15"/>
                  <a:gd name="T40" fmla="*/ 9 w 46"/>
                  <a:gd name="T4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 h="15">
                    <a:moveTo>
                      <a:pt x="9" y="0"/>
                    </a:moveTo>
                    <a:cubicBezTo>
                      <a:pt x="7" y="1"/>
                      <a:pt x="6" y="0"/>
                      <a:pt x="3" y="0"/>
                    </a:cubicBezTo>
                    <a:cubicBezTo>
                      <a:pt x="3" y="0"/>
                      <a:pt x="0" y="3"/>
                      <a:pt x="0" y="4"/>
                    </a:cubicBezTo>
                    <a:cubicBezTo>
                      <a:pt x="0" y="5"/>
                      <a:pt x="4" y="4"/>
                      <a:pt x="5" y="6"/>
                    </a:cubicBezTo>
                    <a:cubicBezTo>
                      <a:pt x="6" y="8"/>
                      <a:pt x="9" y="8"/>
                      <a:pt x="11" y="9"/>
                    </a:cubicBezTo>
                    <a:cubicBezTo>
                      <a:pt x="13" y="9"/>
                      <a:pt x="14" y="9"/>
                      <a:pt x="15" y="9"/>
                    </a:cubicBezTo>
                    <a:cubicBezTo>
                      <a:pt x="18" y="9"/>
                      <a:pt x="21" y="10"/>
                      <a:pt x="24" y="11"/>
                    </a:cubicBezTo>
                    <a:cubicBezTo>
                      <a:pt x="29" y="12"/>
                      <a:pt x="35" y="11"/>
                      <a:pt x="40" y="13"/>
                    </a:cubicBezTo>
                    <a:cubicBezTo>
                      <a:pt x="41" y="13"/>
                      <a:pt x="44" y="15"/>
                      <a:pt x="45" y="13"/>
                    </a:cubicBezTo>
                    <a:cubicBezTo>
                      <a:pt x="46" y="13"/>
                      <a:pt x="44" y="9"/>
                      <a:pt x="43" y="9"/>
                    </a:cubicBezTo>
                    <a:cubicBezTo>
                      <a:pt x="42" y="8"/>
                      <a:pt x="42" y="9"/>
                      <a:pt x="41" y="9"/>
                    </a:cubicBezTo>
                    <a:cubicBezTo>
                      <a:pt x="39" y="10"/>
                      <a:pt x="38" y="9"/>
                      <a:pt x="37" y="9"/>
                    </a:cubicBezTo>
                    <a:cubicBezTo>
                      <a:pt x="36" y="8"/>
                      <a:pt x="36" y="7"/>
                      <a:pt x="35" y="6"/>
                    </a:cubicBezTo>
                    <a:cubicBezTo>
                      <a:pt x="35" y="5"/>
                      <a:pt x="33" y="5"/>
                      <a:pt x="32" y="4"/>
                    </a:cubicBezTo>
                    <a:cubicBezTo>
                      <a:pt x="31" y="4"/>
                      <a:pt x="28" y="3"/>
                      <a:pt x="27" y="3"/>
                    </a:cubicBezTo>
                    <a:cubicBezTo>
                      <a:pt x="26" y="3"/>
                      <a:pt x="25" y="4"/>
                      <a:pt x="25" y="4"/>
                    </a:cubicBezTo>
                    <a:cubicBezTo>
                      <a:pt x="24" y="5"/>
                      <a:pt x="23" y="5"/>
                      <a:pt x="21" y="5"/>
                    </a:cubicBezTo>
                    <a:cubicBezTo>
                      <a:pt x="19" y="5"/>
                      <a:pt x="17" y="4"/>
                      <a:pt x="15" y="3"/>
                    </a:cubicBezTo>
                    <a:cubicBezTo>
                      <a:pt x="14" y="2"/>
                      <a:pt x="12" y="2"/>
                      <a:pt x="11" y="2"/>
                    </a:cubicBezTo>
                    <a:cubicBezTo>
                      <a:pt x="11" y="2"/>
                      <a:pt x="10" y="0"/>
                      <a:pt x="9" y="0"/>
                    </a:cubicBezTo>
                    <a:cubicBezTo>
                      <a:pt x="8" y="1"/>
                      <a:pt x="10" y="0"/>
                      <a:pt x="9"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3" name="Freeform 458">
                <a:extLst>
                  <a:ext uri="{FF2B5EF4-FFF2-40B4-BE49-F238E27FC236}">
                    <a16:creationId xmlns:a16="http://schemas.microsoft.com/office/drawing/2014/main" id="{ADD1FBD2-0756-888A-309E-9554957B6236}"/>
                  </a:ext>
                </a:extLst>
              </p:cNvPr>
              <p:cNvSpPr>
                <a:spLocks/>
              </p:cNvSpPr>
              <p:nvPr/>
            </p:nvSpPr>
            <p:spPr bwMode="auto">
              <a:xfrm>
                <a:off x="16840326" y="9361183"/>
                <a:ext cx="73248" cy="28669"/>
              </a:xfrm>
              <a:custGeom>
                <a:avLst/>
                <a:gdLst>
                  <a:gd name="T0" fmla="*/ 3 w 8"/>
                  <a:gd name="T1" fmla="*/ 3 h 3"/>
                  <a:gd name="T2" fmla="*/ 8 w 8"/>
                  <a:gd name="T3" fmla="*/ 1 h 3"/>
                  <a:gd name="T4" fmla="*/ 3 w 8"/>
                  <a:gd name="T5" fmla="*/ 3 h 3"/>
                  <a:gd name="T6" fmla="*/ 3 w 8"/>
                  <a:gd name="T7" fmla="*/ 3 h 3"/>
                </a:gdLst>
                <a:ahLst/>
                <a:cxnLst>
                  <a:cxn ang="0">
                    <a:pos x="T0" y="T1"/>
                  </a:cxn>
                  <a:cxn ang="0">
                    <a:pos x="T2" y="T3"/>
                  </a:cxn>
                  <a:cxn ang="0">
                    <a:pos x="T4" y="T5"/>
                  </a:cxn>
                  <a:cxn ang="0">
                    <a:pos x="T6" y="T7"/>
                  </a:cxn>
                </a:cxnLst>
                <a:rect l="0" t="0" r="r" b="b"/>
                <a:pathLst>
                  <a:path w="8" h="3">
                    <a:moveTo>
                      <a:pt x="3" y="3"/>
                    </a:moveTo>
                    <a:cubicBezTo>
                      <a:pt x="0" y="2"/>
                      <a:pt x="7" y="0"/>
                      <a:pt x="8" y="1"/>
                    </a:cubicBezTo>
                    <a:cubicBezTo>
                      <a:pt x="8" y="2"/>
                      <a:pt x="4" y="3"/>
                      <a:pt x="3" y="3"/>
                    </a:cubicBezTo>
                    <a:cubicBezTo>
                      <a:pt x="2" y="3"/>
                      <a:pt x="4" y="3"/>
                      <a:pt x="3"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4" name="Freeform 459">
                <a:extLst>
                  <a:ext uri="{FF2B5EF4-FFF2-40B4-BE49-F238E27FC236}">
                    <a16:creationId xmlns:a16="http://schemas.microsoft.com/office/drawing/2014/main" id="{9B98E27A-B20E-36FC-FB95-684FD8537AE0}"/>
                  </a:ext>
                </a:extLst>
              </p:cNvPr>
              <p:cNvSpPr>
                <a:spLocks/>
              </p:cNvSpPr>
              <p:nvPr/>
            </p:nvSpPr>
            <p:spPr bwMode="auto">
              <a:xfrm>
                <a:off x="16942236" y="9428080"/>
                <a:ext cx="57323" cy="38227"/>
              </a:xfrm>
              <a:custGeom>
                <a:avLst/>
                <a:gdLst>
                  <a:gd name="T0" fmla="*/ 3 w 6"/>
                  <a:gd name="T1" fmla="*/ 0 h 4"/>
                  <a:gd name="T2" fmla="*/ 1 w 6"/>
                  <a:gd name="T3" fmla="*/ 1 h 4"/>
                  <a:gd name="T4" fmla="*/ 3 w 6"/>
                  <a:gd name="T5" fmla="*/ 4 h 4"/>
                  <a:gd name="T6" fmla="*/ 3 w 6"/>
                  <a:gd name="T7" fmla="*/ 0 h 4"/>
                </a:gdLst>
                <a:ahLst/>
                <a:cxnLst>
                  <a:cxn ang="0">
                    <a:pos x="T0" y="T1"/>
                  </a:cxn>
                  <a:cxn ang="0">
                    <a:pos x="T2" y="T3"/>
                  </a:cxn>
                  <a:cxn ang="0">
                    <a:pos x="T4" y="T5"/>
                  </a:cxn>
                  <a:cxn ang="0">
                    <a:pos x="T6" y="T7"/>
                  </a:cxn>
                </a:cxnLst>
                <a:rect l="0" t="0" r="r" b="b"/>
                <a:pathLst>
                  <a:path w="6" h="4">
                    <a:moveTo>
                      <a:pt x="3" y="0"/>
                    </a:moveTo>
                    <a:cubicBezTo>
                      <a:pt x="2" y="0"/>
                      <a:pt x="0" y="0"/>
                      <a:pt x="1" y="1"/>
                    </a:cubicBezTo>
                    <a:cubicBezTo>
                      <a:pt x="1" y="1"/>
                      <a:pt x="3" y="4"/>
                      <a:pt x="3" y="4"/>
                    </a:cubicBezTo>
                    <a:cubicBezTo>
                      <a:pt x="5" y="4"/>
                      <a:pt x="6" y="0"/>
                      <a:pt x="3"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5" name="Freeform 460">
                <a:extLst>
                  <a:ext uri="{FF2B5EF4-FFF2-40B4-BE49-F238E27FC236}">
                    <a16:creationId xmlns:a16="http://schemas.microsoft.com/office/drawing/2014/main" id="{197B3E6B-68CC-D86C-6259-F058BC4B61F0}"/>
                  </a:ext>
                </a:extLst>
              </p:cNvPr>
              <p:cNvSpPr>
                <a:spLocks/>
              </p:cNvSpPr>
              <p:nvPr/>
            </p:nvSpPr>
            <p:spPr bwMode="auto">
              <a:xfrm>
                <a:off x="16999562" y="9437635"/>
                <a:ext cx="44586" cy="28669"/>
              </a:xfrm>
              <a:custGeom>
                <a:avLst/>
                <a:gdLst>
                  <a:gd name="T0" fmla="*/ 4 w 5"/>
                  <a:gd name="T1" fmla="*/ 1 h 3"/>
                  <a:gd name="T2" fmla="*/ 2 w 5"/>
                  <a:gd name="T3" fmla="*/ 0 h 3"/>
                  <a:gd name="T4" fmla="*/ 1 w 5"/>
                  <a:gd name="T5" fmla="*/ 2 h 3"/>
                  <a:gd name="T6" fmla="*/ 2 w 5"/>
                  <a:gd name="T7" fmla="*/ 2 h 3"/>
                  <a:gd name="T8" fmla="*/ 4 w 5"/>
                  <a:gd name="T9" fmla="*/ 1 h 3"/>
                  <a:gd name="T10" fmla="*/ 4 w 5"/>
                  <a:gd name="T11" fmla="*/ 1 h 3"/>
                </a:gdLst>
                <a:ahLst/>
                <a:cxnLst>
                  <a:cxn ang="0">
                    <a:pos x="T0" y="T1"/>
                  </a:cxn>
                  <a:cxn ang="0">
                    <a:pos x="T2" y="T3"/>
                  </a:cxn>
                  <a:cxn ang="0">
                    <a:pos x="T4" y="T5"/>
                  </a:cxn>
                  <a:cxn ang="0">
                    <a:pos x="T6" y="T7"/>
                  </a:cxn>
                  <a:cxn ang="0">
                    <a:pos x="T8" y="T9"/>
                  </a:cxn>
                  <a:cxn ang="0">
                    <a:pos x="T10" y="T11"/>
                  </a:cxn>
                </a:cxnLst>
                <a:rect l="0" t="0" r="r" b="b"/>
                <a:pathLst>
                  <a:path w="5" h="3">
                    <a:moveTo>
                      <a:pt x="4" y="1"/>
                    </a:moveTo>
                    <a:cubicBezTo>
                      <a:pt x="4" y="1"/>
                      <a:pt x="3" y="0"/>
                      <a:pt x="2" y="0"/>
                    </a:cubicBezTo>
                    <a:cubicBezTo>
                      <a:pt x="2" y="1"/>
                      <a:pt x="0" y="2"/>
                      <a:pt x="1" y="2"/>
                    </a:cubicBezTo>
                    <a:cubicBezTo>
                      <a:pt x="1" y="2"/>
                      <a:pt x="2" y="3"/>
                      <a:pt x="2" y="2"/>
                    </a:cubicBezTo>
                    <a:cubicBezTo>
                      <a:pt x="3" y="2"/>
                      <a:pt x="5" y="2"/>
                      <a:pt x="4" y="1"/>
                    </a:cubicBezTo>
                    <a:cubicBezTo>
                      <a:pt x="4" y="1"/>
                      <a:pt x="5" y="2"/>
                      <a:pt x="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6" name="Freeform 461">
                <a:extLst>
                  <a:ext uri="{FF2B5EF4-FFF2-40B4-BE49-F238E27FC236}">
                    <a16:creationId xmlns:a16="http://schemas.microsoft.com/office/drawing/2014/main" id="{86EE3ABD-5E8B-3B7A-DF93-05DAD19E0EF1}"/>
                  </a:ext>
                </a:extLst>
              </p:cNvPr>
              <p:cNvSpPr>
                <a:spLocks/>
              </p:cNvSpPr>
              <p:nvPr/>
            </p:nvSpPr>
            <p:spPr bwMode="auto">
              <a:xfrm>
                <a:off x="17034592" y="9437635"/>
                <a:ext cx="66879" cy="38227"/>
              </a:xfrm>
              <a:custGeom>
                <a:avLst/>
                <a:gdLst>
                  <a:gd name="T0" fmla="*/ 2 w 7"/>
                  <a:gd name="T1" fmla="*/ 1 h 4"/>
                  <a:gd name="T2" fmla="*/ 2 w 7"/>
                  <a:gd name="T3" fmla="*/ 4 h 4"/>
                  <a:gd name="T4" fmla="*/ 6 w 7"/>
                  <a:gd name="T5" fmla="*/ 3 h 4"/>
                  <a:gd name="T6" fmla="*/ 5 w 7"/>
                  <a:gd name="T7" fmla="*/ 1 h 4"/>
                  <a:gd name="T8" fmla="*/ 2 w 7"/>
                  <a:gd name="T9" fmla="*/ 1 h 4"/>
                </a:gdLst>
                <a:ahLst/>
                <a:cxnLst>
                  <a:cxn ang="0">
                    <a:pos x="T0" y="T1"/>
                  </a:cxn>
                  <a:cxn ang="0">
                    <a:pos x="T2" y="T3"/>
                  </a:cxn>
                  <a:cxn ang="0">
                    <a:pos x="T4" y="T5"/>
                  </a:cxn>
                  <a:cxn ang="0">
                    <a:pos x="T6" y="T7"/>
                  </a:cxn>
                  <a:cxn ang="0">
                    <a:pos x="T8" y="T9"/>
                  </a:cxn>
                </a:cxnLst>
                <a:rect l="0" t="0" r="r" b="b"/>
                <a:pathLst>
                  <a:path w="7" h="4">
                    <a:moveTo>
                      <a:pt x="2" y="1"/>
                    </a:moveTo>
                    <a:cubicBezTo>
                      <a:pt x="1" y="2"/>
                      <a:pt x="0" y="4"/>
                      <a:pt x="2" y="4"/>
                    </a:cubicBezTo>
                    <a:cubicBezTo>
                      <a:pt x="4" y="4"/>
                      <a:pt x="5" y="4"/>
                      <a:pt x="6" y="3"/>
                    </a:cubicBezTo>
                    <a:cubicBezTo>
                      <a:pt x="7" y="3"/>
                      <a:pt x="5" y="2"/>
                      <a:pt x="5" y="1"/>
                    </a:cubicBezTo>
                    <a:cubicBezTo>
                      <a:pt x="4" y="0"/>
                      <a:pt x="3" y="0"/>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7" name="Freeform 462">
                <a:extLst>
                  <a:ext uri="{FF2B5EF4-FFF2-40B4-BE49-F238E27FC236}">
                    <a16:creationId xmlns:a16="http://schemas.microsoft.com/office/drawing/2014/main" id="{4B72B72E-4A63-39B5-1BFE-E506D789074B}"/>
                  </a:ext>
                </a:extLst>
              </p:cNvPr>
              <p:cNvSpPr>
                <a:spLocks/>
              </p:cNvSpPr>
              <p:nvPr/>
            </p:nvSpPr>
            <p:spPr bwMode="auto">
              <a:xfrm>
                <a:off x="17082363" y="9428080"/>
                <a:ext cx="76432" cy="47785"/>
              </a:xfrm>
              <a:custGeom>
                <a:avLst/>
                <a:gdLst>
                  <a:gd name="T0" fmla="*/ 1 w 8"/>
                  <a:gd name="T1" fmla="*/ 0 h 5"/>
                  <a:gd name="T2" fmla="*/ 0 w 8"/>
                  <a:gd name="T3" fmla="*/ 1 h 5"/>
                  <a:gd name="T4" fmla="*/ 2 w 8"/>
                  <a:gd name="T5" fmla="*/ 2 h 5"/>
                  <a:gd name="T6" fmla="*/ 2 w 8"/>
                  <a:gd name="T7" fmla="*/ 3 h 5"/>
                  <a:gd name="T8" fmla="*/ 7 w 8"/>
                  <a:gd name="T9" fmla="*/ 4 h 5"/>
                  <a:gd name="T10" fmla="*/ 7 w 8"/>
                  <a:gd name="T11" fmla="*/ 1 h 5"/>
                  <a:gd name="T12" fmla="*/ 1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1" y="0"/>
                    </a:moveTo>
                    <a:cubicBezTo>
                      <a:pt x="0" y="0"/>
                      <a:pt x="0" y="0"/>
                      <a:pt x="0" y="1"/>
                    </a:cubicBezTo>
                    <a:cubicBezTo>
                      <a:pt x="0" y="1"/>
                      <a:pt x="2" y="1"/>
                      <a:pt x="2" y="2"/>
                    </a:cubicBezTo>
                    <a:cubicBezTo>
                      <a:pt x="2" y="2"/>
                      <a:pt x="2" y="3"/>
                      <a:pt x="2" y="3"/>
                    </a:cubicBezTo>
                    <a:cubicBezTo>
                      <a:pt x="2" y="4"/>
                      <a:pt x="6" y="5"/>
                      <a:pt x="7" y="4"/>
                    </a:cubicBezTo>
                    <a:cubicBezTo>
                      <a:pt x="8" y="3"/>
                      <a:pt x="8" y="2"/>
                      <a:pt x="7" y="1"/>
                    </a:cubicBezTo>
                    <a:cubicBezTo>
                      <a:pt x="5" y="1"/>
                      <a:pt x="3" y="1"/>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8" name="Freeform 463">
                <a:extLst>
                  <a:ext uri="{FF2B5EF4-FFF2-40B4-BE49-F238E27FC236}">
                    <a16:creationId xmlns:a16="http://schemas.microsoft.com/office/drawing/2014/main" id="{6F0BDD41-6BB6-CDF5-215D-A85B4EEF5672}"/>
                  </a:ext>
                </a:extLst>
              </p:cNvPr>
              <p:cNvSpPr>
                <a:spLocks/>
              </p:cNvSpPr>
              <p:nvPr/>
            </p:nvSpPr>
            <p:spPr bwMode="auto">
              <a:xfrm>
                <a:off x="17184277" y="9437635"/>
                <a:ext cx="114649" cy="38227"/>
              </a:xfrm>
              <a:custGeom>
                <a:avLst/>
                <a:gdLst>
                  <a:gd name="T0" fmla="*/ 2 w 12"/>
                  <a:gd name="T1" fmla="*/ 0 h 4"/>
                  <a:gd name="T2" fmla="*/ 0 w 12"/>
                  <a:gd name="T3" fmla="*/ 2 h 4"/>
                  <a:gd name="T4" fmla="*/ 12 w 12"/>
                  <a:gd name="T5" fmla="*/ 2 h 4"/>
                  <a:gd name="T6" fmla="*/ 9 w 12"/>
                  <a:gd name="T7" fmla="*/ 2 h 4"/>
                  <a:gd name="T8" fmla="*/ 2 w 12"/>
                  <a:gd name="T9" fmla="*/ 0 h 4"/>
                  <a:gd name="T10" fmla="*/ 2 w 12"/>
                  <a:gd name="T11" fmla="*/ 0 h 4"/>
                </a:gdLst>
                <a:ahLst/>
                <a:cxnLst>
                  <a:cxn ang="0">
                    <a:pos x="T0" y="T1"/>
                  </a:cxn>
                  <a:cxn ang="0">
                    <a:pos x="T2" y="T3"/>
                  </a:cxn>
                  <a:cxn ang="0">
                    <a:pos x="T4" y="T5"/>
                  </a:cxn>
                  <a:cxn ang="0">
                    <a:pos x="T6" y="T7"/>
                  </a:cxn>
                  <a:cxn ang="0">
                    <a:pos x="T8" y="T9"/>
                  </a:cxn>
                  <a:cxn ang="0">
                    <a:pos x="T10" y="T11"/>
                  </a:cxn>
                </a:cxnLst>
                <a:rect l="0" t="0" r="r" b="b"/>
                <a:pathLst>
                  <a:path w="12" h="4">
                    <a:moveTo>
                      <a:pt x="2" y="0"/>
                    </a:moveTo>
                    <a:cubicBezTo>
                      <a:pt x="2" y="0"/>
                      <a:pt x="0" y="1"/>
                      <a:pt x="0" y="2"/>
                    </a:cubicBezTo>
                    <a:cubicBezTo>
                      <a:pt x="0" y="2"/>
                      <a:pt x="11" y="4"/>
                      <a:pt x="12" y="2"/>
                    </a:cubicBezTo>
                    <a:cubicBezTo>
                      <a:pt x="12" y="1"/>
                      <a:pt x="9" y="2"/>
                      <a:pt x="9" y="2"/>
                    </a:cubicBezTo>
                    <a:cubicBezTo>
                      <a:pt x="7" y="2"/>
                      <a:pt x="4" y="1"/>
                      <a:pt x="2" y="0"/>
                    </a:cubicBezTo>
                    <a:cubicBezTo>
                      <a:pt x="2" y="0"/>
                      <a:pt x="3"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69" name="Freeform 464">
                <a:extLst>
                  <a:ext uri="{FF2B5EF4-FFF2-40B4-BE49-F238E27FC236}">
                    <a16:creationId xmlns:a16="http://schemas.microsoft.com/office/drawing/2014/main" id="{C4EEB6D1-AFD7-A45D-20AB-AE462BB78D3A}"/>
                  </a:ext>
                </a:extLst>
              </p:cNvPr>
              <p:cNvSpPr>
                <a:spLocks/>
              </p:cNvSpPr>
              <p:nvPr/>
            </p:nvSpPr>
            <p:spPr bwMode="auto">
              <a:xfrm>
                <a:off x="17149244" y="9491791"/>
                <a:ext cx="101909" cy="57338"/>
              </a:xfrm>
              <a:custGeom>
                <a:avLst/>
                <a:gdLst>
                  <a:gd name="T0" fmla="*/ 0 w 11"/>
                  <a:gd name="T1" fmla="*/ 0 h 6"/>
                  <a:gd name="T2" fmla="*/ 8 w 11"/>
                  <a:gd name="T3" fmla="*/ 4 h 6"/>
                  <a:gd name="T4" fmla="*/ 0 w 11"/>
                  <a:gd name="T5" fmla="*/ 0 h 6"/>
                </a:gdLst>
                <a:ahLst/>
                <a:cxnLst>
                  <a:cxn ang="0">
                    <a:pos x="T0" y="T1"/>
                  </a:cxn>
                  <a:cxn ang="0">
                    <a:pos x="T2" y="T3"/>
                  </a:cxn>
                  <a:cxn ang="0">
                    <a:pos x="T4" y="T5"/>
                  </a:cxn>
                </a:cxnLst>
                <a:rect l="0" t="0" r="r" b="b"/>
                <a:pathLst>
                  <a:path w="11" h="6">
                    <a:moveTo>
                      <a:pt x="0" y="0"/>
                    </a:moveTo>
                    <a:cubicBezTo>
                      <a:pt x="1" y="0"/>
                      <a:pt x="7" y="6"/>
                      <a:pt x="8" y="4"/>
                    </a:cubicBezTo>
                    <a:cubicBezTo>
                      <a:pt x="11" y="1"/>
                      <a:pt x="1" y="0"/>
                      <a:pt x="0"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0" name="Freeform 465">
                <a:extLst>
                  <a:ext uri="{FF2B5EF4-FFF2-40B4-BE49-F238E27FC236}">
                    <a16:creationId xmlns:a16="http://schemas.microsoft.com/office/drawing/2014/main" id="{8E126407-9EF2-8E5F-C252-FBDC3890CB16}"/>
                  </a:ext>
                </a:extLst>
              </p:cNvPr>
              <p:cNvSpPr>
                <a:spLocks/>
              </p:cNvSpPr>
              <p:nvPr/>
            </p:nvSpPr>
            <p:spPr bwMode="auto">
              <a:xfrm>
                <a:off x="17474083" y="9192351"/>
                <a:ext cx="57323" cy="38227"/>
              </a:xfrm>
              <a:custGeom>
                <a:avLst/>
                <a:gdLst>
                  <a:gd name="T0" fmla="*/ 3 w 6"/>
                  <a:gd name="T1" fmla="*/ 3 h 4"/>
                  <a:gd name="T2" fmla="*/ 4 w 6"/>
                  <a:gd name="T3" fmla="*/ 0 h 4"/>
                  <a:gd name="T4" fmla="*/ 3 w 6"/>
                  <a:gd name="T5" fmla="*/ 3 h 4"/>
                  <a:gd name="T6" fmla="*/ 3 w 6"/>
                  <a:gd name="T7" fmla="*/ 3 h 4"/>
                </a:gdLst>
                <a:ahLst/>
                <a:cxnLst>
                  <a:cxn ang="0">
                    <a:pos x="T0" y="T1"/>
                  </a:cxn>
                  <a:cxn ang="0">
                    <a:pos x="T2" y="T3"/>
                  </a:cxn>
                  <a:cxn ang="0">
                    <a:pos x="T4" y="T5"/>
                  </a:cxn>
                  <a:cxn ang="0">
                    <a:pos x="T6" y="T7"/>
                  </a:cxn>
                </a:cxnLst>
                <a:rect l="0" t="0" r="r" b="b"/>
                <a:pathLst>
                  <a:path w="6" h="4">
                    <a:moveTo>
                      <a:pt x="3" y="3"/>
                    </a:moveTo>
                    <a:cubicBezTo>
                      <a:pt x="0" y="4"/>
                      <a:pt x="1" y="0"/>
                      <a:pt x="4" y="0"/>
                    </a:cubicBezTo>
                    <a:cubicBezTo>
                      <a:pt x="6" y="0"/>
                      <a:pt x="5" y="3"/>
                      <a:pt x="3" y="3"/>
                    </a:cubicBezTo>
                    <a:cubicBezTo>
                      <a:pt x="2" y="4"/>
                      <a:pt x="5" y="3"/>
                      <a:pt x="3"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1" name="Freeform 466">
                <a:extLst>
                  <a:ext uri="{FF2B5EF4-FFF2-40B4-BE49-F238E27FC236}">
                    <a16:creationId xmlns:a16="http://schemas.microsoft.com/office/drawing/2014/main" id="{D5E6329D-DF39-ACF8-0162-690663AEC13D}"/>
                  </a:ext>
                </a:extLst>
              </p:cNvPr>
              <p:cNvSpPr>
                <a:spLocks/>
              </p:cNvSpPr>
              <p:nvPr/>
            </p:nvSpPr>
            <p:spPr bwMode="auto">
              <a:xfrm>
                <a:off x="17569627" y="9185981"/>
                <a:ext cx="140127" cy="44598"/>
              </a:xfrm>
              <a:custGeom>
                <a:avLst/>
                <a:gdLst>
                  <a:gd name="T0" fmla="*/ 2 w 15"/>
                  <a:gd name="T1" fmla="*/ 3 h 5"/>
                  <a:gd name="T2" fmla="*/ 1 w 15"/>
                  <a:gd name="T3" fmla="*/ 1 h 5"/>
                  <a:gd name="T4" fmla="*/ 5 w 15"/>
                  <a:gd name="T5" fmla="*/ 0 h 5"/>
                  <a:gd name="T6" fmla="*/ 13 w 15"/>
                  <a:gd name="T7" fmla="*/ 2 h 5"/>
                  <a:gd name="T8" fmla="*/ 15 w 15"/>
                  <a:gd name="T9" fmla="*/ 5 h 5"/>
                  <a:gd name="T10" fmla="*/ 11 w 15"/>
                  <a:gd name="T11" fmla="*/ 3 h 5"/>
                  <a:gd name="T12" fmla="*/ 2 w 15"/>
                  <a:gd name="T13" fmla="*/ 3 h 5"/>
                  <a:gd name="T14" fmla="*/ 2 w 15"/>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
                    <a:moveTo>
                      <a:pt x="2" y="3"/>
                    </a:moveTo>
                    <a:cubicBezTo>
                      <a:pt x="1" y="3"/>
                      <a:pt x="0" y="2"/>
                      <a:pt x="1" y="1"/>
                    </a:cubicBezTo>
                    <a:cubicBezTo>
                      <a:pt x="2" y="0"/>
                      <a:pt x="3" y="0"/>
                      <a:pt x="5" y="0"/>
                    </a:cubicBezTo>
                    <a:cubicBezTo>
                      <a:pt x="8" y="0"/>
                      <a:pt x="10" y="0"/>
                      <a:pt x="13" y="2"/>
                    </a:cubicBezTo>
                    <a:cubicBezTo>
                      <a:pt x="14" y="3"/>
                      <a:pt x="15" y="4"/>
                      <a:pt x="15" y="5"/>
                    </a:cubicBezTo>
                    <a:cubicBezTo>
                      <a:pt x="14" y="5"/>
                      <a:pt x="11" y="3"/>
                      <a:pt x="11" y="3"/>
                    </a:cubicBezTo>
                    <a:cubicBezTo>
                      <a:pt x="8" y="2"/>
                      <a:pt x="5" y="3"/>
                      <a:pt x="2" y="3"/>
                    </a:cubicBezTo>
                    <a:cubicBezTo>
                      <a:pt x="1" y="3"/>
                      <a:pt x="3" y="3"/>
                      <a:pt x="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2" name="Freeform 467">
                <a:extLst>
                  <a:ext uri="{FF2B5EF4-FFF2-40B4-BE49-F238E27FC236}">
                    <a16:creationId xmlns:a16="http://schemas.microsoft.com/office/drawing/2014/main" id="{8DD86F1A-6FEF-560A-5B74-72914B00540F}"/>
                  </a:ext>
                </a:extLst>
              </p:cNvPr>
              <p:cNvSpPr>
                <a:spLocks/>
              </p:cNvSpPr>
              <p:nvPr/>
            </p:nvSpPr>
            <p:spPr bwMode="auto">
              <a:xfrm>
                <a:off x="17139689" y="8969361"/>
                <a:ext cx="299364" cy="337667"/>
              </a:xfrm>
              <a:custGeom>
                <a:avLst/>
                <a:gdLst>
                  <a:gd name="T0" fmla="*/ 13 w 32"/>
                  <a:gd name="T1" fmla="*/ 32 h 36"/>
                  <a:gd name="T2" fmla="*/ 14 w 32"/>
                  <a:gd name="T3" fmla="*/ 30 h 36"/>
                  <a:gd name="T4" fmla="*/ 11 w 32"/>
                  <a:gd name="T5" fmla="*/ 28 h 36"/>
                  <a:gd name="T6" fmla="*/ 12 w 32"/>
                  <a:gd name="T7" fmla="*/ 23 h 36"/>
                  <a:gd name="T8" fmla="*/ 8 w 32"/>
                  <a:gd name="T9" fmla="*/ 23 h 36"/>
                  <a:gd name="T10" fmla="*/ 8 w 32"/>
                  <a:gd name="T11" fmla="*/ 29 h 36"/>
                  <a:gd name="T12" fmla="*/ 8 w 32"/>
                  <a:gd name="T13" fmla="*/ 30 h 36"/>
                  <a:gd name="T14" fmla="*/ 7 w 32"/>
                  <a:gd name="T15" fmla="*/ 34 h 36"/>
                  <a:gd name="T16" fmla="*/ 4 w 32"/>
                  <a:gd name="T17" fmla="*/ 36 h 36"/>
                  <a:gd name="T18" fmla="*/ 4 w 32"/>
                  <a:gd name="T19" fmla="*/ 31 h 36"/>
                  <a:gd name="T20" fmla="*/ 2 w 32"/>
                  <a:gd name="T21" fmla="*/ 26 h 36"/>
                  <a:gd name="T22" fmla="*/ 1 w 32"/>
                  <a:gd name="T23" fmla="*/ 21 h 36"/>
                  <a:gd name="T24" fmla="*/ 3 w 32"/>
                  <a:gd name="T25" fmla="*/ 14 h 36"/>
                  <a:gd name="T26" fmla="*/ 9 w 32"/>
                  <a:gd name="T27" fmla="*/ 5 h 36"/>
                  <a:gd name="T28" fmla="*/ 11 w 32"/>
                  <a:gd name="T29" fmla="*/ 2 h 36"/>
                  <a:gd name="T30" fmla="*/ 18 w 32"/>
                  <a:gd name="T31" fmla="*/ 4 h 36"/>
                  <a:gd name="T32" fmla="*/ 25 w 32"/>
                  <a:gd name="T33" fmla="*/ 4 h 36"/>
                  <a:gd name="T34" fmla="*/ 32 w 32"/>
                  <a:gd name="T35" fmla="*/ 1 h 36"/>
                  <a:gd name="T36" fmla="*/ 29 w 32"/>
                  <a:gd name="T37" fmla="*/ 6 h 36"/>
                  <a:gd name="T38" fmla="*/ 23 w 32"/>
                  <a:gd name="T39" fmla="*/ 7 h 36"/>
                  <a:gd name="T40" fmla="*/ 10 w 32"/>
                  <a:gd name="T41" fmla="*/ 7 h 36"/>
                  <a:gd name="T42" fmla="*/ 6 w 32"/>
                  <a:gd name="T43" fmla="*/ 10 h 36"/>
                  <a:gd name="T44" fmla="*/ 10 w 32"/>
                  <a:gd name="T45" fmla="*/ 15 h 36"/>
                  <a:gd name="T46" fmla="*/ 13 w 32"/>
                  <a:gd name="T47" fmla="*/ 14 h 36"/>
                  <a:gd name="T48" fmla="*/ 20 w 32"/>
                  <a:gd name="T49" fmla="*/ 13 h 36"/>
                  <a:gd name="T50" fmla="*/ 17 w 32"/>
                  <a:gd name="T51" fmla="*/ 16 h 36"/>
                  <a:gd name="T52" fmla="*/ 13 w 32"/>
                  <a:gd name="T53" fmla="*/ 17 h 36"/>
                  <a:gd name="T54" fmla="*/ 14 w 32"/>
                  <a:gd name="T55" fmla="*/ 20 h 36"/>
                  <a:gd name="T56" fmla="*/ 18 w 32"/>
                  <a:gd name="T57" fmla="*/ 25 h 36"/>
                  <a:gd name="T58" fmla="*/ 19 w 32"/>
                  <a:gd name="T59" fmla="*/ 28 h 36"/>
                  <a:gd name="T60" fmla="*/ 22 w 32"/>
                  <a:gd name="T61" fmla="*/ 30 h 36"/>
                  <a:gd name="T62" fmla="*/ 13 w 32"/>
                  <a:gd name="T63" fmla="*/ 32 h 36"/>
                  <a:gd name="T64" fmla="*/ 13 w 32"/>
                  <a:gd name="T65"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6">
                    <a:moveTo>
                      <a:pt x="13" y="32"/>
                    </a:moveTo>
                    <a:cubicBezTo>
                      <a:pt x="13" y="31"/>
                      <a:pt x="14" y="31"/>
                      <a:pt x="14" y="30"/>
                    </a:cubicBezTo>
                    <a:cubicBezTo>
                      <a:pt x="14" y="29"/>
                      <a:pt x="12" y="28"/>
                      <a:pt x="11" y="28"/>
                    </a:cubicBezTo>
                    <a:cubicBezTo>
                      <a:pt x="10" y="26"/>
                      <a:pt x="12" y="25"/>
                      <a:pt x="12" y="23"/>
                    </a:cubicBezTo>
                    <a:cubicBezTo>
                      <a:pt x="12" y="22"/>
                      <a:pt x="8" y="22"/>
                      <a:pt x="8" y="23"/>
                    </a:cubicBezTo>
                    <a:cubicBezTo>
                      <a:pt x="7" y="25"/>
                      <a:pt x="8" y="27"/>
                      <a:pt x="8" y="29"/>
                    </a:cubicBezTo>
                    <a:cubicBezTo>
                      <a:pt x="7" y="29"/>
                      <a:pt x="8" y="30"/>
                      <a:pt x="8" y="30"/>
                    </a:cubicBezTo>
                    <a:cubicBezTo>
                      <a:pt x="8" y="32"/>
                      <a:pt x="7" y="33"/>
                      <a:pt x="7" y="34"/>
                    </a:cubicBezTo>
                    <a:cubicBezTo>
                      <a:pt x="6" y="36"/>
                      <a:pt x="7" y="36"/>
                      <a:pt x="4" y="36"/>
                    </a:cubicBezTo>
                    <a:cubicBezTo>
                      <a:pt x="1" y="36"/>
                      <a:pt x="4" y="32"/>
                      <a:pt x="4" y="31"/>
                    </a:cubicBezTo>
                    <a:cubicBezTo>
                      <a:pt x="5" y="30"/>
                      <a:pt x="4" y="27"/>
                      <a:pt x="2" y="26"/>
                    </a:cubicBezTo>
                    <a:cubicBezTo>
                      <a:pt x="0" y="25"/>
                      <a:pt x="0" y="23"/>
                      <a:pt x="1" y="21"/>
                    </a:cubicBezTo>
                    <a:cubicBezTo>
                      <a:pt x="2" y="19"/>
                      <a:pt x="2" y="16"/>
                      <a:pt x="3" y="14"/>
                    </a:cubicBezTo>
                    <a:cubicBezTo>
                      <a:pt x="5" y="11"/>
                      <a:pt x="4" y="5"/>
                      <a:pt x="9" y="5"/>
                    </a:cubicBezTo>
                    <a:cubicBezTo>
                      <a:pt x="10" y="5"/>
                      <a:pt x="9" y="2"/>
                      <a:pt x="11" y="2"/>
                    </a:cubicBezTo>
                    <a:cubicBezTo>
                      <a:pt x="14" y="3"/>
                      <a:pt x="16" y="4"/>
                      <a:pt x="18" y="4"/>
                    </a:cubicBezTo>
                    <a:cubicBezTo>
                      <a:pt x="20" y="4"/>
                      <a:pt x="23" y="5"/>
                      <a:pt x="25" y="4"/>
                    </a:cubicBezTo>
                    <a:cubicBezTo>
                      <a:pt x="26" y="4"/>
                      <a:pt x="32" y="0"/>
                      <a:pt x="32" y="1"/>
                    </a:cubicBezTo>
                    <a:cubicBezTo>
                      <a:pt x="32" y="2"/>
                      <a:pt x="29" y="5"/>
                      <a:pt x="29" y="6"/>
                    </a:cubicBezTo>
                    <a:cubicBezTo>
                      <a:pt x="27" y="7"/>
                      <a:pt x="25" y="7"/>
                      <a:pt x="23" y="7"/>
                    </a:cubicBezTo>
                    <a:cubicBezTo>
                      <a:pt x="18" y="6"/>
                      <a:pt x="14" y="7"/>
                      <a:pt x="10" y="7"/>
                    </a:cubicBezTo>
                    <a:cubicBezTo>
                      <a:pt x="7" y="6"/>
                      <a:pt x="6" y="7"/>
                      <a:pt x="6" y="10"/>
                    </a:cubicBezTo>
                    <a:cubicBezTo>
                      <a:pt x="6" y="13"/>
                      <a:pt x="9" y="13"/>
                      <a:pt x="10" y="15"/>
                    </a:cubicBezTo>
                    <a:cubicBezTo>
                      <a:pt x="11" y="17"/>
                      <a:pt x="12" y="15"/>
                      <a:pt x="13" y="14"/>
                    </a:cubicBezTo>
                    <a:cubicBezTo>
                      <a:pt x="13" y="13"/>
                      <a:pt x="20" y="12"/>
                      <a:pt x="20" y="13"/>
                    </a:cubicBezTo>
                    <a:cubicBezTo>
                      <a:pt x="21" y="13"/>
                      <a:pt x="18" y="16"/>
                      <a:pt x="17" y="16"/>
                    </a:cubicBezTo>
                    <a:cubicBezTo>
                      <a:pt x="15" y="18"/>
                      <a:pt x="15" y="18"/>
                      <a:pt x="13" y="17"/>
                    </a:cubicBezTo>
                    <a:cubicBezTo>
                      <a:pt x="13" y="17"/>
                      <a:pt x="14" y="20"/>
                      <a:pt x="14" y="20"/>
                    </a:cubicBezTo>
                    <a:cubicBezTo>
                      <a:pt x="15" y="21"/>
                      <a:pt x="18" y="23"/>
                      <a:pt x="18" y="25"/>
                    </a:cubicBezTo>
                    <a:cubicBezTo>
                      <a:pt x="18" y="26"/>
                      <a:pt x="18" y="27"/>
                      <a:pt x="19" y="28"/>
                    </a:cubicBezTo>
                    <a:cubicBezTo>
                      <a:pt x="19" y="28"/>
                      <a:pt x="21" y="30"/>
                      <a:pt x="22" y="30"/>
                    </a:cubicBezTo>
                    <a:cubicBezTo>
                      <a:pt x="20" y="31"/>
                      <a:pt x="15" y="33"/>
                      <a:pt x="13" y="32"/>
                    </a:cubicBezTo>
                    <a:cubicBezTo>
                      <a:pt x="13" y="31"/>
                      <a:pt x="14" y="33"/>
                      <a:pt x="13" y="3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3" name="Freeform 468">
                <a:extLst>
                  <a:ext uri="{FF2B5EF4-FFF2-40B4-BE49-F238E27FC236}">
                    <a16:creationId xmlns:a16="http://schemas.microsoft.com/office/drawing/2014/main" id="{42D5385E-7A42-EAA7-EFAF-0CCC7E43A2F7}"/>
                  </a:ext>
                </a:extLst>
              </p:cNvPr>
              <p:cNvSpPr>
                <a:spLocks/>
              </p:cNvSpPr>
              <p:nvPr/>
            </p:nvSpPr>
            <p:spPr bwMode="auto">
              <a:xfrm>
                <a:off x="17540962" y="8950247"/>
                <a:ext cx="73248" cy="140163"/>
              </a:xfrm>
              <a:custGeom>
                <a:avLst/>
                <a:gdLst>
                  <a:gd name="T0" fmla="*/ 3 w 8"/>
                  <a:gd name="T1" fmla="*/ 2 h 15"/>
                  <a:gd name="T2" fmla="*/ 3 w 8"/>
                  <a:gd name="T3" fmla="*/ 0 h 15"/>
                  <a:gd name="T4" fmla="*/ 0 w 8"/>
                  <a:gd name="T5" fmla="*/ 4 h 15"/>
                  <a:gd name="T6" fmla="*/ 1 w 8"/>
                  <a:gd name="T7" fmla="*/ 8 h 15"/>
                  <a:gd name="T8" fmla="*/ 2 w 8"/>
                  <a:gd name="T9" fmla="*/ 12 h 15"/>
                  <a:gd name="T10" fmla="*/ 5 w 8"/>
                  <a:gd name="T11" fmla="*/ 15 h 15"/>
                  <a:gd name="T12" fmla="*/ 4 w 8"/>
                  <a:gd name="T13" fmla="*/ 13 h 15"/>
                  <a:gd name="T14" fmla="*/ 3 w 8"/>
                  <a:gd name="T15" fmla="*/ 9 h 15"/>
                  <a:gd name="T16" fmla="*/ 7 w 8"/>
                  <a:gd name="T17" fmla="*/ 9 h 15"/>
                  <a:gd name="T18" fmla="*/ 5 w 8"/>
                  <a:gd name="T19" fmla="*/ 7 h 15"/>
                  <a:gd name="T20" fmla="*/ 6 w 8"/>
                  <a:gd name="T21" fmla="*/ 5 h 15"/>
                  <a:gd name="T22" fmla="*/ 2 w 8"/>
                  <a:gd name="T23" fmla="*/ 6 h 15"/>
                  <a:gd name="T24" fmla="*/ 3 w 8"/>
                  <a:gd name="T25" fmla="*/ 2 h 15"/>
                  <a:gd name="T26" fmla="*/ 3 w 8"/>
                  <a:gd name="T2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5">
                    <a:moveTo>
                      <a:pt x="3" y="2"/>
                    </a:moveTo>
                    <a:cubicBezTo>
                      <a:pt x="3" y="1"/>
                      <a:pt x="3" y="1"/>
                      <a:pt x="3" y="0"/>
                    </a:cubicBezTo>
                    <a:cubicBezTo>
                      <a:pt x="2" y="0"/>
                      <a:pt x="0" y="3"/>
                      <a:pt x="0" y="4"/>
                    </a:cubicBezTo>
                    <a:cubicBezTo>
                      <a:pt x="0" y="5"/>
                      <a:pt x="1" y="6"/>
                      <a:pt x="1" y="8"/>
                    </a:cubicBezTo>
                    <a:cubicBezTo>
                      <a:pt x="1" y="9"/>
                      <a:pt x="1" y="11"/>
                      <a:pt x="2" y="12"/>
                    </a:cubicBezTo>
                    <a:cubicBezTo>
                      <a:pt x="2" y="12"/>
                      <a:pt x="5" y="15"/>
                      <a:pt x="5" y="15"/>
                    </a:cubicBezTo>
                    <a:cubicBezTo>
                      <a:pt x="5" y="15"/>
                      <a:pt x="4" y="13"/>
                      <a:pt x="4" y="13"/>
                    </a:cubicBezTo>
                    <a:cubicBezTo>
                      <a:pt x="3" y="12"/>
                      <a:pt x="3" y="10"/>
                      <a:pt x="3" y="9"/>
                    </a:cubicBezTo>
                    <a:cubicBezTo>
                      <a:pt x="3" y="8"/>
                      <a:pt x="7" y="9"/>
                      <a:pt x="7" y="9"/>
                    </a:cubicBezTo>
                    <a:cubicBezTo>
                      <a:pt x="8" y="9"/>
                      <a:pt x="6" y="8"/>
                      <a:pt x="5" y="7"/>
                    </a:cubicBezTo>
                    <a:cubicBezTo>
                      <a:pt x="5" y="7"/>
                      <a:pt x="6" y="6"/>
                      <a:pt x="6" y="5"/>
                    </a:cubicBezTo>
                    <a:cubicBezTo>
                      <a:pt x="7" y="1"/>
                      <a:pt x="3" y="6"/>
                      <a:pt x="2" y="6"/>
                    </a:cubicBezTo>
                    <a:cubicBezTo>
                      <a:pt x="2" y="6"/>
                      <a:pt x="4" y="3"/>
                      <a:pt x="3" y="2"/>
                    </a:cubicBezTo>
                    <a:cubicBezTo>
                      <a:pt x="3" y="1"/>
                      <a:pt x="4" y="3"/>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4" name="Freeform 469">
                <a:extLst>
                  <a:ext uri="{FF2B5EF4-FFF2-40B4-BE49-F238E27FC236}">
                    <a16:creationId xmlns:a16="http://schemas.microsoft.com/office/drawing/2014/main" id="{014A1FE2-A623-5F7E-72EB-FE1394D2ECB0}"/>
                  </a:ext>
                </a:extLst>
              </p:cNvPr>
              <p:cNvSpPr>
                <a:spLocks/>
              </p:cNvSpPr>
              <p:nvPr/>
            </p:nvSpPr>
            <p:spPr bwMode="auto">
              <a:xfrm>
                <a:off x="17579182" y="8931136"/>
                <a:ext cx="25477" cy="19114"/>
              </a:xfrm>
              <a:custGeom>
                <a:avLst/>
                <a:gdLst>
                  <a:gd name="T0" fmla="*/ 1 w 3"/>
                  <a:gd name="T1" fmla="*/ 2 h 2"/>
                  <a:gd name="T2" fmla="*/ 2 w 3"/>
                  <a:gd name="T3" fmla="*/ 0 h 2"/>
                  <a:gd name="T4" fmla="*/ 1 w 3"/>
                  <a:gd name="T5" fmla="*/ 2 h 2"/>
                </a:gdLst>
                <a:ahLst/>
                <a:cxnLst>
                  <a:cxn ang="0">
                    <a:pos x="T0" y="T1"/>
                  </a:cxn>
                  <a:cxn ang="0">
                    <a:pos x="T2" y="T3"/>
                  </a:cxn>
                  <a:cxn ang="0">
                    <a:pos x="T4" y="T5"/>
                  </a:cxn>
                </a:cxnLst>
                <a:rect l="0" t="0" r="r" b="b"/>
                <a:pathLst>
                  <a:path w="3" h="2">
                    <a:moveTo>
                      <a:pt x="1" y="2"/>
                    </a:moveTo>
                    <a:cubicBezTo>
                      <a:pt x="0" y="2"/>
                      <a:pt x="1" y="0"/>
                      <a:pt x="2" y="0"/>
                    </a:cubicBezTo>
                    <a:cubicBezTo>
                      <a:pt x="3" y="0"/>
                      <a:pt x="2" y="2"/>
                      <a:pt x="1"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5" name="Freeform 470">
                <a:extLst>
                  <a:ext uri="{FF2B5EF4-FFF2-40B4-BE49-F238E27FC236}">
                    <a16:creationId xmlns:a16="http://schemas.microsoft.com/office/drawing/2014/main" id="{CF3828F8-E718-084B-5E61-D53F25E04301}"/>
                  </a:ext>
                </a:extLst>
              </p:cNvPr>
              <p:cNvSpPr>
                <a:spLocks/>
              </p:cNvSpPr>
              <p:nvPr/>
            </p:nvSpPr>
            <p:spPr bwMode="auto">
              <a:xfrm>
                <a:off x="17681092" y="9052186"/>
                <a:ext cx="44586" cy="19114"/>
              </a:xfrm>
              <a:custGeom>
                <a:avLst/>
                <a:gdLst>
                  <a:gd name="T0" fmla="*/ 5 w 5"/>
                  <a:gd name="T1" fmla="*/ 1 h 2"/>
                  <a:gd name="T2" fmla="*/ 0 w 5"/>
                  <a:gd name="T3" fmla="*/ 1 h 2"/>
                  <a:gd name="T4" fmla="*/ 5 w 5"/>
                  <a:gd name="T5" fmla="*/ 1 h 2"/>
                </a:gdLst>
                <a:ahLst/>
                <a:cxnLst>
                  <a:cxn ang="0">
                    <a:pos x="T0" y="T1"/>
                  </a:cxn>
                  <a:cxn ang="0">
                    <a:pos x="T2" y="T3"/>
                  </a:cxn>
                  <a:cxn ang="0">
                    <a:pos x="T4" y="T5"/>
                  </a:cxn>
                </a:cxnLst>
                <a:rect l="0" t="0" r="r" b="b"/>
                <a:pathLst>
                  <a:path w="5" h="2">
                    <a:moveTo>
                      <a:pt x="5" y="1"/>
                    </a:moveTo>
                    <a:cubicBezTo>
                      <a:pt x="5" y="0"/>
                      <a:pt x="0" y="0"/>
                      <a:pt x="0" y="1"/>
                    </a:cubicBezTo>
                    <a:cubicBezTo>
                      <a:pt x="0" y="1"/>
                      <a:pt x="5" y="2"/>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6" name="Freeform 471">
                <a:extLst>
                  <a:ext uri="{FF2B5EF4-FFF2-40B4-BE49-F238E27FC236}">
                    <a16:creationId xmlns:a16="http://schemas.microsoft.com/office/drawing/2014/main" id="{6CCD843D-D424-4282-338B-962C0767ACCC}"/>
                  </a:ext>
                </a:extLst>
              </p:cNvPr>
              <p:cNvSpPr>
                <a:spLocks/>
              </p:cNvSpPr>
              <p:nvPr/>
            </p:nvSpPr>
            <p:spPr bwMode="auto">
              <a:xfrm>
                <a:off x="17690647" y="9061741"/>
                <a:ext cx="175160" cy="105124"/>
              </a:xfrm>
              <a:custGeom>
                <a:avLst/>
                <a:gdLst>
                  <a:gd name="T0" fmla="*/ 10 w 19"/>
                  <a:gd name="T1" fmla="*/ 1 h 11"/>
                  <a:gd name="T2" fmla="*/ 4 w 19"/>
                  <a:gd name="T3" fmla="*/ 3 h 11"/>
                  <a:gd name="T4" fmla="*/ 3 w 19"/>
                  <a:gd name="T5" fmla="*/ 4 h 11"/>
                  <a:gd name="T6" fmla="*/ 1 w 19"/>
                  <a:gd name="T7" fmla="*/ 3 h 11"/>
                  <a:gd name="T8" fmla="*/ 3 w 19"/>
                  <a:gd name="T9" fmla="*/ 6 h 11"/>
                  <a:gd name="T10" fmla="*/ 6 w 19"/>
                  <a:gd name="T11" fmla="*/ 7 h 11"/>
                  <a:gd name="T12" fmla="*/ 9 w 19"/>
                  <a:gd name="T13" fmla="*/ 10 h 11"/>
                  <a:gd name="T14" fmla="*/ 14 w 19"/>
                  <a:gd name="T15" fmla="*/ 10 h 11"/>
                  <a:gd name="T16" fmla="*/ 18 w 19"/>
                  <a:gd name="T17" fmla="*/ 5 h 11"/>
                  <a:gd name="T18" fmla="*/ 15 w 19"/>
                  <a:gd name="T19" fmla="*/ 2 h 11"/>
                  <a:gd name="T20" fmla="*/ 10 w 19"/>
                  <a:gd name="T21" fmla="*/ 1 h 11"/>
                  <a:gd name="T22" fmla="*/ 10 w 19"/>
                  <a:gd name="T23"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11">
                    <a:moveTo>
                      <a:pt x="10" y="1"/>
                    </a:moveTo>
                    <a:cubicBezTo>
                      <a:pt x="9" y="0"/>
                      <a:pt x="5" y="2"/>
                      <a:pt x="4" y="3"/>
                    </a:cubicBezTo>
                    <a:cubicBezTo>
                      <a:pt x="3" y="3"/>
                      <a:pt x="4" y="3"/>
                      <a:pt x="3" y="4"/>
                    </a:cubicBezTo>
                    <a:cubicBezTo>
                      <a:pt x="3" y="5"/>
                      <a:pt x="2" y="3"/>
                      <a:pt x="1" y="3"/>
                    </a:cubicBezTo>
                    <a:cubicBezTo>
                      <a:pt x="0" y="3"/>
                      <a:pt x="2" y="6"/>
                      <a:pt x="3" y="6"/>
                    </a:cubicBezTo>
                    <a:cubicBezTo>
                      <a:pt x="3" y="7"/>
                      <a:pt x="5" y="7"/>
                      <a:pt x="6" y="7"/>
                    </a:cubicBezTo>
                    <a:cubicBezTo>
                      <a:pt x="8" y="7"/>
                      <a:pt x="8" y="9"/>
                      <a:pt x="9" y="10"/>
                    </a:cubicBezTo>
                    <a:cubicBezTo>
                      <a:pt x="10" y="11"/>
                      <a:pt x="13" y="10"/>
                      <a:pt x="14" y="10"/>
                    </a:cubicBezTo>
                    <a:cubicBezTo>
                      <a:pt x="18" y="10"/>
                      <a:pt x="19" y="8"/>
                      <a:pt x="18" y="5"/>
                    </a:cubicBezTo>
                    <a:cubicBezTo>
                      <a:pt x="18" y="3"/>
                      <a:pt x="17" y="2"/>
                      <a:pt x="15" y="2"/>
                    </a:cubicBezTo>
                    <a:cubicBezTo>
                      <a:pt x="14" y="2"/>
                      <a:pt x="12" y="1"/>
                      <a:pt x="10" y="1"/>
                    </a:cubicBezTo>
                    <a:cubicBezTo>
                      <a:pt x="10" y="1"/>
                      <a:pt x="11" y="1"/>
                      <a:pt x="10"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7" name="Freeform 472">
                <a:extLst>
                  <a:ext uri="{FF2B5EF4-FFF2-40B4-BE49-F238E27FC236}">
                    <a16:creationId xmlns:a16="http://schemas.microsoft.com/office/drawing/2014/main" id="{E30DF6F2-531F-3A0E-090A-5C3D0FC3FAF8}"/>
                  </a:ext>
                </a:extLst>
              </p:cNvPr>
              <p:cNvSpPr>
                <a:spLocks/>
              </p:cNvSpPr>
              <p:nvPr/>
            </p:nvSpPr>
            <p:spPr bwMode="auto">
              <a:xfrm>
                <a:off x="18521857" y="9240134"/>
                <a:ext cx="194268" cy="111494"/>
              </a:xfrm>
              <a:custGeom>
                <a:avLst/>
                <a:gdLst>
                  <a:gd name="T0" fmla="*/ 0 w 21"/>
                  <a:gd name="T1" fmla="*/ 8 h 12"/>
                  <a:gd name="T2" fmla="*/ 6 w 21"/>
                  <a:gd name="T3" fmla="*/ 8 h 12"/>
                  <a:gd name="T4" fmla="*/ 9 w 21"/>
                  <a:gd name="T5" fmla="*/ 7 h 12"/>
                  <a:gd name="T6" fmla="*/ 13 w 21"/>
                  <a:gd name="T7" fmla="*/ 7 h 12"/>
                  <a:gd name="T8" fmla="*/ 14 w 21"/>
                  <a:gd name="T9" fmla="*/ 5 h 12"/>
                  <a:gd name="T10" fmla="*/ 17 w 21"/>
                  <a:gd name="T11" fmla="*/ 3 h 12"/>
                  <a:gd name="T12" fmla="*/ 20 w 21"/>
                  <a:gd name="T13" fmla="*/ 4 h 12"/>
                  <a:gd name="T14" fmla="*/ 18 w 21"/>
                  <a:gd name="T15" fmla="*/ 7 h 12"/>
                  <a:gd name="T16" fmla="*/ 11 w 21"/>
                  <a:gd name="T17" fmla="*/ 11 h 12"/>
                  <a:gd name="T18" fmla="*/ 0 w 21"/>
                  <a:gd name="T19" fmla="*/ 8 h 12"/>
                  <a:gd name="T20" fmla="*/ 0 w 21"/>
                  <a:gd name="T21"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2">
                    <a:moveTo>
                      <a:pt x="0" y="8"/>
                    </a:moveTo>
                    <a:cubicBezTo>
                      <a:pt x="1" y="7"/>
                      <a:pt x="5" y="8"/>
                      <a:pt x="6" y="8"/>
                    </a:cubicBezTo>
                    <a:cubicBezTo>
                      <a:pt x="7" y="8"/>
                      <a:pt x="8" y="6"/>
                      <a:pt x="9" y="7"/>
                    </a:cubicBezTo>
                    <a:cubicBezTo>
                      <a:pt x="10" y="8"/>
                      <a:pt x="12" y="8"/>
                      <a:pt x="13" y="7"/>
                    </a:cubicBezTo>
                    <a:cubicBezTo>
                      <a:pt x="13" y="6"/>
                      <a:pt x="14" y="5"/>
                      <a:pt x="14" y="5"/>
                    </a:cubicBezTo>
                    <a:cubicBezTo>
                      <a:pt x="15" y="5"/>
                      <a:pt x="17" y="5"/>
                      <a:pt x="17" y="3"/>
                    </a:cubicBezTo>
                    <a:cubicBezTo>
                      <a:pt x="17" y="0"/>
                      <a:pt x="21" y="2"/>
                      <a:pt x="20" y="4"/>
                    </a:cubicBezTo>
                    <a:cubicBezTo>
                      <a:pt x="19" y="5"/>
                      <a:pt x="18" y="7"/>
                      <a:pt x="18" y="7"/>
                    </a:cubicBezTo>
                    <a:cubicBezTo>
                      <a:pt x="15" y="8"/>
                      <a:pt x="14" y="10"/>
                      <a:pt x="11" y="11"/>
                    </a:cubicBezTo>
                    <a:cubicBezTo>
                      <a:pt x="9" y="12"/>
                      <a:pt x="0" y="11"/>
                      <a:pt x="0" y="8"/>
                    </a:cubicBezTo>
                    <a:cubicBezTo>
                      <a:pt x="0" y="7"/>
                      <a:pt x="0" y="10"/>
                      <a:pt x="0"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8" name="Freeform 473">
                <a:extLst>
                  <a:ext uri="{FF2B5EF4-FFF2-40B4-BE49-F238E27FC236}">
                    <a16:creationId xmlns:a16="http://schemas.microsoft.com/office/drawing/2014/main" id="{087973E0-DCB2-0095-B2BD-F4EB482172C3}"/>
                  </a:ext>
                </a:extLst>
              </p:cNvPr>
              <p:cNvSpPr>
                <a:spLocks/>
              </p:cNvSpPr>
              <p:nvPr/>
            </p:nvSpPr>
            <p:spPr bwMode="auto">
              <a:xfrm>
                <a:off x="18802113" y="9297472"/>
                <a:ext cx="82803" cy="101936"/>
              </a:xfrm>
              <a:custGeom>
                <a:avLst/>
                <a:gdLst>
                  <a:gd name="T0" fmla="*/ 1 w 9"/>
                  <a:gd name="T1" fmla="*/ 0 h 11"/>
                  <a:gd name="T2" fmla="*/ 8 w 9"/>
                  <a:gd name="T3" fmla="*/ 8 h 11"/>
                  <a:gd name="T4" fmla="*/ 5 w 9"/>
                  <a:gd name="T5" fmla="*/ 4 h 11"/>
                  <a:gd name="T6" fmla="*/ 1 w 9"/>
                  <a:gd name="T7" fmla="*/ 0 h 11"/>
                  <a:gd name="T8" fmla="*/ 1 w 9"/>
                  <a:gd name="T9" fmla="*/ 0 h 11"/>
                </a:gdLst>
                <a:ahLst/>
                <a:cxnLst>
                  <a:cxn ang="0">
                    <a:pos x="T0" y="T1"/>
                  </a:cxn>
                  <a:cxn ang="0">
                    <a:pos x="T2" y="T3"/>
                  </a:cxn>
                  <a:cxn ang="0">
                    <a:pos x="T4" y="T5"/>
                  </a:cxn>
                  <a:cxn ang="0">
                    <a:pos x="T6" y="T7"/>
                  </a:cxn>
                  <a:cxn ang="0">
                    <a:pos x="T8" y="T9"/>
                  </a:cxn>
                </a:cxnLst>
                <a:rect l="0" t="0" r="r" b="b"/>
                <a:pathLst>
                  <a:path w="9" h="11">
                    <a:moveTo>
                      <a:pt x="1" y="0"/>
                    </a:moveTo>
                    <a:cubicBezTo>
                      <a:pt x="0" y="1"/>
                      <a:pt x="5" y="11"/>
                      <a:pt x="8" y="8"/>
                    </a:cubicBezTo>
                    <a:cubicBezTo>
                      <a:pt x="9" y="6"/>
                      <a:pt x="6" y="4"/>
                      <a:pt x="5" y="4"/>
                    </a:cubicBezTo>
                    <a:cubicBezTo>
                      <a:pt x="4" y="3"/>
                      <a:pt x="1" y="0"/>
                      <a:pt x="1" y="0"/>
                    </a:cubicBezTo>
                    <a:cubicBezTo>
                      <a:pt x="0" y="1"/>
                      <a:pt x="2" y="0"/>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79" name="Freeform 474">
                <a:extLst>
                  <a:ext uri="{FF2B5EF4-FFF2-40B4-BE49-F238E27FC236}">
                    <a16:creationId xmlns:a16="http://schemas.microsoft.com/office/drawing/2014/main" id="{66A28841-3EB8-A94B-0A40-5E5C3594568A}"/>
                  </a:ext>
                </a:extLst>
              </p:cNvPr>
              <p:cNvSpPr>
                <a:spLocks/>
              </p:cNvSpPr>
              <p:nvPr/>
            </p:nvSpPr>
            <p:spPr bwMode="auto">
              <a:xfrm>
                <a:off x="19044149" y="9485423"/>
                <a:ext cx="54139" cy="54153"/>
              </a:xfrm>
              <a:custGeom>
                <a:avLst/>
                <a:gdLst>
                  <a:gd name="T0" fmla="*/ 6 w 6"/>
                  <a:gd name="T1" fmla="*/ 4 h 6"/>
                  <a:gd name="T2" fmla="*/ 1 w 6"/>
                  <a:gd name="T3" fmla="*/ 2 h 6"/>
                  <a:gd name="T4" fmla="*/ 6 w 6"/>
                  <a:gd name="T5" fmla="*/ 4 h 6"/>
                  <a:gd name="T6" fmla="*/ 6 w 6"/>
                  <a:gd name="T7" fmla="*/ 4 h 6"/>
                </a:gdLst>
                <a:ahLst/>
                <a:cxnLst>
                  <a:cxn ang="0">
                    <a:pos x="T0" y="T1"/>
                  </a:cxn>
                  <a:cxn ang="0">
                    <a:pos x="T2" y="T3"/>
                  </a:cxn>
                  <a:cxn ang="0">
                    <a:pos x="T4" y="T5"/>
                  </a:cxn>
                  <a:cxn ang="0">
                    <a:pos x="T6" y="T7"/>
                  </a:cxn>
                </a:cxnLst>
                <a:rect l="0" t="0" r="r" b="b"/>
                <a:pathLst>
                  <a:path w="6" h="6">
                    <a:moveTo>
                      <a:pt x="6" y="4"/>
                    </a:moveTo>
                    <a:cubicBezTo>
                      <a:pt x="6" y="2"/>
                      <a:pt x="0" y="0"/>
                      <a:pt x="1" y="2"/>
                    </a:cubicBezTo>
                    <a:cubicBezTo>
                      <a:pt x="1" y="3"/>
                      <a:pt x="6" y="5"/>
                      <a:pt x="6" y="4"/>
                    </a:cubicBezTo>
                    <a:cubicBezTo>
                      <a:pt x="6" y="3"/>
                      <a:pt x="6" y="6"/>
                      <a:pt x="6"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0" name="Freeform 475">
                <a:extLst>
                  <a:ext uri="{FF2B5EF4-FFF2-40B4-BE49-F238E27FC236}">
                    <a16:creationId xmlns:a16="http://schemas.microsoft.com/office/drawing/2014/main" id="{A3276D0F-3A93-4914-1CEF-2505EB1478AC}"/>
                  </a:ext>
                </a:extLst>
              </p:cNvPr>
              <p:cNvSpPr>
                <a:spLocks/>
              </p:cNvSpPr>
              <p:nvPr/>
            </p:nvSpPr>
            <p:spPr bwMode="auto">
              <a:xfrm>
                <a:off x="18986825" y="9399411"/>
                <a:ext cx="85988" cy="57338"/>
              </a:xfrm>
              <a:custGeom>
                <a:avLst/>
                <a:gdLst>
                  <a:gd name="T0" fmla="*/ 8 w 9"/>
                  <a:gd name="T1" fmla="*/ 6 h 6"/>
                  <a:gd name="T2" fmla="*/ 0 w 9"/>
                  <a:gd name="T3" fmla="*/ 1 h 6"/>
                  <a:gd name="T4" fmla="*/ 3 w 9"/>
                  <a:gd name="T5" fmla="*/ 4 h 6"/>
                  <a:gd name="T6" fmla="*/ 8 w 9"/>
                  <a:gd name="T7" fmla="*/ 6 h 6"/>
                  <a:gd name="T8" fmla="*/ 8 w 9"/>
                  <a:gd name="T9" fmla="*/ 6 h 6"/>
                </a:gdLst>
                <a:ahLst/>
                <a:cxnLst>
                  <a:cxn ang="0">
                    <a:pos x="T0" y="T1"/>
                  </a:cxn>
                  <a:cxn ang="0">
                    <a:pos x="T2" y="T3"/>
                  </a:cxn>
                  <a:cxn ang="0">
                    <a:pos x="T4" y="T5"/>
                  </a:cxn>
                  <a:cxn ang="0">
                    <a:pos x="T6" y="T7"/>
                  </a:cxn>
                  <a:cxn ang="0">
                    <a:pos x="T8" y="T9"/>
                  </a:cxn>
                </a:cxnLst>
                <a:rect l="0" t="0" r="r" b="b"/>
                <a:pathLst>
                  <a:path w="9" h="6">
                    <a:moveTo>
                      <a:pt x="8" y="6"/>
                    </a:moveTo>
                    <a:cubicBezTo>
                      <a:pt x="6" y="5"/>
                      <a:pt x="3" y="0"/>
                      <a:pt x="0" y="1"/>
                    </a:cubicBezTo>
                    <a:cubicBezTo>
                      <a:pt x="0" y="2"/>
                      <a:pt x="3" y="3"/>
                      <a:pt x="3" y="4"/>
                    </a:cubicBezTo>
                    <a:cubicBezTo>
                      <a:pt x="5" y="4"/>
                      <a:pt x="6" y="5"/>
                      <a:pt x="8" y="6"/>
                    </a:cubicBezTo>
                    <a:cubicBezTo>
                      <a:pt x="9" y="6"/>
                      <a:pt x="6" y="5"/>
                      <a:pt x="8"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1" name="Freeform 476">
                <a:extLst>
                  <a:ext uri="{FF2B5EF4-FFF2-40B4-BE49-F238E27FC236}">
                    <a16:creationId xmlns:a16="http://schemas.microsoft.com/office/drawing/2014/main" id="{15C71425-5C8A-78CE-9568-71CCD0743D42}"/>
                  </a:ext>
                </a:extLst>
              </p:cNvPr>
              <p:cNvSpPr>
                <a:spLocks/>
              </p:cNvSpPr>
              <p:nvPr/>
            </p:nvSpPr>
            <p:spPr bwMode="auto">
              <a:xfrm>
                <a:off x="18904022" y="9361183"/>
                <a:ext cx="38217" cy="47785"/>
              </a:xfrm>
              <a:custGeom>
                <a:avLst/>
                <a:gdLst>
                  <a:gd name="T0" fmla="*/ 4 w 4"/>
                  <a:gd name="T1" fmla="*/ 4 h 5"/>
                  <a:gd name="T2" fmla="*/ 0 w 4"/>
                  <a:gd name="T3" fmla="*/ 0 h 5"/>
                  <a:gd name="T4" fmla="*/ 4 w 4"/>
                  <a:gd name="T5" fmla="*/ 4 h 5"/>
                </a:gdLst>
                <a:ahLst/>
                <a:cxnLst>
                  <a:cxn ang="0">
                    <a:pos x="T0" y="T1"/>
                  </a:cxn>
                  <a:cxn ang="0">
                    <a:pos x="T2" y="T3"/>
                  </a:cxn>
                  <a:cxn ang="0">
                    <a:pos x="T4" y="T5"/>
                  </a:cxn>
                </a:cxnLst>
                <a:rect l="0" t="0" r="r" b="b"/>
                <a:pathLst>
                  <a:path w="4" h="5">
                    <a:moveTo>
                      <a:pt x="4" y="4"/>
                    </a:moveTo>
                    <a:cubicBezTo>
                      <a:pt x="4" y="2"/>
                      <a:pt x="0" y="0"/>
                      <a:pt x="0" y="0"/>
                    </a:cubicBezTo>
                    <a:cubicBezTo>
                      <a:pt x="0" y="1"/>
                      <a:pt x="4" y="5"/>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2" name="Freeform 477">
                <a:extLst>
                  <a:ext uri="{FF2B5EF4-FFF2-40B4-BE49-F238E27FC236}">
                    <a16:creationId xmlns:a16="http://schemas.microsoft.com/office/drawing/2014/main" id="{54D0DD3E-A6E1-7CF0-A842-2C11107DB47B}"/>
                  </a:ext>
                </a:extLst>
              </p:cNvPr>
              <p:cNvSpPr>
                <a:spLocks/>
              </p:cNvSpPr>
              <p:nvPr/>
            </p:nvSpPr>
            <p:spPr bwMode="auto">
              <a:xfrm>
                <a:off x="19247970" y="10017406"/>
                <a:ext cx="149680" cy="111494"/>
              </a:xfrm>
              <a:custGeom>
                <a:avLst/>
                <a:gdLst>
                  <a:gd name="T0" fmla="*/ 15 w 16"/>
                  <a:gd name="T1" fmla="*/ 11 h 12"/>
                  <a:gd name="T2" fmla="*/ 2 w 16"/>
                  <a:gd name="T3" fmla="*/ 0 h 12"/>
                  <a:gd name="T4" fmla="*/ 15 w 16"/>
                  <a:gd name="T5" fmla="*/ 11 h 12"/>
                </a:gdLst>
                <a:ahLst/>
                <a:cxnLst>
                  <a:cxn ang="0">
                    <a:pos x="T0" y="T1"/>
                  </a:cxn>
                  <a:cxn ang="0">
                    <a:pos x="T2" y="T3"/>
                  </a:cxn>
                  <a:cxn ang="0">
                    <a:pos x="T4" y="T5"/>
                  </a:cxn>
                </a:cxnLst>
                <a:rect l="0" t="0" r="r" b="b"/>
                <a:pathLst>
                  <a:path w="16" h="12">
                    <a:moveTo>
                      <a:pt x="15" y="11"/>
                    </a:moveTo>
                    <a:cubicBezTo>
                      <a:pt x="16" y="12"/>
                      <a:pt x="3" y="0"/>
                      <a:pt x="2" y="0"/>
                    </a:cubicBezTo>
                    <a:cubicBezTo>
                      <a:pt x="0" y="0"/>
                      <a:pt x="7" y="9"/>
                      <a:pt x="15" y="1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3" name="Freeform 478">
                <a:extLst>
                  <a:ext uri="{FF2B5EF4-FFF2-40B4-BE49-F238E27FC236}">
                    <a16:creationId xmlns:a16="http://schemas.microsoft.com/office/drawing/2014/main" id="{B4AF4EE4-A777-65E1-96A8-20C7944E71B7}"/>
                  </a:ext>
                </a:extLst>
              </p:cNvPr>
              <p:cNvSpPr>
                <a:spLocks/>
              </p:cNvSpPr>
              <p:nvPr/>
            </p:nvSpPr>
            <p:spPr bwMode="auto">
              <a:xfrm>
                <a:off x="19649244" y="10727782"/>
                <a:ext cx="105096" cy="130608"/>
              </a:xfrm>
              <a:custGeom>
                <a:avLst/>
                <a:gdLst>
                  <a:gd name="T0" fmla="*/ 11 w 11"/>
                  <a:gd name="T1" fmla="*/ 14 h 14"/>
                  <a:gd name="T2" fmla="*/ 9 w 11"/>
                  <a:gd name="T3" fmla="*/ 10 h 14"/>
                  <a:gd name="T4" fmla="*/ 9 w 11"/>
                  <a:gd name="T5" fmla="*/ 7 h 14"/>
                  <a:gd name="T6" fmla="*/ 0 w 11"/>
                  <a:gd name="T7" fmla="*/ 0 h 14"/>
                  <a:gd name="T8" fmla="*/ 3 w 11"/>
                  <a:gd name="T9" fmla="*/ 4 h 14"/>
                  <a:gd name="T10" fmla="*/ 5 w 11"/>
                  <a:gd name="T11" fmla="*/ 8 h 14"/>
                  <a:gd name="T12" fmla="*/ 8 w 11"/>
                  <a:gd name="T13" fmla="*/ 11 h 14"/>
                  <a:gd name="T14" fmla="*/ 11 w 11"/>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4">
                    <a:moveTo>
                      <a:pt x="11" y="14"/>
                    </a:moveTo>
                    <a:cubicBezTo>
                      <a:pt x="10" y="12"/>
                      <a:pt x="11" y="11"/>
                      <a:pt x="9" y="10"/>
                    </a:cubicBezTo>
                    <a:cubicBezTo>
                      <a:pt x="8" y="8"/>
                      <a:pt x="9" y="8"/>
                      <a:pt x="9" y="7"/>
                    </a:cubicBezTo>
                    <a:cubicBezTo>
                      <a:pt x="8" y="5"/>
                      <a:pt x="0" y="1"/>
                      <a:pt x="0" y="0"/>
                    </a:cubicBezTo>
                    <a:cubicBezTo>
                      <a:pt x="0" y="1"/>
                      <a:pt x="3" y="3"/>
                      <a:pt x="3" y="4"/>
                    </a:cubicBezTo>
                    <a:cubicBezTo>
                      <a:pt x="4" y="6"/>
                      <a:pt x="4" y="7"/>
                      <a:pt x="5" y="8"/>
                    </a:cubicBezTo>
                    <a:cubicBezTo>
                      <a:pt x="6" y="9"/>
                      <a:pt x="9" y="10"/>
                      <a:pt x="8" y="11"/>
                    </a:cubicBezTo>
                    <a:cubicBezTo>
                      <a:pt x="8" y="13"/>
                      <a:pt x="9" y="13"/>
                      <a:pt x="11" y="1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4" name="Freeform 479">
                <a:extLst>
                  <a:ext uri="{FF2B5EF4-FFF2-40B4-BE49-F238E27FC236}">
                    <a16:creationId xmlns:a16="http://schemas.microsoft.com/office/drawing/2014/main" id="{F2F5C46D-5C56-77D8-9960-AAA0ED2DB265}"/>
                  </a:ext>
                </a:extLst>
              </p:cNvPr>
              <p:cNvSpPr>
                <a:spLocks/>
              </p:cNvSpPr>
              <p:nvPr/>
            </p:nvSpPr>
            <p:spPr bwMode="auto">
              <a:xfrm>
                <a:off x="19677908" y="10848834"/>
                <a:ext cx="242036" cy="283514"/>
              </a:xfrm>
              <a:custGeom>
                <a:avLst/>
                <a:gdLst>
                  <a:gd name="T0" fmla="*/ 8 w 26"/>
                  <a:gd name="T1" fmla="*/ 2 h 30"/>
                  <a:gd name="T2" fmla="*/ 7 w 26"/>
                  <a:gd name="T3" fmla="*/ 11 h 30"/>
                  <a:gd name="T4" fmla="*/ 5 w 26"/>
                  <a:gd name="T5" fmla="*/ 18 h 30"/>
                  <a:gd name="T6" fmla="*/ 9 w 26"/>
                  <a:gd name="T7" fmla="*/ 25 h 30"/>
                  <a:gd name="T8" fmla="*/ 14 w 26"/>
                  <a:gd name="T9" fmla="*/ 26 h 30"/>
                  <a:gd name="T10" fmla="*/ 17 w 26"/>
                  <a:gd name="T11" fmla="*/ 22 h 30"/>
                  <a:gd name="T12" fmla="*/ 18 w 26"/>
                  <a:gd name="T13" fmla="*/ 16 h 30"/>
                  <a:gd name="T14" fmla="*/ 22 w 26"/>
                  <a:gd name="T15" fmla="*/ 14 h 30"/>
                  <a:gd name="T16" fmla="*/ 26 w 26"/>
                  <a:gd name="T17" fmla="*/ 10 h 30"/>
                  <a:gd name="T18" fmla="*/ 25 w 26"/>
                  <a:gd name="T19" fmla="*/ 6 h 30"/>
                  <a:gd name="T20" fmla="*/ 20 w 26"/>
                  <a:gd name="T21" fmla="*/ 8 h 30"/>
                  <a:gd name="T22" fmla="*/ 14 w 26"/>
                  <a:gd name="T23" fmla="*/ 5 h 30"/>
                  <a:gd name="T24" fmla="*/ 11 w 26"/>
                  <a:gd name="T25" fmla="*/ 0 h 30"/>
                  <a:gd name="T26" fmla="*/ 11 w 26"/>
                  <a:gd name="T27" fmla="*/ 3 h 30"/>
                  <a:gd name="T28" fmla="*/ 8 w 26"/>
                  <a:gd name="T29" fmla="*/ 2 h 30"/>
                  <a:gd name="T30" fmla="*/ 8 w 26"/>
                  <a:gd name="T31"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30">
                    <a:moveTo>
                      <a:pt x="8" y="2"/>
                    </a:moveTo>
                    <a:cubicBezTo>
                      <a:pt x="7" y="2"/>
                      <a:pt x="7" y="9"/>
                      <a:pt x="7" y="11"/>
                    </a:cubicBezTo>
                    <a:cubicBezTo>
                      <a:pt x="6" y="13"/>
                      <a:pt x="0" y="16"/>
                      <a:pt x="5" y="18"/>
                    </a:cubicBezTo>
                    <a:cubicBezTo>
                      <a:pt x="8" y="19"/>
                      <a:pt x="11" y="21"/>
                      <a:pt x="9" y="25"/>
                    </a:cubicBezTo>
                    <a:cubicBezTo>
                      <a:pt x="6" y="30"/>
                      <a:pt x="11" y="29"/>
                      <a:pt x="14" y="26"/>
                    </a:cubicBezTo>
                    <a:cubicBezTo>
                      <a:pt x="15" y="25"/>
                      <a:pt x="16" y="23"/>
                      <a:pt x="17" y="22"/>
                    </a:cubicBezTo>
                    <a:cubicBezTo>
                      <a:pt x="19" y="19"/>
                      <a:pt x="18" y="19"/>
                      <a:pt x="18" y="16"/>
                    </a:cubicBezTo>
                    <a:cubicBezTo>
                      <a:pt x="19" y="14"/>
                      <a:pt x="21" y="14"/>
                      <a:pt x="22" y="14"/>
                    </a:cubicBezTo>
                    <a:cubicBezTo>
                      <a:pt x="23" y="15"/>
                      <a:pt x="25" y="11"/>
                      <a:pt x="26" y="10"/>
                    </a:cubicBezTo>
                    <a:cubicBezTo>
                      <a:pt x="26" y="9"/>
                      <a:pt x="26" y="6"/>
                      <a:pt x="25" y="6"/>
                    </a:cubicBezTo>
                    <a:cubicBezTo>
                      <a:pt x="23" y="6"/>
                      <a:pt x="21" y="8"/>
                      <a:pt x="20" y="8"/>
                    </a:cubicBezTo>
                    <a:cubicBezTo>
                      <a:pt x="18" y="8"/>
                      <a:pt x="15" y="7"/>
                      <a:pt x="14" y="5"/>
                    </a:cubicBezTo>
                    <a:cubicBezTo>
                      <a:pt x="13" y="4"/>
                      <a:pt x="13" y="0"/>
                      <a:pt x="11" y="0"/>
                    </a:cubicBezTo>
                    <a:cubicBezTo>
                      <a:pt x="11" y="0"/>
                      <a:pt x="11" y="3"/>
                      <a:pt x="11" y="3"/>
                    </a:cubicBezTo>
                    <a:cubicBezTo>
                      <a:pt x="10" y="3"/>
                      <a:pt x="9" y="1"/>
                      <a:pt x="8" y="2"/>
                    </a:cubicBezTo>
                    <a:cubicBezTo>
                      <a:pt x="7" y="2"/>
                      <a:pt x="9" y="1"/>
                      <a:pt x="8"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5" name="Freeform 480">
                <a:extLst>
                  <a:ext uri="{FF2B5EF4-FFF2-40B4-BE49-F238E27FC236}">
                    <a16:creationId xmlns:a16="http://schemas.microsoft.com/office/drawing/2014/main" id="{D20BDCAD-30F7-1A74-6051-FE4C81A41519}"/>
                  </a:ext>
                </a:extLst>
              </p:cNvPr>
              <p:cNvSpPr>
                <a:spLocks/>
              </p:cNvSpPr>
              <p:nvPr/>
            </p:nvSpPr>
            <p:spPr bwMode="auto">
              <a:xfrm>
                <a:off x="19359438" y="11055894"/>
                <a:ext cx="366243" cy="356781"/>
              </a:xfrm>
              <a:custGeom>
                <a:avLst/>
                <a:gdLst>
                  <a:gd name="T0" fmla="*/ 33 w 39"/>
                  <a:gd name="T1" fmla="*/ 4 h 38"/>
                  <a:gd name="T2" fmla="*/ 30 w 39"/>
                  <a:gd name="T3" fmla="*/ 1 h 38"/>
                  <a:gd name="T4" fmla="*/ 26 w 39"/>
                  <a:gd name="T5" fmla="*/ 8 h 38"/>
                  <a:gd name="T6" fmla="*/ 22 w 39"/>
                  <a:gd name="T7" fmla="*/ 13 h 38"/>
                  <a:gd name="T8" fmla="*/ 15 w 39"/>
                  <a:gd name="T9" fmla="*/ 18 h 38"/>
                  <a:gd name="T10" fmla="*/ 9 w 39"/>
                  <a:gd name="T11" fmla="*/ 22 h 38"/>
                  <a:gd name="T12" fmla="*/ 4 w 39"/>
                  <a:gd name="T13" fmla="*/ 27 h 38"/>
                  <a:gd name="T14" fmla="*/ 2 w 39"/>
                  <a:gd name="T15" fmla="*/ 33 h 38"/>
                  <a:gd name="T16" fmla="*/ 1 w 39"/>
                  <a:gd name="T17" fmla="*/ 34 h 38"/>
                  <a:gd name="T18" fmla="*/ 3 w 39"/>
                  <a:gd name="T19" fmla="*/ 35 h 38"/>
                  <a:gd name="T20" fmla="*/ 10 w 39"/>
                  <a:gd name="T21" fmla="*/ 37 h 38"/>
                  <a:gd name="T22" fmla="*/ 19 w 39"/>
                  <a:gd name="T23" fmla="*/ 34 h 38"/>
                  <a:gd name="T24" fmla="*/ 22 w 39"/>
                  <a:gd name="T25" fmla="*/ 27 h 38"/>
                  <a:gd name="T26" fmla="*/ 27 w 39"/>
                  <a:gd name="T27" fmla="*/ 22 h 38"/>
                  <a:gd name="T28" fmla="*/ 29 w 39"/>
                  <a:gd name="T29" fmla="*/ 21 h 38"/>
                  <a:gd name="T30" fmla="*/ 33 w 39"/>
                  <a:gd name="T31" fmla="*/ 21 h 38"/>
                  <a:gd name="T32" fmla="*/ 32 w 39"/>
                  <a:gd name="T33" fmla="*/ 19 h 38"/>
                  <a:gd name="T34" fmla="*/ 32 w 39"/>
                  <a:gd name="T35" fmla="*/ 17 h 38"/>
                  <a:gd name="T36" fmla="*/ 38 w 39"/>
                  <a:gd name="T37" fmla="*/ 9 h 38"/>
                  <a:gd name="T38" fmla="*/ 38 w 39"/>
                  <a:gd name="T39" fmla="*/ 6 h 38"/>
                  <a:gd name="T40" fmla="*/ 38 w 39"/>
                  <a:gd name="T41" fmla="*/ 4 h 38"/>
                  <a:gd name="T42" fmla="*/ 37 w 39"/>
                  <a:gd name="T43" fmla="*/ 4 h 38"/>
                  <a:gd name="T44" fmla="*/ 37 w 39"/>
                  <a:gd name="T45" fmla="*/ 2 h 38"/>
                  <a:gd name="T46" fmla="*/ 33 w 39"/>
                  <a:gd name="T47"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38">
                    <a:moveTo>
                      <a:pt x="33" y="4"/>
                    </a:moveTo>
                    <a:cubicBezTo>
                      <a:pt x="33" y="4"/>
                      <a:pt x="32" y="0"/>
                      <a:pt x="30" y="1"/>
                    </a:cubicBezTo>
                    <a:cubicBezTo>
                      <a:pt x="27" y="3"/>
                      <a:pt x="28" y="5"/>
                      <a:pt x="26" y="8"/>
                    </a:cubicBezTo>
                    <a:cubicBezTo>
                      <a:pt x="25" y="9"/>
                      <a:pt x="24" y="12"/>
                      <a:pt x="22" y="13"/>
                    </a:cubicBezTo>
                    <a:cubicBezTo>
                      <a:pt x="20" y="16"/>
                      <a:pt x="18" y="17"/>
                      <a:pt x="15" y="18"/>
                    </a:cubicBezTo>
                    <a:cubicBezTo>
                      <a:pt x="13" y="19"/>
                      <a:pt x="12" y="21"/>
                      <a:pt x="9" y="22"/>
                    </a:cubicBezTo>
                    <a:cubicBezTo>
                      <a:pt x="7" y="23"/>
                      <a:pt x="7" y="27"/>
                      <a:pt x="4" y="27"/>
                    </a:cubicBezTo>
                    <a:cubicBezTo>
                      <a:pt x="0" y="28"/>
                      <a:pt x="4" y="31"/>
                      <a:pt x="2" y="33"/>
                    </a:cubicBezTo>
                    <a:cubicBezTo>
                      <a:pt x="1" y="33"/>
                      <a:pt x="0" y="33"/>
                      <a:pt x="1" y="34"/>
                    </a:cubicBezTo>
                    <a:cubicBezTo>
                      <a:pt x="1" y="35"/>
                      <a:pt x="1" y="35"/>
                      <a:pt x="3" y="35"/>
                    </a:cubicBezTo>
                    <a:cubicBezTo>
                      <a:pt x="5" y="35"/>
                      <a:pt x="8" y="37"/>
                      <a:pt x="10" y="37"/>
                    </a:cubicBezTo>
                    <a:cubicBezTo>
                      <a:pt x="14" y="38"/>
                      <a:pt x="16" y="36"/>
                      <a:pt x="19" y="34"/>
                    </a:cubicBezTo>
                    <a:cubicBezTo>
                      <a:pt x="21" y="32"/>
                      <a:pt x="22" y="30"/>
                      <a:pt x="22" y="27"/>
                    </a:cubicBezTo>
                    <a:cubicBezTo>
                      <a:pt x="23" y="24"/>
                      <a:pt x="24" y="24"/>
                      <a:pt x="27" y="22"/>
                    </a:cubicBezTo>
                    <a:cubicBezTo>
                      <a:pt x="28" y="22"/>
                      <a:pt x="28" y="21"/>
                      <a:pt x="29" y="21"/>
                    </a:cubicBezTo>
                    <a:cubicBezTo>
                      <a:pt x="30" y="21"/>
                      <a:pt x="31" y="21"/>
                      <a:pt x="33" y="21"/>
                    </a:cubicBezTo>
                    <a:cubicBezTo>
                      <a:pt x="34" y="20"/>
                      <a:pt x="33" y="19"/>
                      <a:pt x="32" y="19"/>
                    </a:cubicBezTo>
                    <a:cubicBezTo>
                      <a:pt x="31" y="18"/>
                      <a:pt x="31" y="18"/>
                      <a:pt x="32" y="17"/>
                    </a:cubicBezTo>
                    <a:cubicBezTo>
                      <a:pt x="34" y="14"/>
                      <a:pt x="36" y="12"/>
                      <a:pt x="38" y="9"/>
                    </a:cubicBezTo>
                    <a:cubicBezTo>
                      <a:pt x="38" y="8"/>
                      <a:pt x="38" y="7"/>
                      <a:pt x="38" y="6"/>
                    </a:cubicBezTo>
                    <a:cubicBezTo>
                      <a:pt x="38" y="5"/>
                      <a:pt x="38" y="5"/>
                      <a:pt x="38" y="4"/>
                    </a:cubicBezTo>
                    <a:cubicBezTo>
                      <a:pt x="39" y="3"/>
                      <a:pt x="37" y="4"/>
                      <a:pt x="37" y="4"/>
                    </a:cubicBezTo>
                    <a:cubicBezTo>
                      <a:pt x="37" y="3"/>
                      <a:pt x="37" y="3"/>
                      <a:pt x="37" y="2"/>
                    </a:cubicBezTo>
                    <a:cubicBezTo>
                      <a:pt x="36" y="3"/>
                      <a:pt x="35" y="5"/>
                      <a:pt x="3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6" name="Freeform 481">
                <a:extLst>
                  <a:ext uri="{FF2B5EF4-FFF2-40B4-BE49-F238E27FC236}">
                    <a16:creationId xmlns:a16="http://schemas.microsoft.com/office/drawing/2014/main" id="{305083F5-88E9-18DF-5F14-59132EF4721F}"/>
                  </a:ext>
                </a:extLst>
              </p:cNvPr>
              <p:cNvSpPr>
                <a:spLocks/>
              </p:cNvSpPr>
              <p:nvPr/>
            </p:nvSpPr>
            <p:spPr bwMode="auto">
              <a:xfrm>
                <a:off x="19416761" y="11412677"/>
                <a:ext cx="19109" cy="19114"/>
              </a:xfrm>
              <a:custGeom>
                <a:avLst/>
                <a:gdLst>
                  <a:gd name="T0" fmla="*/ 2 w 2"/>
                  <a:gd name="T1" fmla="*/ 2 h 2"/>
                  <a:gd name="T2" fmla="*/ 1 w 2"/>
                  <a:gd name="T3" fmla="*/ 0 h 2"/>
                  <a:gd name="T4" fmla="*/ 0 w 2"/>
                  <a:gd name="T5" fmla="*/ 2 h 2"/>
                  <a:gd name="T6" fmla="*/ 2 w 2"/>
                  <a:gd name="T7" fmla="*/ 2 h 2"/>
                </a:gdLst>
                <a:ahLst/>
                <a:cxnLst>
                  <a:cxn ang="0">
                    <a:pos x="T0" y="T1"/>
                  </a:cxn>
                  <a:cxn ang="0">
                    <a:pos x="T2" y="T3"/>
                  </a:cxn>
                  <a:cxn ang="0">
                    <a:pos x="T4" y="T5"/>
                  </a:cxn>
                  <a:cxn ang="0">
                    <a:pos x="T6" y="T7"/>
                  </a:cxn>
                </a:cxnLst>
                <a:rect l="0" t="0" r="r" b="b"/>
                <a:pathLst>
                  <a:path w="2" h="2">
                    <a:moveTo>
                      <a:pt x="2" y="2"/>
                    </a:moveTo>
                    <a:cubicBezTo>
                      <a:pt x="2" y="1"/>
                      <a:pt x="1" y="1"/>
                      <a:pt x="1" y="0"/>
                    </a:cubicBezTo>
                    <a:cubicBezTo>
                      <a:pt x="0" y="1"/>
                      <a:pt x="0" y="1"/>
                      <a:pt x="0" y="2"/>
                    </a:cubicBezTo>
                    <a:cubicBezTo>
                      <a:pt x="1" y="2"/>
                      <a:pt x="2" y="2"/>
                      <a:pt x="2"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7" name="Freeform 482">
                <a:extLst>
                  <a:ext uri="{FF2B5EF4-FFF2-40B4-BE49-F238E27FC236}">
                    <a16:creationId xmlns:a16="http://schemas.microsoft.com/office/drawing/2014/main" id="{C307E369-B2BA-3903-7834-98CFBFED1A64}"/>
                  </a:ext>
                </a:extLst>
              </p:cNvPr>
              <p:cNvSpPr>
                <a:spLocks/>
              </p:cNvSpPr>
              <p:nvPr/>
            </p:nvSpPr>
            <p:spPr bwMode="auto">
              <a:xfrm>
                <a:off x="18343513" y="11065452"/>
                <a:ext cx="178346" cy="168835"/>
              </a:xfrm>
              <a:custGeom>
                <a:avLst/>
                <a:gdLst>
                  <a:gd name="T0" fmla="*/ 0 w 19"/>
                  <a:gd name="T1" fmla="*/ 2 h 18"/>
                  <a:gd name="T2" fmla="*/ 2 w 19"/>
                  <a:gd name="T3" fmla="*/ 7 h 18"/>
                  <a:gd name="T4" fmla="*/ 4 w 19"/>
                  <a:gd name="T5" fmla="*/ 10 h 18"/>
                  <a:gd name="T6" fmla="*/ 3 w 19"/>
                  <a:gd name="T7" fmla="*/ 12 h 18"/>
                  <a:gd name="T8" fmla="*/ 9 w 19"/>
                  <a:gd name="T9" fmla="*/ 18 h 18"/>
                  <a:gd name="T10" fmla="*/ 12 w 19"/>
                  <a:gd name="T11" fmla="*/ 15 h 18"/>
                  <a:gd name="T12" fmla="*/ 13 w 19"/>
                  <a:gd name="T13" fmla="*/ 17 h 18"/>
                  <a:gd name="T14" fmla="*/ 14 w 19"/>
                  <a:gd name="T15" fmla="*/ 14 h 18"/>
                  <a:gd name="T16" fmla="*/ 16 w 19"/>
                  <a:gd name="T17" fmla="*/ 15 h 18"/>
                  <a:gd name="T18" fmla="*/ 18 w 19"/>
                  <a:gd name="T19" fmla="*/ 7 h 18"/>
                  <a:gd name="T20" fmla="*/ 16 w 19"/>
                  <a:gd name="T21" fmla="*/ 1 h 18"/>
                  <a:gd name="T22" fmla="*/ 7 w 19"/>
                  <a:gd name="T23" fmla="*/ 3 h 18"/>
                  <a:gd name="T24" fmla="*/ 0 w 19"/>
                  <a:gd name="T25" fmla="*/ 2 h 18"/>
                  <a:gd name="T26" fmla="*/ 0 w 19"/>
                  <a:gd name="T27"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18">
                    <a:moveTo>
                      <a:pt x="0" y="2"/>
                    </a:moveTo>
                    <a:cubicBezTo>
                      <a:pt x="0" y="3"/>
                      <a:pt x="2" y="6"/>
                      <a:pt x="2" y="7"/>
                    </a:cubicBezTo>
                    <a:cubicBezTo>
                      <a:pt x="3" y="8"/>
                      <a:pt x="4" y="9"/>
                      <a:pt x="4" y="10"/>
                    </a:cubicBezTo>
                    <a:cubicBezTo>
                      <a:pt x="4" y="11"/>
                      <a:pt x="3" y="11"/>
                      <a:pt x="3" y="12"/>
                    </a:cubicBezTo>
                    <a:cubicBezTo>
                      <a:pt x="4" y="15"/>
                      <a:pt x="7" y="17"/>
                      <a:pt x="9" y="18"/>
                    </a:cubicBezTo>
                    <a:cubicBezTo>
                      <a:pt x="11" y="18"/>
                      <a:pt x="11" y="16"/>
                      <a:pt x="12" y="15"/>
                    </a:cubicBezTo>
                    <a:cubicBezTo>
                      <a:pt x="12" y="15"/>
                      <a:pt x="13" y="17"/>
                      <a:pt x="13" y="17"/>
                    </a:cubicBezTo>
                    <a:cubicBezTo>
                      <a:pt x="13" y="16"/>
                      <a:pt x="13" y="14"/>
                      <a:pt x="14" y="14"/>
                    </a:cubicBezTo>
                    <a:cubicBezTo>
                      <a:pt x="15" y="13"/>
                      <a:pt x="15" y="15"/>
                      <a:pt x="16" y="15"/>
                    </a:cubicBezTo>
                    <a:cubicBezTo>
                      <a:pt x="15" y="15"/>
                      <a:pt x="18" y="8"/>
                      <a:pt x="18" y="7"/>
                    </a:cubicBezTo>
                    <a:cubicBezTo>
                      <a:pt x="18" y="6"/>
                      <a:pt x="19" y="0"/>
                      <a:pt x="16" y="1"/>
                    </a:cubicBezTo>
                    <a:cubicBezTo>
                      <a:pt x="13" y="2"/>
                      <a:pt x="10" y="4"/>
                      <a:pt x="7" y="3"/>
                    </a:cubicBezTo>
                    <a:cubicBezTo>
                      <a:pt x="6" y="3"/>
                      <a:pt x="1" y="0"/>
                      <a:pt x="0" y="2"/>
                    </a:cubicBezTo>
                    <a:cubicBezTo>
                      <a:pt x="0" y="3"/>
                      <a:pt x="1" y="0"/>
                      <a:pt x="0"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8" name="Freeform 483">
                <a:extLst>
                  <a:ext uri="{FF2B5EF4-FFF2-40B4-BE49-F238E27FC236}">
                    <a16:creationId xmlns:a16="http://schemas.microsoft.com/office/drawing/2014/main" id="{A14EADC4-6A9D-0A97-0D6F-27B510214AA5}"/>
                  </a:ext>
                </a:extLst>
              </p:cNvPr>
              <p:cNvSpPr>
                <a:spLocks/>
              </p:cNvSpPr>
              <p:nvPr/>
            </p:nvSpPr>
            <p:spPr bwMode="auto">
              <a:xfrm>
                <a:off x="18483640" y="11017669"/>
                <a:ext cx="28662" cy="47785"/>
              </a:xfrm>
              <a:custGeom>
                <a:avLst/>
                <a:gdLst>
                  <a:gd name="T0" fmla="*/ 3 w 3"/>
                  <a:gd name="T1" fmla="*/ 4 h 5"/>
                  <a:gd name="T2" fmla="*/ 1 w 3"/>
                  <a:gd name="T3" fmla="*/ 0 h 5"/>
                  <a:gd name="T4" fmla="*/ 3 w 3"/>
                  <a:gd name="T5" fmla="*/ 4 h 5"/>
                </a:gdLst>
                <a:ahLst/>
                <a:cxnLst>
                  <a:cxn ang="0">
                    <a:pos x="T0" y="T1"/>
                  </a:cxn>
                  <a:cxn ang="0">
                    <a:pos x="T2" y="T3"/>
                  </a:cxn>
                  <a:cxn ang="0">
                    <a:pos x="T4" y="T5"/>
                  </a:cxn>
                </a:cxnLst>
                <a:rect l="0" t="0" r="r" b="b"/>
                <a:pathLst>
                  <a:path w="3" h="5">
                    <a:moveTo>
                      <a:pt x="3" y="4"/>
                    </a:moveTo>
                    <a:cubicBezTo>
                      <a:pt x="3" y="5"/>
                      <a:pt x="0" y="1"/>
                      <a:pt x="1" y="0"/>
                    </a:cubicBezTo>
                    <a:cubicBezTo>
                      <a:pt x="2" y="0"/>
                      <a:pt x="3" y="1"/>
                      <a:pt x="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89" name="Freeform 484">
                <a:extLst>
                  <a:ext uri="{FF2B5EF4-FFF2-40B4-BE49-F238E27FC236}">
                    <a16:creationId xmlns:a16="http://schemas.microsoft.com/office/drawing/2014/main" id="{1DE961AA-9987-1A58-EF74-ED3B0CBFBE56}"/>
                  </a:ext>
                </a:extLst>
              </p:cNvPr>
              <p:cNvSpPr>
                <a:spLocks/>
              </p:cNvSpPr>
              <p:nvPr/>
            </p:nvSpPr>
            <p:spPr bwMode="auto">
              <a:xfrm>
                <a:off x="18295742" y="11017669"/>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0"/>
                      <a:pt x="1" y="0"/>
                    </a:cubicBezTo>
                    <a:cubicBezTo>
                      <a:pt x="2" y="0"/>
                      <a:pt x="2" y="2"/>
                      <a:pt x="1"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0" name="Freeform 485">
                <a:extLst>
                  <a:ext uri="{FF2B5EF4-FFF2-40B4-BE49-F238E27FC236}">
                    <a16:creationId xmlns:a16="http://schemas.microsoft.com/office/drawing/2014/main" id="{51F3A24D-BDB4-B5B8-878C-6569F840B625}"/>
                  </a:ext>
                </a:extLst>
              </p:cNvPr>
              <p:cNvSpPr>
                <a:spLocks/>
              </p:cNvSpPr>
              <p:nvPr/>
            </p:nvSpPr>
            <p:spPr bwMode="auto">
              <a:xfrm>
                <a:off x="15384910" y="8593469"/>
                <a:ext cx="101909" cy="168835"/>
              </a:xfrm>
              <a:custGeom>
                <a:avLst/>
                <a:gdLst>
                  <a:gd name="T0" fmla="*/ 2 w 11"/>
                  <a:gd name="T1" fmla="*/ 0 h 18"/>
                  <a:gd name="T2" fmla="*/ 1 w 11"/>
                  <a:gd name="T3" fmla="*/ 0 h 18"/>
                  <a:gd name="T4" fmla="*/ 1 w 11"/>
                  <a:gd name="T5" fmla="*/ 3 h 18"/>
                  <a:gd name="T6" fmla="*/ 0 w 11"/>
                  <a:gd name="T7" fmla="*/ 8 h 18"/>
                  <a:gd name="T8" fmla="*/ 4 w 11"/>
                  <a:gd name="T9" fmla="*/ 18 h 18"/>
                  <a:gd name="T10" fmla="*/ 9 w 11"/>
                  <a:gd name="T11" fmla="*/ 15 h 18"/>
                  <a:gd name="T12" fmla="*/ 9 w 11"/>
                  <a:gd name="T13" fmla="*/ 8 h 18"/>
                  <a:gd name="T14" fmla="*/ 2 w 11"/>
                  <a:gd name="T15" fmla="*/ 0 h 18"/>
                  <a:gd name="T16" fmla="*/ 2 w 11"/>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8">
                    <a:moveTo>
                      <a:pt x="2" y="0"/>
                    </a:moveTo>
                    <a:cubicBezTo>
                      <a:pt x="2" y="0"/>
                      <a:pt x="2" y="0"/>
                      <a:pt x="1" y="0"/>
                    </a:cubicBezTo>
                    <a:cubicBezTo>
                      <a:pt x="1" y="0"/>
                      <a:pt x="1" y="3"/>
                      <a:pt x="1" y="3"/>
                    </a:cubicBezTo>
                    <a:cubicBezTo>
                      <a:pt x="1" y="5"/>
                      <a:pt x="0" y="6"/>
                      <a:pt x="0" y="8"/>
                    </a:cubicBezTo>
                    <a:cubicBezTo>
                      <a:pt x="0" y="11"/>
                      <a:pt x="0" y="18"/>
                      <a:pt x="4" y="18"/>
                    </a:cubicBezTo>
                    <a:cubicBezTo>
                      <a:pt x="6" y="18"/>
                      <a:pt x="9" y="17"/>
                      <a:pt x="9" y="15"/>
                    </a:cubicBezTo>
                    <a:cubicBezTo>
                      <a:pt x="11" y="13"/>
                      <a:pt x="9" y="10"/>
                      <a:pt x="9" y="8"/>
                    </a:cubicBezTo>
                    <a:cubicBezTo>
                      <a:pt x="7" y="6"/>
                      <a:pt x="5" y="0"/>
                      <a:pt x="2" y="0"/>
                    </a:cubicBezTo>
                    <a:cubicBezTo>
                      <a:pt x="1" y="0"/>
                      <a:pt x="3"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1" name="Freeform 486">
                <a:extLst>
                  <a:ext uri="{FF2B5EF4-FFF2-40B4-BE49-F238E27FC236}">
                    <a16:creationId xmlns:a16="http://schemas.microsoft.com/office/drawing/2014/main" id="{E3468ABB-83C4-DAC7-DF1E-B35823F31981}"/>
                  </a:ext>
                </a:extLst>
              </p:cNvPr>
              <p:cNvSpPr>
                <a:spLocks/>
              </p:cNvSpPr>
              <p:nvPr/>
            </p:nvSpPr>
            <p:spPr bwMode="auto">
              <a:xfrm>
                <a:off x="13665165" y="9606473"/>
                <a:ext cx="337579" cy="653035"/>
              </a:xfrm>
              <a:custGeom>
                <a:avLst/>
                <a:gdLst>
                  <a:gd name="T0" fmla="*/ 31 w 36"/>
                  <a:gd name="T1" fmla="*/ 2 h 70"/>
                  <a:gd name="T2" fmla="*/ 29 w 36"/>
                  <a:gd name="T3" fmla="*/ 0 h 70"/>
                  <a:gd name="T4" fmla="*/ 28 w 36"/>
                  <a:gd name="T5" fmla="*/ 3 h 70"/>
                  <a:gd name="T6" fmla="*/ 26 w 36"/>
                  <a:gd name="T7" fmla="*/ 8 h 70"/>
                  <a:gd name="T8" fmla="*/ 23 w 36"/>
                  <a:gd name="T9" fmla="*/ 8 h 70"/>
                  <a:gd name="T10" fmla="*/ 23 w 36"/>
                  <a:gd name="T11" fmla="*/ 10 h 70"/>
                  <a:gd name="T12" fmla="*/ 22 w 36"/>
                  <a:gd name="T13" fmla="*/ 12 h 70"/>
                  <a:gd name="T14" fmla="*/ 23 w 36"/>
                  <a:gd name="T15" fmla="*/ 13 h 70"/>
                  <a:gd name="T16" fmla="*/ 21 w 36"/>
                  <a:gd name="T17" fmla="*/ 14 h 70"/>
                  <a:gd name="T18" fmla="*/ 19 w 36"/>
                  <a:gd name="T19" fmla="*/ 16 h 70"/>
                  <a:gd name="T20" fmla="*/ 15 w 36"/>
                  <a:gd name="T21" fmla="*/ 18 h 70"/>
                  <a:gd name="T22" fmla="*/ 15 w 36"/>
                  <a:gd name="T23" fmla="*/ 19 h 70"/>
                  <a:gd name="T24" fmla="*/ 13 w 36"/>
                  <a:gd name="T25" fmla="*/ 19 h 70"/>
                  <a:gd name="T26" fmla="*/ 8 w 36"/>
                  <a:gd name="T27" fmla="*/ 21 h 70"/>
                  <a:gd name="T28" fmla="*/ 6 w 36"/>
                  <a:gd name="T29" fmla="*/ 21 h 70"/>
                  <a:gd name="T30" fmla="*/ 4 w 36"/>
                  <a:gd name="T31" fmla="*/ 27 h 70"/>
                  <a:gd name="T32" fmla="*/ 4 w 36"/>
                  <a:gd name="T33" fmla="*/ 44 h 70"/>
                  <a:gd name="T34" fmla="*/ 0 w 36"/>
                  <a:gd name="T35" fmla="*/ 51 h 70"/>
                  <a:gd name="T36" fmla="*/ 0 w 36"/>
                  <a:gd name="T37" fmla="*/ 55 h 70"/>
                  <a:gd name="T38" fmla="*/ 2 w 36"/>
                  <a:gd name="T39" fmla="*/ 59 h 70"/>
                  <a:gd name="T40" fmla="*/ 5 w 36"/>
                  <a:gd name="T41" fmla="*/ 68 h 70"/>
                  <a:gd name="T42" fmla="*/ 16 w 36"/>
                  <a:gd name="T43" fmla="*/ 68 h 70"/>
                  <a:gd name="T44" fmla="*/ 24 w 36"/>
                  <a:gd name="T45" fmla="*/ 50 h 70"/>
                  <a:gd name="T46" fmla="*/ 31 w 36"/>
                  <a:gd name="T47" fmla="*/ 30 h 70"/>
                  <a:gd name="T48" fmla="*/ 32 w 36"/>
                  <a:gd name="T49" fmla="*/ 23 h 70"/>
                  <a:gd name="T50" fmla="*/ 34 w 36"/>
                  <a:gd name="T51" fmla="*/ 19 h 70"/>
                  <a:gd name="T52" fmla="*/ 36 w 36"/>
                  <a:gd name="T53" fmla="*/ 17 h 70"/>
                  <a:gd name="T54" fmla="*/ 35 w 36"/>
                  <a:gd name="T55" fmla="*/ 11 h 70"/>
                  <a:gd name="T56" fmla="*/ 31 w 36"/>
                  <a:gd name="T57" fmla="*/ 2 h 70"/>
                  <a:gd name="T58" fmla="*/ 31 w 36"/>
                  <a:gd name="T59" fmla="*/ 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70">
                    <a:moveTo>
                      <a:pt x="31" y="2"/>
                    </a:moveTo>
                    <a:cubicBezTo>
                      <a:pt x="31" y="2"/>
                      <a:pt x="30" y="0"/>
                      <a:pt x="29" y="0"/>
                    </a:cubicBezTo>
                    <a:cubicBezTo>
                      <a:pt x="29" y="1"/>
                      <a:pt x="28" y="2"/>
                      <a:pt x="28" y="3"/>
                    </a:cubicBezTo>
                    <a:cubicBezTo>
                      <a:pt x="27" y="5"/>
                      <a:pt x="27" y="6"/>
                      <a:pt x="26" y="8"/>
                    </a:cubicBezTo>
                    <a:cubicBezTo>
                      <a:pt x="25" y="9"/>
                      <a:pt x="24" y="8"/>
                      <a:pt x="23" y="8"/>
                    </a:cubicBezTo>
                    <a:cubicBezTo>
                      <a:pt x="23" y="8"/>
                      <a:pt x="24" y="9"/>
                      <a:pt x="23" y="10"/>
                    </a:cubicBezTo>
                    <a:cubicBezTo>
                      <a:pt x="23" y="11"/>
                      <a:pt x="22" y="11"/>
                      <a:pt x="22" y="12"/>
                    </a:cubicBezTo>
                    <a:cubicBezTo>
                      <a:pt x="22" y="12"/>
                      <a:pt x="23" y="13"/>
                      <a:pt x="23" y="13"/>
                    </a:cubicBezTo>
                    <a:cubicBezTo>
                      <a:pt x="23" y="14"/>
                      <a:pt x="22" y="13"/>
                      <a:pt x="21" y="14"/>
                    </a:cubicBezTo>
                    <a:cubicBezTo>
                      <a:pt x="20" y="14"/>
                      <a:pt x="20" y="15"/>
                      <a:pt x="19" y="16"/>
                    </a:cubicBezTo>
                    <a:cubicBezTo>
                      <a:pt x="18" y="17"/>
                      <a:pt x="17" y="17"/>
                      <a:pt x="15" y="18"/>
                    </a:cubicBezTo>
                    <a:cubicBezTo>
                      <a:pt x="14" y="18"/>
                      <a:pt x="16" y="19"/>
                      <a:pt x="15" y="19"/>
                    </a:cubicBezTo>
                    <a:cubicBezTo>
                      <a:pt x="15" y="20"/>
                      <a:pt x="13" y="18"/>
                      <a:pt x="13" y="19"/>
                    </a:cubicBezTo>
                    <a:cubicBezTo>
                      <a:pt x="11" y="20"/>
                      <a:pt x="10" y="20"/>
                      <a:pt x="8" y="21"/>
                    </a:cubicBezTo>
                    <a:cubicBezTo>
                      <a:pt x="7" y="21"/>
                      <a:pt x="6" y="20"/>
                      <a:pt x="6" y="21"/>
                    </a:cubicBezTo>
                    <a:cubicBezTo>
                      <a:pt x="5" y="23"/>
                      <a:pt x="5" y="25"/>
                      <a:pt x="4" y="27"/>
                    </a:cubicBezTo>
                    <a:cubicBezTo>
                      <a:pt x="3" y="32"/>
                      <a:pt x="8" y="39"/>
                      <a:pt x="4" y="44"/>
                    </a:cubicBezTo>
                    <a:cubicBezTo>
                      <a:pt x="3" y="46"/>
                      <a:pt x="1" y="48"/>
                      <a:pt x="0" y="51"/>
                    </a:cubicBezTo>
                    <a:cubicBezTo>
                      <a:pt x="0" y="52"/>
                      <a:pt x="0" y="54"/>
                      <a:pt x="0" y="55"/>
                    </a:cubicBezTo>
                    <a:cubicBezTo>
                      <a:pt x="1" y="56"/>
                      <a:pt x="3" y="57"/>
                      <a:pt x="2" y="59"/>
                    </a:cubicBezTo>
                    <a:cubicBezTo>
                      <a:pt x="1" y="62"/>
                      <a:pt x="2" y="66"/>
                      <a:pt x="5" y="68"/>
                    </a:cubicBezTo>
                    <a:cubicBezTo>
                      <a:pt x="8" y="70"/>
                      <a:pt x="11" y="70"/>
                      <a:pt x="16" y="68"/>
                    </a:cubicBezTo>
                    <a:cubicBezTo>
                      <a:pt x="21" y="66"/>
                      <a:pt x="22" y="55"/>
                      <a:pt x="24" y="50"/>
                    </a:cubicBezTo>
                    <a:cubicBezTo>
                      <a:pt x="26" y="43"/>
                      <a:pt x="29" y="37"/>
                      <a:pt x="31" y="30"/>
                    </a:cubicBezTo>
                    <a:cubicBezTo>
                      <a:pt x="31" y="28"/>
                      <a:pt x="31" y="25"/>
                      <a:pt x="32" y="23"/>
                    </a:cubicBezTo>
                    <a:cubicBezTo>
                      <a:pt x="33" y="22"/>
                      <a:pt x="31" y="14"/>
                      <a:pt x="34" y="19"/>
                    </a:cubicBezTo>
                    <a:cubicBezTo>
                      <a:pt x="35" y="20"/>
                      <a:pt x="35" y="18"/>
                      <a:pt x="36" y="17"/>
                    </a:cubicBezTo>
                    <a:cubicBezTo>
                      <a:pt x="36" y="15"/>
                      <a:pt x="35" y="13"/>
                      <a:pt x="35" y="11"/>
                    </a:cubicBezTo>
                    <a:cubicBezTo>
                      <a:pt x="34" y="9"/>
                      <a:pt x="33" y="4"/>
                      <a:pt x="31" y="2"/>
                    </a:cubicBezTo>
                    <a:cubicBezTo>
                      <a:pt x="30" y="1"/>
                      <a:pt x="32" y="2"/>
                      <a:pt x="31"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2" name="Freeform 487">
                <a:extLst>
                  <a:ext uri="{FF2B5EF4-FFF2-40B4-BE49-F238E27FC236}">
                    <a16:creationId xmlns:a16="http://schemas.microsoft.com/office/drawing/2014/main" id="{0FCFF97F-F58C-D87C-0D92-5AD91642CF4C}"/>
                  </a:ext>
                </a:extLst>
              </p:cNvPr>
              <p:cNvSpPr>
                <a:spLocks/>
              </p:cNvSpPr>
              <p:nvPr/>
            </p:nvSpPr>
            <p:spPr bwMode="auto">
              <a:xfrm>
                <a:off x="14413572" y="5028840"/>
                <a:ext cx="101909" cy="76452"/>
              </a:xfrm>
              <a:custGeom>
                <a:avLst/>
                <a:gdLst>
                  <a:gd name="T0" fmla="*/ 9 w 11"/>
                  <a:gd name="T1" fmla="*/ 7 h 8"/>
                  <a:gd name="T2" fmla="*/ 8 w 11"/>
                  <a:gd name="T3" fmla="*/ 4 h 8"/>
                  <a:gd name="T4" fmla="*/ 3 w 11"/>
                  <a:gd name="T5" fmla="*/ 0 h 8"/>
                  <a:gd name="T6" fmla="*/ 1 w 11"/>
                  <a:gd name="T7" fmla="*/ 2 h 8"/>
                  <a:gd name="T8" fmla="*/ 3 w 11"/>
                  <a:gd name="T9" fmla="*/ 5 h 8"/>
                  <a:gd name="T10" fmla="*/ 9 w 11"/>
                  <a:gd name="T11" fmla="*/ 7 h 8"/>
                  <a:gd name="T12" fmla="*/ 9 w 11"/>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9" y="7"/>
                    </a:moveTo>
                    <a:cubicBezTo>
                      <a:pt x="11" y="8"/>
                      <a:pt x="9" y="5"/>
                      <a:pt x="8" y="4"/>
                    </a:cubicBezTo>
                    <a:cubicBezTo>
                      <a:pt x="7" y="3"/>
                      <a:pt x="4" y="1"/>
                      <a:pt x="3" y="0"/>
                    </a:cubicBezTo>
                    <a:cubicBezTo>
                      <a:pt x="2" y="0"/>
                      <a:pt x="1" y="1"/>
                      <a:pt x="1" y="2"/>
                    </a:cubicBezTo>
                    <a:cubicBezTo>
                      <a:pt x="0" y="3"/>
                      <a:pt x="2" y="4"/>
                      <a:pt x="3" y="5"/>
                    </a:cubicBezTo>
                    <a:cubicBezTo>
                      <a:pt x="5" y="6"/>
                      <a:pt x="7" y="7"/>
                      <a:pt x="9" y="7"/>
                    </a:cubicBezTo>
                    <a:cubicBezTo>
                      <a:pt x="10" y="7"/>
                      <a:pt x="7" y="7"/>
                      <a:pt x="9"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3" name="Freeform 488">
                <a:extLst>
                  <a:ext uri="{FF2B5EF4-FFF2-40B4-BE49-F238E27FC236}">
                    <a16:creationId xmlns:a16="http://schemas.microsoft.com/office/drawing/2014/main" id="{DEE1FC2B-D76D-F9CF-F86D-904CD89F4A46}"/>
                  </a:ext>
                </a:extLst>
              </p:cNvPr>
              <p:cNvSpPr>
                <a:spLocks/>
              </p:cNvSpPr>
              <p:nvPr/>
            </p:nvSpPr>
            <p:spPr bwMode="auto">
              <a:xfrm>
                <a:off x="13926310" y="5086181"/>
                <a:ext cx="101909" cy="92380"/>
              </a:xfrm>
              <a:custGeom>
                <a:avLst/>
                <a:gdLst>
                  <a:gd name="T0" fmla="*/ 10 w 11"/>
                  <a:gd name="T1" fmla="*/ 6 h 10"/>
                  <a:gd name="T2" fmla="*/ 6 w 11"/>
                  <a:gd name="T3" fmla="*/ 10 h 10"/>
                  <a:gd name="T4" fmla="*/ 0 w 11"/>
                  <a:gd name="T5" fmla="*/ 6 h 10"/>
                  <a:gd name="T6" fmla="*/ 10 w 11"/>
                  <a:gd name="T7" fmla="*/ 6 h 10"/>
                  <a:gd name="T8" fmla="*/ 10 w 11"/>
                  <a:gd name="T9" fmla="*/ 6 h 10"/>
                </a:gdLst>
                <a:ahLst/>
                <a:cxnLst>
                  <a:cxn ang="0">
                    <a:pos x="T0" y="T1"/>
                  </a:cxn>
                  <a:cxn ang="0">
                    <a:pos x="T2" y="T3"/>
                  </a:cxn>
                  <a:cxn ang="0">
                    <a:pos x="T4" y="T5"/>
                  </a:cxn>
                  <a:cxn ang="0">
                    <a:pos x="T6" y="T7"/>
                  </a:cxn>
                  <a:cxn ang="0">
                    <a:pos x="T8" y="T9"/>
                  </a:cxn>
                </a:cxnLst>
                <a:rect l="0" t="0" r="r" b="b"/>
                <a:pathLst>
                  <a:path w="11" h="10">
                    <a:moveTo>
                      <a:pt x="10" y="6"/>
                    </a:moveTo>
                    <a:cubicBezTo>
                      <a:pt x="10" y="8"/>
                      <a:pt x="7" y="9"/>
                      <a:pt x="6" y="10"/>
                    </a:cubicBezTo>
                    <a:cubicBezTo>
                      <a:pt x="4" y="10"/>
                      <a:pt x="0" y="9"/>
                      <a:pt x="0" y="6"/>
                    </a:cubicBezTo>
                    <a:cubicBezTo>
                      <a:pt x="1" y="0"/>
                      <a:pt x="11" y="6"/>
                      <a:pt x="10" y="6"/>
                    </a:cubicBezTo>
                    <a:cubicBezTo>
                      <a:pt x="10" y="7"/>
                      <a:pt x="11" y="5"/>
                      <a:pt x="10"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4" name="Freeform 489">
                <a:extLst>
                  <a:ext uri="{FF2B5EF4-FFF2-40B4-BE49-F238E27FC236}">
                    <a16:creationId xmlns:a16="http://schemas.microsoft.com/office/drawing/2014/main" id="{4800E247-28F9-0588-0935-63FA720CEA3C}"/>
                  </a:ext>
                </a:extLst>
              </p:cNvPr>
              <p:cNvSpPr>
                <a:spLocks/>
              </p:cNvSpPr>
              <p:nvPr/>
            </p:nvSpPr>
            <p:spPr bwMode="auto">
              <a:xfrm>
                <a:off x="14945419" y="4767625"/>
                <a:ext cx="82803" cy="47785"/>
              </a:xfrm>
              <a:custGeom>
                <a:avLst/>
                <a:gdLst>
                  <a:gd name="T0" fmla="*/ 9 w 9"/>
                  <a:gd name="T1" fmla="*/ 3 h 5"/>
                  <a:gd name="T2" fmla="*/ 4 w 9"/>
                  <a:gd name="T3" fmla="*/ 5 h 5"/>
                  <a:gd name="T4" fmla="*/ 1 w 9"/>
                  <a:gd name="T5" fmla="*/ 1 h 5"/>
                  <a:gd name="T6" fmla="*/ 6 w 9"/>
                  <a:gd name="T7" fmla="*/ 1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6" y="4"/>
                      <a:pt x="4" y="5"/>
                    </a:cubicBezTo>
                    <a:cubicBezTo>
                      <a:pt x="2" y="5"/>
                      <a:pt x="0" y="3"/>
                      <a:pt x="1" y="1"/>
                    </a:cubicBezTo>
                    <a:cubicBezTo>
                      <a:pt x="1" y="0"/>
                      <a:pt x="5" y="0"/>
                      <a:pt x="6" y="1"/>
                    </a:cubicBezTo>
                    <a:cubicBezTo>
                      <a:pt x="7" y="1"/>
                      <a:pt x="8" y="3"/>
                      <a:pt x="9"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5" name="Freeform 490">
                <a:extLst>
                  <a:ext uri="{FF2B5EF4-FFF2-40B4-BE49-F238E27FC236}">
                    <a16:creationId xmlns:a16="http://schemas.microsoft.com/office/drawing/2014/main" id="{7A677922-C584-B39B-C1F2-B512C55033D1}"/>
                  </a:ext>
                </a:extLst>
              </p:cNvPr>
              <p:cNvSpPr>
                <a:spLocks/>
              </p:cNvSpPr>
              <p:nvPr/>
            </p:nvSpPr>
            <p:spPr bwMode="auto">
              <a:xfrm>
                <a:off x="16811662" y="4675245"/>
                <a:ext cx="92356" cy="44598"/>
              </a:xfrm>
              <a:custGeom>
                <a:avLst/>
                <a:gdLst>
                  <a:gd name="T0" fmla="*/ 6 w 10"/>
                  <a:gd name="T1" fmla="*/ 5 h 5"/>
                  <a:gd name="T2" fmla="*/ 1 w 10"/>
                  <a:gd name="T3" fmla="*/ 4 h 5"/>
                  <a:gd name="T4" fmla="*/ 4 w 10"/>
                  <a:gd name="T5" fmla="*/ 1 h 5"/>
                  <a:gd name="T6" fmla="*/ 9 w 10"/>
                  <a:gd name="T7" fmla="*/ 1 h 5"/>
                  <a:gd name="T8" fmla="*/ 6 w 10"/>
                  <a:gd name="T9" fmla="*/ 5 h 5"/>
                  <a:gd name="T10" fmla="*/ 6 w 10"/>
                  <a:gd name="T11" fmla="*/ 5 h 5"/>
                </a:gdLst>
                <a:ahLst/>
                <a:cxnLst>
                  <a:cxn ang="0">
                    <a:pos x="T0" y="T1"/>
                  </a:cxn>
                  <a:cxn ang="0">
                    <a:pos x="T2" y="T3"/>
                  </a:cxn>
                  <a:cxn ang="0">
                    <a:pos x="T4" y="T5"/>
                  </a:cxn>
                  <a:cxn ang="0">
                    <a:pos x="T6" y="T7"/>
                  </a:cxn>
                  <a:cxn ang="0">
                    <a:pos x="T8" y="T9"/>
                  </a:cxn>
                  <a:cxn ang="0">
                    <a:pos x="T10" y="T11"/>
                  </a:cxn>
                </a:cxnLst>
                <a:rect l="0" t="0" r="r" b="b"/>
                <a:pathLst>
                  <a:path w="10" h="5">
                    <a:moveTo>
                      <a:pt x="6" y="5"/>
                    </a:moveTo>
                    <a:cubicBezTo>
                      <a:pt x="4" y="5"/>
                      <a:pt x="2" y="4"/>
                      <a:pt x="1" y="4"/>
                    </a:cubicBezTo>
                    <a:cubicBezTo>
                      <a:pt x="0" y="3"/>
                      <a:pt x="3" y="1"/>
                      <a:pt x="4" y="1"/>
                    </a:cubicBezTo>
                    <a:cubicBezTo>
                      <a:pt x="5" y="0"/>
                      <a:pt x="8" y="0"/>
                      <a:pt x="9" y="1"/>
                    </a:cubicBezTo>
                    <a:cubicBezTo>
                      <a:pt x="10" y="2"/>
                      <a:pt x="7" y="5"/>
                      <a:pt x="6" y="5"/>
                    </a:cubicBezTo>
                    <a:cubicBezTo>
                      <a:pt x="4" y="5"/>
                      <a:pt x="6" y="5"/>
                      <a:pt x="6"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6" name="Freeform 491">
                <a:extLst>
                  <a:ext uri="{FF2B5EF4-FFF2-40B4-BE49-F238E27FC236}">
                    <a16:creationId xmlns:a16="http://schemas.microsoft.com/office/drawing/2014/main" id="{8820CB52-583D-A82A-082C-3B120669AD5F}"/>
                  </a:ext>
                </a:extLst>
              </p:cNvPr>
              <p:cNvSpPr>
                <a:spLocks/>
              </p:cNvSpPr>
              <p:nvPr/>
            </p:nvSpPr>
            <p:spPr bwMode="auto">
              <a:xfrm>
                <a:off x="15868988" y="3999911"/>
                <a:ext cx="57323" cy="19114"/>
              </a:xfrm>
              <a:custGeom>
                <a:avLst/>
                <a:gdLst>
                  <a:gd name="T0" fmla="*/ 6 w 6"/>
                  <a:gd name="T1" fmla="*/ 1 h 2"/>
                  <a:gd name="T2" fmla="*/ 0 w 6"/>
                  <a:gd name="T3" fmla="*/ 1 h 2"/>
                  <a:gd name="T4" fmla="*/ 6 w 6"/>
                  <a:gd name="T5" fmla="*/ 1 h 2"/>
                </a:gdLst>
                <a:ahLst/>
                <a:cxnLst>
                  <a:cxn ang="0">
                    <a:pos x="T0" y="T1"/>
                  </a:cxn>
                  <a:cxn ang="0">
                    <a:pos x="T2" y="T3"/>
                  </a:cxn>
                  <a:cxn ang="0">
                    <a:pos x="T4" y="T5"/>
                  </a:cxn>
                </a:cxnLst>
                <a:rect l="0" t="0" r="r" b="b"/>
                <a:pathLst>
                  <a:path w="6" h="2">
                    <a:moveTo>
                      <a:pt x="6" y="1"/>
                    </a:moveTo>
                    <a:cubicBezTo>
                      <a:pt x="6" y="2"/>
                      <a:pt x="0" y="2"/>
                      <a:pt x="0" y="1"/>
                    </a:cubicBezTo>
                    <a:cubicBezTo>
                      <a:pt x="0" y="0"/>
                      <a:pt x="6" y="0"/>
                      <a:pt x="6"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7" name="Freeform 492">
                <a:extLst>
                  <a:ext uri="{FF2B5EF4-FFF2-40B4-BE49-F238E27FC236}">
                    <a16:creationId xmlns:a16="http://schemas.microsoft.com/office/drawing/2014/main" id="{27329335-9B41-103D-DE3E-6B266EF809DC}"/>
                  </a:ext>
                </a:extLst>
              </p:cNvPr>
              <p:cNvSpPr>
                <a:spLocks/>
              </p:cNvSpPr>
              <p:nvPr/>
            </p:nvSpPr>
            <p:spPr bwMode="auto">
              <a:xfrm>
                <a:off x="15346696" y="4805855"/>
                <a:ext cx="54139" cy="38227"/>
              </a:xfrm>
              <a:custGeom>
                <a:avLst/>
                <a:gdLst>
                  <a:gd name="T0" fmla="*/ 5 w 6"/>
                  <a:gd name="T1" fmla="*/ 4 h 4"/>
                  <a:gd name="T2" fmla="*/ 2 w 6"/>
                  <a:gd name="T3" fmla="*/ 1 h 4"/>
                  <a:gd name="T4" fmla="*/ 5 w 6"/>
                  <a:gd name="T5" fmla="*/ 4 h 4"/>
                </a:gdLst>
                <a:ahLst/>
                <a:cxnLst>
                  <a:cxn ang="0">
                    <a:pos x="T0" y="T1"/>
                  </a:cxn>
                  <a:cxn ang="0">
                    <a:pos x="T2" y="T3"/>
                  </a:cxn>
                  <a:cxn ang="0">
                    <a:pos x="T4" y="T5"/>
                  </a:cxn>
                </a:cxnLst>
                <a:rect l="0" t="0" r="r" b="b"/>
                <a:pathLst>
                  <a:path w="6" h="4">
                    <a:moveTo>
                      <a:pt x="5" y="4"/>
                    </a:moveTo>
                    <a:cubicBezTo>
                      <a:pt x="4" y="4"/>
                      <a:pt x="0" y="3"/>
                      <a:pt x="2" y="1"/>
                    </a:cubicBezTo>
                    <a:cubicBezTo>
                      <a:pt x="5" y="0"/>
                      <a:pt x="6" y="4"/>
                      <a:pt x="5"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8" name="Freeform 493">
                <a:extLst>
                  <a:ext uri="{FF2B5EF4-FFF2-40B4-BE49-F238E27FC236}">
                    <a16:creationId xmlns:a16="http://schemas.microsoft.com/office/drawing/2014/main" id="{2EFC3A8C-855C-CCFF-F60D-64E877F8B07C}"/>
                  </a:ext>
                </a:extLst>
              </p:cNvPr>
              <p:cNvSpPr>
                <a:spLocks/>
              </p:cNvSpPr>
              <p:nvPr/>
            </p:nvSpPr>
            <p:spPr bwMode="auto">
              <a:xfrm>
                <a:off x="12098282" y="6892386"/>
                <a:ext cx="54139" cy="101936"/>
              </a:xfrm>
              <a:custGeom>
                <a:avLst/>
                <a:gdLst>
                  <a:gd name="T0" fmla="*/ 5 w 6"/>
                  <a:gd name="T1" fmla="*/ 1 h 11"/>
                  <a:gd name="T2" fmla="*/ 5 w 6"/>
                  <a:gd name="T3" fmla="*/ 7 h 11"/>
                  <a:gd name="T4" fmla="*/ 3 w 6"/>
                  <a:gd name="T5" fmla="*/ 10 h 11"/>
                  <a:gd name="T6" fmla="*/ 1 w 6"/>
                  <a:gd name="T7" fmla="*/ 4 h 11"/>
                  <a:gd name="T8" fmla="*/ 5 w 6"/>
                  <a:gd name="T9" fmla="*/ 1 h 11"/>
                  <a:gd name="T10" fmla="*/ 5 w 6"/>
                  <a:gd name="T11" fmla="*/ 1 h 11"/>
                </a:gdLst>
                <a:ahLst/>
                <a:cxnLst>
                  <a:cxn ang="0">
                    <a:pos x="T0" y="T1"/>
                  </a:cxn>
                  <a:cxn ang="0">
                    <a:pos x="T2" y="T3"/>
                  </a:cxn>
                  <a:cxn ang="0">
                    <a:pos x="T4" y="T5"/>
                  </a:cxn>
                  <a:cxn ang="0">
                    <a:pos x="T6" y="T7"/>
                  </a:cxn>
                  <a:cxn ang="0">
                    <a:pos x="T8" y="T9"/>
                  </a:cxn>
                  <a:cxn ang="0">
                    <a:pos x="T10" y="T11"/>
                  </a:cxn>
                </a:cxnLst>
                <a:rect l="0" t="0" r="r" b="b"/>
                <a:pathLst>
                  <a:path w="6" h="11">
                    <a:moveTo>
                      <a:pt x="5" y="1"/>
                    </a:moveTo>
                    <a:cubicBezTo>
                      <a:pt x="5" y="3"/>
                      <a:pt x="6" y="5"/>
                      <a:pt x="5" y="7"/>
                    </a:cubicBezTo>
                    <a:cubicBezTo>
                      <a:pt x="4" y="8"/>
                      <a:pt x="5" y="11"/>
                      <a:pt x="3" y="10"/>
                    </a:cubicBezTo>
                    <a:cubicBezTo>
                      <a:pt x="1" y="8"/>
                      <a:pt x="0" y="6"/>
                      <a:pt x="1" y="4"/>
                    </a:cubicBezTo>
                    <a:cubicBezTo>
                      <a:pt x="1" y="3"/>
                      <a:pt x="5" y="0"/>
                      <a:pt x="5" y="1"/>
                    </a:cubicBezTo>
                    <a:cubicBezTo>
                      <a:pt x="5" y="2"/>
                      <a:pt x="5" y="0"/>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99" name="Freeform 494">
                <a:extLst>
                  <a:ext uri="{FF2B5EF4-FFF2-40B4-BE49-F238E27FC236}">
                    <a16:creationId xmlns:a16="http://schemas.microsoft.com/office/drawing/2014/main" id="{2AF0E885-CB90-992B-3586-C475076F5782}"/>
                  </a:ext>
                </a:extLst>
              </p:cNvPr>
              <p:cNvSpPr>
                <a:spLocks/>
              </p:cNvSpPr>
              <p:nvPr/>
            </p:nvSpPr>
            <p:spPr bwMode="auto">
              <a:xfrm>
                <a:off x="12079173" y="6984768"/>
                <a:ext cx="82803" cy="140163"/>
              </a:xfrm>
              <a:custGeom>
                <a:avLst/>
                <a:gdLst>
                  <a:gd name="T0" fmla="*/ 7 w 9"/>
                  <a:gd name="T1" fmla="*/ 3 h 15"/>
                  <a:gd name="T2" fmla="*/ 5 w 9"/>
                  <a:gd name="T3" fmla="*/ 2 h 15"/>
                  <a:gd name="T4" fmla="*/ 0 w 9"/>
                  <a:gd name="T5" fmla="*/ 2 h 15"/>
                  <a:gd name="T6" fmla="*/ 1 w 9"/>
                  <a:gd name="T7" fmla="*/ 8 h 15"/>
                  <a:gd name="T8" fmla="*/ 2 w 9"/>
                  <a:gd name="T9" fmla="*/ 13 h 15"/>
                  <a:gd name="T10" fmla="*/ 4 w 9"/>
                  <a:gd name="T11" fmla="*/ 14 h 15"/>
                  <a:gd name="T12" fmla="*/ 8 w 9"/>
                  <a:gd name="T13" fmla="*/ 10 h 15"/>
                  <a:gd name="T14" fmla="*/ 7 w 9"/>
                  <a:gd name="T15" fmla="*/ 3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5">
                    <a:moveTo>
                      <a:pt x="7" y="3"/>
                    </a:moveTo>
                    <a:cubicBezTo>
                      <a:pt x="6" y="3"/>
                      <a:pt x="7" y="0"/>
                      <a:pt x="5" y="2"/>
                    </a:cubicBezTo>
                    <a:cubicBezTo>
                      <a:pt x="2" y="4"/>
                      <a:pt x="3" y="4"/>
                      <a:pt x="0" y="2"/>
                    </a:cubicBezTo>
                    <a:cubicBezTo>
                      <a:pt x="0" y="2"/>
                      <a:pt x="1" y="8"/>
                      <a:pt x="1" y="8"/>
                    </a:cubicBezTo>
                    <a:cubicBezTo>
                      <a:pt x="2" y="10"/>
                      <a:pt x="2" y="11"/>
                      <a:pt x="2" y="13"/>
                    </a:cubicBezTo>
                    <a:cubicBezTo>
                      <a:pt x="2" y="14"/>
                      <a:pt x="2" y="15"/>
                      <a:pt x="4" y="14"/>
                    </a:cubicBezTo>
                    <a:cubicBezTo>
                      <a:pt x="6" y="13"/>
                      <a:pt x="8" y="13"/>
                      <a:pt x="8" y="10"/>
                    </a:cubicBezTo>
                    <a:cubicBezTo>
                      <a:pt x="8" y="9"/>
                      <a:pt x="9" y="3"/>
                      <a:pt x="7"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0" name="Freeform 495">
                <a:extLst>
                  <a:ext uri="{FF2B5EF4-FFF2-40B4-BE49-F238E27FC236}">
                    <a16:creationId xmlns:a16="http://schemas.microsoft.com/office/drawing/2014/main" id="{FDEE52F5-7FB4-A80B-E063-8F68A46DD876}"/>
                  </a:ext>
                </a:extLst>
              </p:cNvPr>
              <p:cNvSpPr>
                <a:spLocks/>
              </p:cNvSpPr>
              <p:nvPr/>
            </p:nvSpPr>
            <p:spPr bwMode="auto">
              <a:xfrm>
                <a:off x="12273444" y="7153601"/>
                <a:ext cx="149680" cy="92380"/>
              </a:xfrm>
              <a:custGeom>
                <a:avLst/>
                <a:gdLst>
                  <a:gd name="T0" fmla="*/ 5 w 16"/>
                  <a:gd name="T1" fmla="*/ 1 h 10"/>
                  <a:gd name="T2" fmla="*/ 0 w 16"/>
                  <a:gd name="T3" fmla="*/ 2 h 10"/>
                  <a:gd name="T4" fmla="*/ 3 w 16"/>
                  <a:gd name="T5" fmla="*/ 5 h 10"/>
                  <a:gd name="T6" fmla="*/ 8 w 16"/>
                  <a:gd name="T7" fmla="*/ 7 h 10"/>
                  <a:gd name="T8" fmla="*/ 14 w 16"/>
                  <a:gd name="T9" fmla="*/ 8 h 10"/>
                  <a:gd name="T10" fmla="*/ 13 w 16"/>
                  <a:gd name="T11" fmla="*/ 4 h 10"/>
                  <a:gd name="T12" fmla="*/ 15 w 16"/>
                  <a:gd name="T13" fmla="*/ 1 h 10"/>
                  <a:gd name="T14" fmla="*/ 11 w 16"/>
                  <a:gd name="T15" fmla="*/ 1 h 10"/>
                  <a:gd name="T16" fmla="*/ 5 w 16"/>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
                    <a:moveTo>
                      <a:pt x="5" y="1"/>
                    </a:moveTo>
                    <a:cubicBezTo>
                      <a:pt x="4" y="1"/>
                      <a:pt x="1" y="1"/>
                      <a:pt x="0" y="2"/>
                    </a:cubicBezTo>
                    <a:cubicBezTo>
                      <a:pt x="0" y="3"/>
                      <a:pt x="2" y="4"/>
                      <a:pt x="3" y="5"/>
                    </a:cubicBezTo>
                    <a:cubicBezTo>
                      <a:pt x="5" y="5"/>
                      <a:pt x="7" y="6"/>
                      <a:pt x="8" y="7"/>
                    </a:cubicBezTo>
                    <a:cubicBezTo>
                      <a:pt x="10" y="8"/>
                      <a:pt x="12" y="10"/>
                      <a:pt x="14" y="8"/>
                    </a:cubicBezTo>
                    <a:cubicBezTo>
                      <a:pt x="16" y="7"/>
                      <a:pt x="12" y="6"/>
                      <a:pt x="13" y="4"/>
                    </a:cubicBezTo>
                    <a:cubicBezTo>
                      <a:pt x="13" y="4"/>
                      <a:pt x="16" y="2"/>
                      <a:pt x="15" y="1"/>
                    </a:cubicBezTo>
                    <a:cubicBezTo>
                      <a:pt x="15" y="0"/>
                      <a:pt x="11" y="1"/>
                      <a:pt x="11" y="1"/>
                    </a:cubicBezTo>
                    <a:cubicBezTo>
                      <a:pt x="9" y="2"/>
                      <a:pt x="7" y="1"/>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1" name="Freeform 496">
                <a:extLst>
                  <a:ext uri="{FF2B5EF4-FFF2-40B4-BE49-F238E27FC236}">
                    <a16:creationId xmlns:a16="http://schemas.microsoft.com/office/drawing/2014/main" id="{48664284-61BD-A424-DEA3-27F58E007591}"/>
                  </a:ext>
                </a:extLst>
              </p:cNvPr>
              <p:cNvSpPr>
                <a:spLocks/>
              </p:cNvSpPr>
              <p:nvPr/>
            </p:nvSpPr>
            <p:spPr bwMode="auto">
              <a:xfrm>
                <a:off x="13161977" y="7284208"/>
                <a:ext cx="121018" cy="66896"/>
              </a:xfrm>
              <a:custGeom>
                <a:avLst/>
                <a:gdLst>
                  <a:gd name="T0" fmla="*/ 12 w 13"/>
                  <a:gd name="T1" fmla="*/ 1 h 7"/>
                  <a:gd name="T2" fmla="*/ 10 w 13"/>
                  <a:gd name="T3" fmla="*/ 2 h 7"/>
                  <a:gd name="T4" fmla="*/ 10 w 13"/>
                  <a:gd name="T5" fmla="*/ 5 h 7"/>
                  <a:gd name="T6" fmla="*/ 6 w 13"/>
                  <a:gd name="T7" fmla="*/ 6 h 7"/>
                  <a:gd name="T8" fmla="*/ 2 w 13"/>
                  <a:gd name="T9" fmla="*/ 6 h 7"/>
                  <a:gd name="T10" fmla="*/ 5 w 13"/>
                  <a:gd name="T11" fmla="*/ 3 h 7"/>
                  <a:gd name="T12" fmla="*/ 12 w 13"/>
                  <a:gd name="T13" fmla="*/ 1 h 7"/>
                  <a:gd name="T14" fmla="*/ 12 w 13"/>
                  <a:gd name="T15" fmla="*/ 1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7">
                    <a:moveTo>
                      <a:pt x="12" y="1"/>
                    </a:moveTo>
                    <a:cubicBezTo>
                      <a:pt x="12" y="1"/>
                      <a:pt x="10" y="2"/>
                      <a:pt x="10" y="2"/>
                    </a:cubicBezTo>
                    <a:cubicBezTo>
                      <a:pt x="9" y="3"/>
                      <a:pt x="10" y="5"/>
                      <a:pt x="10" y="5"/>
                    </a:cubicBezTo>
                    <a:cubicBezTo>
                      <a:pt x="9" y="5"/>
                      <a:pt x="7" y="5"/>
                      <a:pt x="6" y="6"/>
                    </a:cubicBezTo>
                    <a:cubicBezTo>
                      <a:pt x="4" y="7"/>
                      <a:pt x="3" y="7"/>
                      <a:pt x="2" y="6"/>
                    </a:cubicBezTo>
                    <a:cubicBezTo>
                      <a:pt x="0" y="4"/>
                      <a:pt x="4" y="3"/>
                      <a:pt x="5" y="3"/>
                    </a:cubicBezTo>
                    <a:cubicBezTo>
                      <a:pt x="7" y="3"/>
                      <a:pt x="10" y="2"/>
                      <a:pt x="12" y="1"/>
                    </a:cubicBezTo>
                    <a:cubicBezTo>
                      <a:pt x="13" y="0"/>
                      <a:pt x="11" y="2"/>
                      <a:pt x="1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2" name="Freeform 497">
                <a:extLst>
                  <a:ext uri="{FF2B5EF4-FFF2-40B4-BE49-F238E27FC236}">
                    <a16:creationId xmlns:a16="http://schemas.microsoft.com/office/drawing/2014/main" id="{F270560D-E643-3EA1-A6B0-DC92810E10EF}"/>
                  </a:ext>
                </a:extLst>
              </p:cNvPr>
              <p:cNvSpPr>
                <a:spLocks/>
              </p:cNvSpPr>
              <p:nvPr/>
            </p:nvSpPr>
            <p:spPr bwMode="auto">
              <a:xfrm>
                <a:off x="12760705" y="7293764"/>
                <a:ext cx="140127" cy="38227"/>
              </a:xfrm>
              <a:custGeom>
                <a:avLst/>
                <a:gdLst>
                  <a:gd name="T0" fmla="*/ 8 w 15"/>
                  <a:gd name="T1" fmla="*/ 4 h 4"/>
                  <a:gd name="T2" fmla="*/ 1 w 15"/>
                  <a:gd name="T3" fmla="*/ 1 h 4"/>
                  <a:gd name="T4" fmla="*/ 7 w 15"/>
                  <a:gd name="T5" fmla="*/ 1 h 4"/>
                  <a:gd name="T6" fmla="*/ 15 w 15"/>
                  <a:gd name="T7" fmla="*/ 2 h 4"/>
                  <a:gd name="T8" fmla="*/ 13 w 15"/>
                  <a:gd name="T9" fmla="*/ 3 h 4"/>
                  <a:gd name="T10" fmla="*/ 8 w 15"/>
                  <a:gd name="T11" fmla="*/ 4 h 4"/>
                  <a:gd name="T12" fmla="*/ 8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8" y="4"/>
                    </a:moveTo>
                    <a:cubicBezTo>
                      <a:pt x="7" y="4"/>
                      <a:pt x="0" y="2"/>
                      <a:pt x="1" y="1"/>
                    </a:cubicBezTo>
                    <a:cubicBezTo>
                      <a:pt x="1" y="0"/>
                      <a:pt x="7" y="1"/>
                      <a:pt x="7" y="1"/>
                    </a:cubicBezTo>
                    <a:cubicBezTo>
                      <a:pt x="10" y="2"/>
                      <a:pt x="12" y="2"/>
                      <a:pt x="15" y="2"/>
                    </a:cubicBezTo>
                    <a:cubicBezTo>
                      <a:pt x="15" y="2"/>
                      <a:pt x="13" y="3"/>
                      <a:pt x="13" y="3"/>
                    </a:cubicBezTo>
                    <a:cubicBezTo>
                      <a:pt x="12" y="4"/>
                      <a:pt x="10" y="4"/>
                      <a:pt x="8" y="4"/>
                    </a:cubicBezTo>
                    <a:cubicBezTo>
                      <a:pt x="6" y="4"/>
                      <a:pt x="9" y="4"/>
                      <a:pt x="8"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3" name="Freeform 498">
                <a:extLst>
                  <a:ext uri="{FF2B5EF4-FFF2-40B4-BE49-F238E27FC236}">
                    <a16:creationId xmlns:a16="http://schemas.microsoft.com/office/drawing/2014/main" id="{01E80FE7-72DB-0C61-73C4-6D8EB4A711CF}"/>
                  </a:ext>
                </a:extLst>
              </p:cNvPr>
              <p:cNvSpPr>
                <a:spLocks/>
              </p:cNvSpPr>
              <p:nvPr/>
            </p:nvSpPr>
            <p:spPr bwMode="auto">
              <a:xfrm>
                <a:off x="12693826" y="5917609"/>
                <a:ext cx="66879" cy="66896"/>
              </a:xfrm>
              <a:custGeom>
                <a:avLst/>
                <a:gdLst>
                  <a:gd name="T0" fmla="*/ 1 w 7"/>
                  <a:gd name="T1" fmla="*/ 4 h 7"/>
                  <a:gd name="T2" fmla="*/ 1 w 7"/>
                  <a:gd name="T3" fmla="*/ 1 h 7"/>
                  <a:gd name="T4" fmla="*/ 7 w 7"/>
                  <a:gd name="T5" fmla="*/ 1 h 7"/>
                  <a:gd name="T6" fmla="*/ 1 w 7"/>
                  <a:gd name="T7" fmla="*/ 4 h 7"/>
                  <a:gd name="T8" fmla="*/ 1 w 7"/>
                  <a:gd name="T9" fmla="*/ 4 h 7"/>
                </a:gdLst>
                <a:ahLst/>
                <a:cxnLst>
                  <a:cxn ang="0">
                    <a:pos x="T0" y="T1"/>
                  </a:cxn>
                  <a:cxn ang="0">
                    <a:pos x="T2" y="T3"/>
                  </a:cxn>
                  <a:cxn ang="0">
                    <a:pos x="T4" y="T5"/>
                  </a:cxn>
                  <a:cxn ang="0">
                    <a:pos x="T6" y="T7"/>
                  </a:cxn>
                  <a:cxn ang="0">
                    <a:pos x="T8" y="T9"/>
                  </a:cxn>
                </a:cxnLst>
                <a:rect l="0" t="0" r="r" b="b"/>
                <a:pathLst>
                  <a:path w="7" h="7">
                    <a:moveTo>
                      <a:pt x="1" y="4"/>
                    </a:moveTo>
                    <a:cubicBezTo>
                      <a:pt x="1" y="3"/>
                      <a:pt x="0" y="1"/>
                      <a:pt x="1" y="1"/>
                    </a:cubicBezTo>
                    <a:cubicBezTo>
                      <a:pt x="2" y="1"/>
                      <a:pt x="7" y="0"/>
                      <a:pt x="7" y="1"/>
                    </a:cubicBezTo>
                    <a:cubicBezTo>
                      <a:pt x="7" y="2"/>
                      <a:pt x="2" y="6"/>
                      <a:pt x="1" y="4"/>
                    </a:cubicBezTo>
                    <a:cubicBezTo>
                      <a:pt x="1" y="1"/>
                      <a:pt x="2" y="7"/>
                      <a:pt x="1"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4" name="Freeform 499">
                <a:extLst>
                  <a:ext uri="{FF2B5EF4-FFF2-40B4-BE49-F238E27FC236}">
                    <a16:creationId xmlns:a16="http://schemas.microsoft.com/office/drawing/2014/main" id="{0D18EA6C-743B-E9FA-8770-E850D444362B}"/>
                  </a:ext>
                </a:extLst>
              </p:cNvPr>
              <p:cNvSpPr>
                <a:spLocks/>
              </p:cNvSpPr>
              <p:nvPr/>
            </p:nvSpPr>
            <p:spPr bwMode="auto">
              <a:xfrm>
                <a:off x="12703380" y="5892125"/>
                <a:ext cx="47770" cy="25484"/>
              </a:xfrm>
              <a:custGeom>
                <a:avLst/>
                <a:gdLst>
                  <a:gd name="T0" fmla="*/ 3 w 5"/>
                  <a:gd name="T1" fmla="*/ 2 h 3"/>
                  <a:gd name="T2" fmla="*/ 0 w 5"/>
                  <a:gd name="T3" fmla="*/ 1 h 3"/>
                  <a:gd name="T4" fmla="*/ 4 w 5"/>
                  <a:gd name="T5" fmla="*/ 1 h 3"/>
                  <a:gd name="T6" fmla="*/ 3 w 5"/>
                  <a:gd name="T7" fmla="*/ 2 h 3"/>
                  <a:gd name="T8" fmla="*/ 3 w 5"/>
                  <a:gd name="T9" fmla="*/ 2 h 3"/>
                </a:gdLst>
                <a:ahLst/>
                <a:cxnLst>
                  <a:cxn ang="0">
                    <a:pos x="T0" y="T1"/>
                  </a:cxn>
                  <a:cxn ang="0">
                    <a:pos x="T2" y="T3"/>
                  </a:cxn>
                  <a:cxn ang="0">
                    <a:pos x="T4" y="T5"/>
                  </a:cxn>
                  <a:cxn ang="0">
                    <a:pos x="T6" y="T7"/>
                  </a:cxn>
                  <a:cxn ang="0">
                    <a:pos x="T8" y="T9"/>
                  </a:cxn>
                </a:cxnLst>
                <a:rect l="0" t="0" r="r" b="b"/>
                <a:pathLst>
                  <a:path w="5" h="3">
                    <a:moveTo>
                      <a:pt x="3" y="2"/>
                    </a:moveTo>
                    <a:cubicBezTo>
                      <a:pt x="2" y="2"/>
                      <a:pt x="0" y="1"/>
                      <a:pt x="0" y="1"/>
                    </a:cubicBezTo>
                    <a:cubicBezTo>
                      <a:pt x="0" y="1"/>
                      <a:pt x="4" y="0"/>
                      <a:pt x="4" y="1"/>
                    </a:cubicBezTo>
                    <a:cubicBezTo>
                      <a:pt x="5" y="2"/>
                      <a:pt x="4" y="3"/>
                      <a:pt x="3" y="2"/>
                    </a:cubicBezTo>
                    <a:cubicBezTo>
                      <a:pt x="1" y="2"/>
                      <a:pt x="5" y="3"/>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5" name="Freeform 500">
                <a:extLst>
                  <a:ext uri="{FF2B5EF4-FFF2-40B4-BE49-F238E27FC236}">
                    <a16:creationId xmlns:a16="http://schemas.microsoft.com/office/drawing/2014/main" id="{59F02913-686E-5F3B-23DA-A13757DF177B}"/>
                  </a:ext>
                </a:extLst>
              </p:cNvPr>
              <p:cNvSpPr>
                <a:spLocks/>
              </p:cNvSpPr>
              <p:nvPr/>
            </p:nvSpPr>
            <p:spPr bwMode="auto">
              <a:xfrm>
                <a:off x="12509111" y="5955834"/>
                <a:ext cx="54139" cy="92380"/>
              </a:xfrm>
              <a:custGeom>
                <a:avLst/>
                <a:gdLst>
                  <a:gd name="T0" fmla="*/ 6 w 6"/>
                  <a:gd name="T1" fmla="*/ 2 h 10"/>
                  <a:gd name="T2" fmla="*/ 3 w 6"/>
                  <a:gd name="T3" fmla="*/ 9 h 10"/>
                  <a:gd name="T4" fmla="*/ 6 w 6"/>
                  <a:gd name="T5" fmla="*/ 2 h 10"/>
                  <a:gd name="T6" fmla="*/ 6 w 6"/>
                  <a:gd name="T7" fmla="*/ 2 h 10"/>
                </a:gdLst>
                <a:ahLst/>
                <a:cxnLst>
                  <a:cxn ang="0">
                    <a:pos x="T0" y="T1"/>
                  </a:cxn>
                  <a:cxn ang="0">
                    <a:pos x="T2" y="T3"/>
                  </a:cxn>
                  <a:cxn ang="0">
                    <a:pos x="T4" y="T5"/>
                  </a:cxn>
                  <a:cxn ang="0">
                    <a:pos x="T6" y="T7"/>
                  </a:cxn>
                </a:cxnLst>
                <a:rect l="0" t="0" r="r" b="b"/>
                <a:pathLst>
                  <a:path w="6" h="10">
                    <a:moveTo>
                      <a:pt x="6" y="2"/>
                    </a:moveTo>
                    <a:cubicBezTo>
                      <a:pt x="6" y="0"/>
                      <a:pt x="0" y="10"/>
                      <a:pt x="3" y="9"/>
                    </a:cubicBezTo>
                    <a:cubicBezTo>
                      <a:pt x="4" y="9"/>
                      <a:pt x="6" y="3"/>
                      <a:pt x="6" y="2"/>
                    </a:cubicBezTo>
                    <a:cubicBezTo>
                      <a:pt x="6" y="1"/>
                      <a:pt x="6" y="3"/>
                      <a:pt x="6"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6" name="Freeform 501">
                <a:extLst>
                  <a:ext uri="{FF2B5EF4-FFF2-40B4-BE49-F238E27FC236}">
                    <a16:creationId xmlns:a16="http://schemas.microsoft.com/office/drawing/2014/main" id="{8AFFCE20-8D6D-0543-462B-3AEACDBF5F71}"/>
                  </a:ext>
                </a:extLst>
              </p:cNvPr>
              <p:cNvSpPr>
                <a:spLocks/>
              </p:cNvSpPr>
              <p:nvPr/>
            </p:nvSpPr>
            <p:spPr bwMode="auto">
              <a:xfrm>
                <a:off x="12591917" y="5796557"/>
                <a:ext cx="38217" cy="38227"/>
              </a:xfrm>
              <a:custGeom>
                <a:avLst/>
                <a:gdLst>
                  <a:gd name="T0" fmla="*/ 3 w 4"/>
                  <a:gd name="T1" fmla="*/ 3 h 4"/>
                  <a:gd name="T2" fmla="*/ 1 w 4"/>
                  <a:gd name="T3" fmla="*/ 1 h 4"/>
                  <a:gd name="T4" fmla="*/ 3 w 4"/>
                  <a:gd name="T5" fmla="*/ 0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3"/>
                      <a:pt x="0" y="2"/>
                      <a:pt x="1" y="1"/>
                    </a:cubicBezTo>
                    <a:cubicBezTo>
                      <a:pt x="2" y="1"/>
                      <a:pt x="3" y="0"/>
                      <a:pt x="3" y="0"/>
                    </a:cubicBezTo>
                    <a:cubicBezTo>
                      <a:pt x="4" y="0"/>
                      <a:pt x="4" y="2"/>
                      <a:pt x="3" y="3"/>
                    </a:cubicBezTo>
                    <a:cubicBezTo>
                      <a:pt x="2" y="4"/>
                      <a:pt x="4" y="2"/>
                      <a:pt x="3"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7" name="Freeform 502">
                <a:extLst>
                  <a:ext uri="{FF2B5EF4-FFF2-40B4-BE49-F238E27FC236}">
                    <a16:creationId xmlns:a16="http://schemas.microsoft.com/office/drawing/2014/main" id="{2FAD1DFC-DC8D-1C61-FAE9-0A5DA285493B}"/>
                  </a:ext>
                </a:extLst>
              </p:cNvPr>
              <p:cNvSpPr>
                <a:spLocks/>
              </p:cNvSpPr>
              <p:nvPr/>
            </p:nvSpPr>
            <p:spPr bwMode="auto">
              <a:xfrm>
                <a:off x="12219302" y="6086441"/>
                <a:ext cx="54139" cy="86010"/>
              </a:xfrm>
              <a:custGeom>
                <a:avLst/>
                <a:gdLst>
                  <a:gd name="T0" fmla="*/ 6 w 6"/>
                  <a:gd name="T1" fmla="*/ 2 h 9"/>
                  <a:gd name="T2" fmla="*/ 6 w 6"/>
                  <a:gd name="T3" fmla="*/ 4 h 9"/>
                  <a:gd name="T4" fmla="*/ 5 w 6"/>
                  <a:gd name="T5" fmla="*/ 9 h 9"/>
                  <a:gd name="T6" fmla="*/ 0 w 6"/>
                  <a:gd name="T7" fmla="*/ 3 h 9"/>
                  <a:gd name="T8" fmla="*/ 3 w 6"/>
                  <a:gd name="T9" fmla="*/ 3 h 9"/>
                  <a:gd name="T10" fmla="*/ 6 w 6"/>
                  <a:gd name="T11" fmla="*/ 2 h 9"/>
                  <a:gd name="T12" fmla="*/ 6 w 6"/>
                  <a:gd name="T13" fmla="*/ 2 h 9"/>
                </a:gdLst>
                <a:ahLst/>
                <a:cxnLst>
                  <a:cxn ang="0">
                    <a:pos x="T0" y="T1"/>
                  </a:cxn>
                  <a:cxn ang="0">
                    <a:pos x="T2" y="T3"/>
                  </a:cxn>
                  <a:cxn ang="0">
                    <a:pos x="T4" y="T5"/>
                  </a:cxn>
                  <a:cxn ang="0">
                    <a:pos x="T6" y="T7"/>
                  </a:cxn>
                  <a:cxn ang="0">
                    <a:pos x="T8" y="T9"/>
                  </a:cxn>
                  <a:cxn ang="0">
                    <a:pos x="T10" y="T11"/>
                  </a:cxn>
                  <a:cxn ang="0">
                    <a:pos x="T12" y="T13"/>
                  </a:cxn>
                </a:cxnLst>
                <a:rect l="0" t="0" r="r" b="b"/>
                <a:pathLst>
                  <a:path w="6" h="9">
                    <a:moveTo>
                      <a:pt x="6" y="2"/>
                    </a:moveTo>
                    <a:cubicBezTo>
                      <a:pt x="6" y="1"/>
                      <a:pt x="6" y="4"/>
                      <a:pt x="6" y="4"/>
                    </a:cubicBezTo>
                    <a:cubicBezTo>
                      <a:pt x="6" y="6"/>
                      <a:pt x="6" y="8"/>
                      <a:pt x="5" y="9"/>
                    </a:cubicBezTo>
                    <a:cubicBezTo>
                      <a:pt x="5" y="9"/>
                      <a:pt x="0" y="5"/>
                      <a:pt x="0" y="3"/>
                    </a:cubicBezTo>
                    <a:cubicBezTo>
                      <a:pt x="0" y="3"/>
                      <a:pt x="2" y="2"/>
                      <a:pt x="3" y="3"/>
                    </a:cubicBezTo>
                    <a:cubicBezTo>
                      <a:pt x="4" y="4"/>
                      <a:pt x="5" y="4"/>
                      <a:pt x="6" y="2"/>
                    </a:cubicBezTo>
                    <a:cubicBezTo>
                      <a:pt x="6" y="0"/>
                      <a:pt x="6" y="3"/>
                      <a:pt x="6"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8" name="Freeform 503">
                <a:extLst>
                  <a:ext uri="{FF2B5EF4-FFF2-40B4-BE49-F238E27FC236}">
                    <a16:creationId xmlns:a16="http://schemas.microsoft.com/office/drawing/2014/main" id="{61C0FA5C-6D18-6E5E-0EDF-FF094FAC1F3E}"/>
                  </a:ext>
                </a:extLst>
              </p:cNvPr>
              <p:cNvSpPr>
                <a:spLocks/>
              </p:cNvSpPr>
              <p:nvPr/>
            </p:nvSpPr>
            <p:spPr bwMode="auto">
              <a:xfrm>
                <a:off x="12152426" y="6105555"/>
                <a:ext cx="76432" cy="76452"/>
              </a:xfrm>
              <a:custGeom>
                <a:avLst/>
                <a:gdLst>
                  <a:gd name="T0" fmla="*/ 6 w 8"/>
                  <a:gd name="T1" fmla="*/ 7 h 8"/>
                  <a:gd name="T2" fmla="*/ 1 w 8"/>
                  <a:gd name="T3" fmla="*/ 4 h 8"/>
                  <a:gd name="T4" fmla="*/ 6 w 8"/>
                  <a:gd name="T5" fmla="*/ 7 h 8"/>
                  <a:gd name="T6" fmla="*/ 6 w 8"/>
                  <a:gd name="T7" fmla="*/ 7 h 8"/>
                </a:gdLst>
                <a:ahLst/>
                <a:cxnLst>
                  <a:cxn ang="0">
                    <a:pos x="T0" y="T1"/>
                  </a:cxn>
                  <a:cxn ang="0">
                    <a:pos x="T2" y="T3"/>
                  </a:cxn>
                  <a:cxn ang="0">
                    <a:pos x="T4" y="T5"/>
                  </a:cxn>
                  <a:cxn ang="0">
                    <a:pos x="T6" y="T7"/>
                  </a:cxn>
                </a:cxnLst>
                <a:rect l="0" t="0" r="r" b="b"/>
                <a:pathLst>
                  <a:path w="8" h="8">
                    <a:moveTo>
                      <a:pt x="6" y="7"/>
                    </a:moveTo>
                    <a:cubicBezTo>
                      <a:pt x="5" y="8"/>
                      <a:pt x="0" y="5"/>
                      <a:pt x="1" y="4"/>
                    </a:cubicBezTo>
                    <a:cubicBezTo>
                      <a:pt x="3" y="0"/>
                      <a:pt x="8" y="5"/>
                      <a:pt x="6" y="7"/>
                    </a:cubicBezTo>
                    <a:cubicBezTo>
                      <a:pt x="5" y="8"/>
                      <a:pt x="7" y="6"/>
                      <a:pt x="6"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09" name="Freeform 504">
                <a:extLst>
                  <a:ext uri="{FF2B5EF4-FFF2-40B4-BE49-F238E27FC236}">
                    <a16:creationId xmlns:a16="http://schemas.microsoft.com/office/drawing/2014/main" id="{663AAD1C-983F-52CA-CF4F-BF1783AF9925}"/>
                  </a:ext>
                </a:extLst>
              </p:cNvPr>
              <p:cNvSpPr>
                <a:spLocks/>
              </p:cNvSpPr>
              <p:nvPr/>
            </p:nvSpPr>
            <p:spPr bwMode="auto">
              <a:xfrm>
                <a:off x="11818028" y="7070776"/>
                <a:ext cx="44586" cy="35042"/>
              </a:xfrm>
              <a:custGeom>
                <a:avLst/>
                <a:gdLst>
                  <a:gd name="T0" fmla="*/ 4 w 5"/>
                  <a:gd name="T1" fmla="*/ 2 h 4"/>
                  <a:gd name="T2" fmla="*/ 3 w 5"/>
                  <a:gd name="T3" fmla="*/ 3 h 4"/>
                  <a:gd name="T4" fmla="*/ 0 w 5"/>
                  <a:gd name="T5" fmla="*/ 2 h 4"/>
                  <a:gd name="T6" fmla="*/ 4 w 5"/>
                  <a:gd name="T7" fmla="*/ 0 h 4"/>
                  <a:gd name="T8" fmla="*/ 4 w 5"/>
                  <a:gd name="T9" fmla="*/ 2 h 4"/>
                  <a:gd name="T10" fmla="*/ 4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4" y="2"/>
                    </a:moveTo>
                    <a:cubicBezTo>
                      <a:pt x="5" y="1"/>
                      <a:pt x="4" y="4"/>
                      <a:pt x="3" y="3"/>
                    </a:cubicBezTo>
                    <a:cubicBezTo>
                      <a:pt x="3" y="3"/>
                      <a:pt x="0" y="2"/>
                      <a:pt x="0" y="2"/>
                    </a:cubicBezTo>
                    <a:cubicBezTo>
                      <a:pt x="0" y="2"/>
                      <a:pt x="3" y="0"/>
                      <a:pt x="4" y="0"/>
                    </a:cubicBezTo>
                    <a:cubicBezTo>
                      <a:pt x="4" y="0"/>
                      <a:pt x="3" y="2"/>
                      <a:pt x="4" y="2"/>
                    </a:cubicBezTo>
                    <a:cubicBezTo>
                      <a:pt x="5" y="1"/>
                      <a:pt x="3" y="2"/>
                      <a:pt x="4"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0" name="Freeform 505">
                <a:extLst>
                  <a:ext uri="{FF2B5EF4-FFF2-40B4-BE49-F238E27FC236}">
                    <a16:creationId xmlns:a16="http://schemas.microsoft.com/office/drawing/2014/main" id="{24DF3D94-980A-F552-43D1-9C600240C8DF}"/>
                  </a:ext>
                </a:extLst>
              </p:cNvPr>
              <p:cNvSpPr>
                <a:spLocks/>
              </p:cNvSpPr>
              <p:nvPr/>
            </p:nvSpPr>
            <p:spPr bwMode="auto">
              <a:xfrm>
                <a:off x="11359426" y="5927165"/>
                <a:ext cx="57323" cy="57338"/>
              </a:xfrm>
              <a:custGeom>
                <a:avLst/>
                <a:gdLst>
                  <a:gd name="T0" fmla="*/ 5 w 6"/>
                  <a:gd name="T1" fmla="*/ 1 h 6"/>
                  <a:gd name="T2" fmla="*/ 4 w 6"/>
                  <a:gd name="T3" fmla="*/ 5 h 6"/>
                  <a:gd name="T4" fmla="*/ 1 w 6"/>
                  <a:gd name="T5" fmla="*/ 5 h 6"/>
                  <a:gd name="T6" fmla="*/ 5 w 6"/>
                  <a:gd name="T7" fmla="*/ 1 h 6"/>
                  <a:gd name="T8" fmla="*/ 5 w 6"/>
                  <a:gd name="T9" fmla="*/ 1 h 6"/>
                </a:gdLst>
                <a:ahLst/>
                <a:cxnLst>
                  <a:cxn ang="0">
                    <a:pos x="T0" y="T1"/>
                  </a:cxn>
                  <a:cxn ang="0">
                    <a:pos x="T2" y="T3"/>
                  </a:cxn>
                  <a:cxn ang="0">
                    <a:pos x="T4" y="T5"/>
                  </a:cxn>
                  <a:cxn ang="0">
                    <a:pos x="T6" y="T7"/>
                  </a:cxn>
                  <a:cxn ang="0">
                    <a:pos x="T8" y="T9"/>
                  </a:cxn>
                </a:cxnLst>
                <a:rect l="0" t="0" r="r" b="b"/>
                <a:pathLst>
                  <a:path w="6" h="6">
                    <a:moveTo>
                      <a:pt x="5" y="1"/>
                    </a:moveTo>
                    <a:cubicBezTo>
                      <a:pt x="6" y="2"/>
                      <a:pt x="4" y="3"/>
                      <a:pt x="4" y="5"/>
                    </a:cubicBezTo>
                    <a:cubicBezTo>
                      <a:pt x="3" y="6"/>
                      <a:pt x="2" y="6"/>
                      <a:pt x="1" y="5"/>
                    </a:cubicBezTo>
                    <a:cubicBezTo>
                      <a:pt x="0" y="4"/>
                      <a:pt x="5" y="0"/>
                      <a:pt x="5" y="1"/>
                    </a:cubicBezTo>
                    <a:cubicBezTo>
                      <a:pt x="6" y="2"/>
                      <a:pt x="5" y="0"/>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1" name="Freeform 506">
                <a:extLst>
                  <a:ext uri="{FF2B5EF4-FFF2-40B4-BE49-F238E27FC236}">
                    <a16:creationId xmlns:a16="http://schemas.microsoft.com/office/drawing/2014/main" id="{B76A47D4-D51E-9752-3BDB-41A3EB86CAA0}"/>
                  </a:ext>
                </a:extLst>
              </p:cNvPr>
              <p:cNvSpPr>
                <a:spLocks/>
              </p:cNvSpPr>
              <p:nvPr/>
            </p:nvSpPr>
            <p:spPr bwMode="auto">
              <a:xfrm>
                <a:off x="11388093" y="5994061"/>
                <a:ext cx="28662" cy="28669"/>
              </a:xfrm>
              <a:custGeom>
                <a:avLst/>
                <a:gdLst>
                  <a:gd name="T0" fmla="*/ 3 w 3"/>
                  <a:gd name="T1" fmla="*/ 1 h 3"/>
                  <a:gd name="T2" fmla="*/ 0 w 3"/>
                  <a:gd name="T3" fmla="*/ 2 h 3"/>
                  <a:gd name="T4" fmla="*/ 2 w 3"/>
                  <a:gd name="T5" fmla="*/ 3 h 3"/>
                  <a:gd name="T6" fmla="*/ 3 w 3"/>
                  <a:gd name="T7" fmla="*/ 1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1"/>
                      <a:pt x="0" y="1"/>
                      <a:pt x="0" y="2"/>
                    </a:cubicBezTo>
                    <a:cubicBezTo>
                      <a:pt x="0" y="3"/>
                      <a:pt x="2" y="3"/>
                      <a:pt x="2" y="3"/>
                    </a:cubicBezTo>
                    <a:cubicBezTo>
                      <a:pt x="3" y="3"/>
                      <a:pt x="3" y="0"/>
                      <a:pt x="3" y="1"/>
                    </a:cubicBezTo>
                    <a:cubicBezTo>
                      <a:pt x="2" y="1"/>
                      <a:pt x="3" y="1"/>
                      <a:pt x="3"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2" name="Freeform 507">
                <a:extLst>
                  <a:ext uri="{FF2B5EF4-FFF2-40B4-BE49-F238E27FC236}">
                    <a16:creationId xmlns:a16="http://schemas.microsoft.com/office/drawing/2014/main" id="{3ED603C0-A3CA-DA07-34B2-DE4FB4500F40}"/>
                  </a:ext>
                </a:extLst>
              </p:cNvPr>
              <p:cNvSpPr>
                <a:spLocks/>
              </p:cNvSpPr>
              <p:nvPr/>
            </p:nvSpPr>
            <p:spPr bwMode="auto">
              <a:xfrm>
                <a:off x="11416754" y="6022733"/>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3" name="Freeform 508">
                <a:extLst>
                  <a:ext uri="{FF2B5EF4-FFF2-40B4-BE49-F238E27FC236}">
                    <a16:creationId xmlns:a16="http://schemas.microsoft.com/office/drawing/2014/main" id="{AFF8EC42-96C1-4B4F-F885-0E84DD8E3246}"/>
                  </a:ext>
                </a:extLst>
              </p:cNvPr>
              <p:cNvSpPr>
                <a:spLocks/>
              </p:cNvSpPr>
              <p:nvPr/>
            </p:nvSpPr>
            <p:spPr bwMode="auto">
              <a:xfrm>
                <a:off x="11416754" y="6048217"/>
                <a:ext cx="9553" cy="19114"/>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cubicBezTo>
                      <a:pt x="1" y="2"/>
                      <a:pt x="1" y="0"/>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4" name="Freeform 509">
                <a:extLst>
                  <a:ext uri="{FF2B5EF4-FFF2-40B4-BE49-F238E27FC236}">
                    <a16:creationId xmlns:a16="http://schemas.microsoft.com/office/drawing/2014/main" id="{12B4A556-9B87-418E-EDF2-AC804019E978}"/>
                  </a:ext>
                </a:extLst>
              </p:cNvPr>
              <p:cNvSpPr>
                <a:spLocks/>
              </p:cNvSpPr>
              <p:nvPr/>
            </p:nvSpPr>
            <p:spPr bwMode="auto">
              <a:xfrm>
                <a:off x="11416754" y="6067328"/>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5" name="Freeform 510">
                <a:extLst>
                  <a:ext uri="{FF2B5EF4-FFF2-40B4-BE49-F238E27FC236}">
                    <a16:creationId xmlns:a16="http://schemas.microsoft.com/office/drawing/2014/main" id="{AC0C5810-B11C-F082-2E2F-5B4A1739AE5A}"/>
                  </a:ext>
                </a:extLst>
              </p:cNvPr>
              <p:cNvSpPr>
                <a:spLocks/>
              </p:cNvSpPr>
              <p:nvPr/>
            </p:nvSpPr>
            <p:spPr bwMode="auto">
              <a:xfrm>
                <a:off x="11490002" y="6207491"/>
                <a:ext cx="9553" cy="19114"/>
              </a:xfrm>
              <a:custGeom>
                <a:avLst/>
                <a:gdLst>
                  <a:gd name="T0" fmla="*/ 0 w 1"/>
                  <a:gd name="T1" fmla="*/ 0 h 2"/>
                  <a:gd name="T2" fmla="*/ 0 w 1"/>
                  <a:gd name="T3" fmla="*/ 2 h 2"/>
                  <a:gd name="T4" fmla="*/ 0 w 1"/>
                  <a:gd name="T5" fmla="*/ 0 h 2"/>
                </a:gdLst>
                <a:ahLst/>
                <a:cxnLst>
                  <a:cxn ang="0">
                    <a:pos x="T0" y="T1"/>
                  </a:cxn>
                  <a:cxn ang="0">
                    <a:pos x="T2" y="T3"/>
                  </a:cxn>
                  <a:cxn ang="0">
                    <a:pos x="T4" y="T5"/>
                  </a:cxn>
                </a:cxnLst>
                <a:rect l="0" t="0" r="r" b="b"/>
                <a:pathLst>
                  <a:path w="1" h="2">
                    <a:moveTo>
                      <a:pt x="0" y="0"/>
                    </a:moveTo>
                    <a:cubicBezTo>
                      <a:pt x="0" y="1"/>
                      <a:pt x="0" y="2"/>
                      <a:pt x="0" y="2"/>
                    </a:cubicBezTo>
                    <a:cubicBezTo>
                      <a:pt x="0" y="2"/>
                      <a:pt x="1" y="0"/>
                      <a:pt x="0"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6" name="Freeform 511">
                <a:extLst>
                  <a:ext uri="{FF2B5EF4-FFF2-40B4-BE49-F238E27FC236}">
                    <a16:creationId xmlns:a16="http://schemas.microsoft.com/office/drawing/2014/main" id="{D54876D7-556F-1447-9AE3-7B6CB26F1B1E}"/>
                  </a:ext>
                </a:extLst>
              </p:cNvPr>
              <p:cNvSpPr>
                <a:spLocks/>
              </p:cNvSpPr>
              <p:nvPr/>
            </p:nvSpPr>
            <p:spPr bwMode="auto">
              <a:xfrm>
                <a:off x="11630131" y="5787002"/>
                <a:ext cx="19109" cy="38227"/>
              </a:xfrm>
              <a:custGeom>
                <a:avLst/>
                <a:gdLst>
                  <a:gd name="T0" fmla="*/ 1 w 2"/>
                  <a:gd name="T1" fmla="*/ 4 h 4"/>
                  <a:gd name="T2" fmla="*/ 2 w 2"/>
                  <a:gd name="T3" fmla="*/ 1 h 4"/>
                  <a:gd name="T4" fmla="*/ 1 w 2"/>
                  <a:gd name="T5" fmla="*/ 4 h 4"/>
                  <a:gd name="T6" fmla="*/ 1 w 2"/>
                  <a:gd name="T7" fmla="*/ 4 h 4"/>
                </a:gdLst>
                <a:ahLst/>
                <a:cxnLst>
                  <a:cxn ang="0">
                    <a:pos x="T0" y="T1"/>
                  </a:cxn>
                  <a:cxn ang="0">
                    <a:pos x="T2" y="T3"/>
                  </a:cxn>
                  <a:cxn ang="0">
                    <a:pos x="T4" y="T5"/>
                  </a:cxn>
                  <a:cxn ang="0">
                    <a:pos x="T6" y="T7"/>
                  </a:cxn>
                </a:cxnLst>
                <a:rect l="0" t="0" r="r" b="b"/>
                <a:pathLst>
                  <a:path w="2" h="4">
                    <a:moveTo>
                      <a:pt x="1" y="4"/>
                    </a:moveTo>
                    <a:cubicBezTo>
                      <a:pt x="0" y="3"/>
                      <a:pt x="0" y="1"/>
                      <a:pt x="2" y="1"/>
                    </a:cubicBezTo>
                    <a:cubicBezTo>
                      <a:pt x="2" y="0"/>
                      <a:pt x="2" y="4"/>
                      <a:pt x="1" y="4"/>
                    </a:cubicBezTo>
                    <a:cubicBezTo>
                      <a:pt x="0" y="3"/>
                      <a:pt x="1" y="4"/>
                      <a:pt x="1"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7" name="Freeform 512">
                <a:extLst>
                  <a:ext uri="{FF2B5EF4-FFF2-40B4-BE49-F238E27FC236}">
                    <a16:creationId xmlns:a16="http://schemas.microsoft.com/office/drawing/2014/main" id="{A03807A1-A34D-6708-CCE3-D1B3F9ECA5FA}"/>
                  </a:ext>
                </a:extLst>
              </p:cNvPr>
              <p:cNvSpPr>
                <a:spLocks/>
              </p:cNvSpPr>
              <p:nvPr/>
            </p:nvSpPr>
            <p:spPr bwMode="auto">
              <a:xfrm>
                <a:off x="8260699" y="11747159"/>
                <a:ext cx="111465" cy="57338"/>
              </a:xfrm>
              <a:custGeom>
                <a:avLst/>
                <a:gdLst>
                  <a:gd name="T0" fmla="*/ 10 w 12"/>
                  <a:gd name="T1" fmla="*/ 3 h 6"/>
                  <a:gd name="T2" fmla="*/ 8 w 12"/>
                  <a:gd name="T3" fmla="*/ 2 h 6"/>
                  <a:gd name="T4" fmla="*/ 5 w 12"/>
                  <a:gd name="T5" fmla="*/ 2 h 6"/>
                  <a:gd name="T6" fmla="*/ 3 w 12"/>
                  <a:gd name="T7" fmla="*/ 1 h 6"/>
                  <a:gd name="T8" fmla="*/ 0 w 12"/>
                  <a:gd name="T9" fmla="*/ 3 h 6"/>
                  <a:gd name="T10" fmla="*/ 2 w 12"/>
                  <a:gd name="T11" fmla="*/ 5 h 6"/>
                  <a:gd name="T12" fmla="*/ 6 w 12"/>
                  <a:gd name="T13" fmla="*/ 5 h 6"/>
                  <a:gd name="T14" fmla="*/ 11 w 12"/>
                  <a:gd name="T15" fmla="*/ 3 h 6"/>
                  <a:gd name="T16" fmla="*/ 10 w 12"/>
                  <a:gd name="T17" fmla="*/ 3 h 6"/>
                  <a:gd name="T18" fmla="*/ 10 w 12"/>
                  <a:gd name="T19"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10" y="3"/>
                    </a:moveTo>
                    <a:cubicBezTo>
                      <a:pt x="9" y="3"/>
                      <a:pt x="9" y="2"/>
                      <a:pt x="8" y="2"/>
                    </a:cubicBezTo>
                    <a:cubicBezTo>
                      <a:pt x="7" y="2"/>
                      <a:pt x="6" y="2"/>
                      <a:pt x="5" y="2"/>
                    </a:cubicBezTo>
                    <a:cubicBezTo>
                      <a:pt x="4" y="2"/>
                      <a:pt x="4" y="0"/>
                      <a:pt x="3" y="1"/>
                    </a:cubicBezTo>
                    <a:cubicBezTo>
                      <a:pt x="3" y="1"/>
                      <a:pt x="0" y="3"/>
                      <a:pt x="0" y="3"/>
                    </a:cubicBezTo>
                    <a:cubicBezTo>
                      <a:pt x="0" y="3"/>
                      <a:pt x="2" y="5"/>
                      <a:pt x="2" y="5"/>
                    </a:cubicBezTo>
                    <a:cubicBezTo>
                      <a:pt x="3" y="6"/>
                      <a:pt x="5" y="5"/>
                      <a:pt x="6" y="5"/>
                    </a:cubicBezTo>
                    <a:cubicBezTo>
                      <a:pt x="7" y="5"/>
                      <a:pt x="11" y="4"/>
                      <a:pt x="11" y="3"/>
                    </a:cubicBezTo>
                    <a:cubicBezTo>
                      <a:pt x="10" y="3"/>
                      <a:pt x="10" y="3"/>
                      <a:pt x="10" y="3"/>
                    </a:cubicBezTo>
                    <a:cubicBezTo>
                      <a:pt x="9" y="3"/>
                      <a:pt x="12" y="2"/>
                      <a:pt x="10"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8" name="Freeform 513">
                <a:extLst>
                  <a:ext uri="{FF2B5EF4-FFF2-40B4-BE49-F238E27FC236}">
                    <a16:creationId xmlns:a16="http://schemas.microsoft.com/office/drawing/2014/main" id="{FE6AE0B9-EF29-C7F4-8C44-D7DDA25C8A76}"/>
                  </a:ext>
                </a:extLst>
              </p:cNvPr>
              <p:cNvSpPr>
                <a:spLocks/>
              </p:cNvSpPr>
              <p:nvPr/>
            </p:nvSpPr>
            <p:spPr bwMode="auto">
              <a:xfrm>
                <a:off x="8251144" y="11804497"/>
                <a:ext cx="82803" cy="57338"/>
              </a:xfrm>
              <a:custGeom>
                <a:avLst/>
                <a:gdLst>
                  <a:gd name="T0" fmla="*/ 7 w 9"/>
                  <a:gd name="T1" fmla="*/ 3 h 6"/>
                  <a:gd name="T2" fmla="*/ 0 w 9"/>
                  <a:gd name="T3" fmla="*/ 1 h 6"/>
                  <a:gd name="T4" fmla="*/ 2 w 9"/>
                  <a:gd name="T5" fmla="*/ 2 h 6"/>
                  <a:gd name="T6" fmla="*/ 1 w 9"/>
                  <a:gd name="T7" fmla="*/ 5 h 6"/>
                  <a:gd name="T8" fmla="*/ 3 w 9"/>
                  <a:gd name="T9" fmla="*/ 5 h 6"/>
                  <a:gd name="T10" fmla="*/ 4 w 9"/>
                  <a:gd name="T11" fmla="*/ 5 h 6"/>
                  <a:gd name="T12" fmla="*/ 7 w 9"/>
                  <a:gd name="T13" fmla="*/ 3 h 6"/>
                  <a:gd name="T14" fmla="*/ 7 w 9"/>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7" y="3"/>
                    </a:moveTo>
                    <a:cubicBezTo>
                      <a:pt x="7" y="2"/>
                      <a:pt x="0" y="0"/>
                      <a:pt x="0" y="1"/>
                    </a:cubicBezTo>
                    <a:cubicBezTo>
                      <a:pt x="0" y="1"/>
                      <a:pt x="2" y="2"/>
                      <a:pt x="2" y="2"/>
                    </a:cubicBezTo>
                    <a:cubicBezTo>
                      <a:pt x="3" y="3"/>
                      <a:pt x="1" y="4"/>
                      <a:pt x="1" y="5"/>
                    </a:cubicBezTo>
                    <a:cubicBezTo>
                      <a:pt x="1" y="6"/>
                      <a:pt x="3" y="5"/>
                      <a:pt x="3" y="5"/>
                    </a:cubicBezTo>
                    <a:cubicBezTo>
                      <a:pt x="4" y="4"/>
                      <a:pt x="3" y="5"/>
                      <a:pt x="4" y="5"/>
                    </a:cubicBezTo>
                    <a:cubicBezTo>
                      <a:pt x="5" y="6"/>
                      <a:pt x="9" y="4"/>
                      <a:pt x="7" y="3"/>
                    </a:cubicBezTo>
                    <a:cubicBezTo>
                      <a:pt x="6" y="2"/>
                      <a:pt x="8" y="3"/>
                      <a:pt x="7"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19" name="Freeform 514">
                <a:extLst>
                  <a:ext uri="{FF2B5EF4-FFF2-40B4-BE49-F238E27FC236}">
                    <a16:creationId xmlns:a16="http://schemas.microsoft.com/office/drawing/2014/main" id="{343FEE49-F11C-8AD9-FDEC-B31BF07B3333}"/>
                  </a:ext>
                </a:extLst>
              </p:cNvPr>
              <p:cNvSpPr>
                <a:spLocks/>
              </p:cNvSpPr>
              <p:nvPr/>
            </p:nvSpPr>
            <p:spPr bwMode="auto">
              <a:xfrm>
                <a:off x="8241593" y="11731231"/>
                <a:ext cx="73248" cy="44598"/>
              </a:xfrm>
              <a:custGeom>
                <a:avLst/>
                <a:gdLst>
                  <a:gd name="T0" fmla="*/ 6 w 8"/>
                  <a:gd name="T1" fmla="*/ 0 h 5"/>
                  <a:gd name="T2" fmla="*/ 3 w 8"/>
                  <a:gd name="T3" fmla="*/ 1 h 5"/>
                  <a:gd name="T4" fmla="*/ 0 w 8"/>
                  <a:gd name="T5" fmla="*/ 1 h 5"/>
                  <a:gd name="T6" fmla="*/ 0 w 8"/>
                  <a:gd name="T7" fmla="*/ 3 h 5"/>
                  <a:gd name="T8" fmla="*/ 5 w 8"/>
                  <a:gd name="T9" fmla="*/ 2 h 5"/>
                  <a:gd name="T10" fmla="*/ 6 w 8"/>
                  <a:gd name="T11" fmla="*/ 0 h 5"/>
                  <a:gd name="T12" fmla="*/ 6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6" y="0"/>
                    </a:moveTo>
                    <a:cubicBezTo>
                      <a:pt x="5" y="0"/>
                      <a:pt x="4" y="1"/>
                      <a:pt x="3" y="1"/>
                    </a:cubicBezTo>
                    <a:cubicBezTo>
                      <a:pt x="2" y="0"/>
                      <a:pt x="0" y="1"/>
                      <a:pt x="0" y="1"/>
                    </a:cubicBezTo>
                    <a:cubicBezTo>
                      <a:pt x="1" y="0"/>
                      <a:pt x="0" y="4"/>
                      <a:pt x="0" y="3"/>
                    </a:cubicBezTo>
                    <a:cubicBezTo>
                      <a:pt x="1" y="5"/>
                      <a:pt x="4" y="3"/>
                      <a:pt x="5" y="2"/>
                    </a:cubicBezTo>
                    <a:cubicBezTo>
                      <a:pt x="6" y="2"/>
                      <a:pt x="8" y="0"/>
                      <a:pt x="6" y="0"/>
                    </a:cubicBezTo>
                    <a:cubicBezTo>
                      <a:pt x="5" y="0"/>
                      <a:pt x="8" y="0"/>
                      <a:pt x="6"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0" name="Freeform 515">
                <a:extLst>
                  <a:ext uri="{FF2B5EF4-FFF2-40B4-BE49-F238E27FC236}">
                    <a16:creationId xmlns:a16="http://schemas.microsoft.com/office/drawing/2014/main" id="{378F6E91-115D-6819-D7A6-82231B6F9631}"/>
                  </a:ext>
                </a:extLst>
              </p:cNvPr>
              <p:cNvSpPr>
                <a:spLocks/>
              </p:cNvSpPr>
              <p:nvPr/>
            </p:nvSpPr>
            <p:spPr bwMode="auto">
              <a:xfrm>
                <a:off x="8203376" y="11766272"/>
                <a:ext cx="76432" cy="47785"/>
              </a:xfrm>
              <a:custGeom>
                <a:avLst/>
                <a:gdLst>
                  <a:gd name="T0" fmla="*/ 7 w 8"/>
                  <a:gd name="T1" fmla="*/ 4 h 5"/>
                  <a:gd name="T2" fmla="*/ 1 w 8"/>
                  <a:gd name="T3" fmla="*/ 1 h 5"/>
                  <a:gd name="T4" fmla="*/ 7 w 8"/>
                  <a:gd name="T5" fmla="*/ 4 h 5"/>
                </a:gdLst>
                <a:ahLst/>
                <a:cxnLst>
                  <a:cxn ang="0">
                    <a:pos x="T0" y="T1"/>
                  </a:cxn>
                  <a:cxn ang="0">
                    <a:pos x="T2" y="T3"/>
                  </a:cxn>
                  <a:cxn ang="0">
                    <a:pos x="T4" y="T5"/>
                  </a:cxn>
                </a:cxnLst>
                <a:rect l="0" t="0" r="r" b="b"/>
                <a:pathLst>
                  <a:path w="8" h="5">
                    <a:moveTo>
                      <a:pt x="7" y="4"/>
                    </a:moveTo>
                    <a:cubicBezTo>
                      <a:pt x="6" y="3"/>
                      <a:pt x="0" y="0"/>
                      <a:pt x="1" y="1"/>
                    </a:cubicBezTo>
                    <a:cubicBezTo>
                      <a:pt x="2" y="2"/>
                      <a:pt x="8" y="5"/>
                      <a:pt x="7"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1" name="Freeform 516">
                <a:extLst>
                  <a:ext uri="{FF2B5EF4-FFF2-40B4-BE49-F238E27FC236}">
                    <a16:creationId xmlns:a16="http://schemas.microsoft.com/office/drawing/2014/main" id="{2E9068AC-707B-07E7-50EC-CB745BA7DF3D}"/>
                  </a:ext>
                </a:extLst>
              </p:cNvPr>
              <p:cNvSpPr>
                <a:spLocks/>
              </p:cNvSpPr>
              <p:nvPr/>
            </p:nvSpPr>
            <p:spPr bwMode="auto">
              <a:xfrm>
                <a:off x="8184267" y="11702559"/>
                <a:ext cx="28662" cy="28669"/>
              </a:xfrm>
              <a:custGeom>
                <a:avLst/>
                <a:gdLst>
                  <a:gd name="T0" fmla="*/ 2 w 3"/>
                  <a:gd name="T1" fmla="*/ 2 h 3"/>
                  <a:gd name="T2" fmla="*/ 0 w 3"/>
                  <a:gd name="T3" fmla="*/ 1 h 3"/>
                  <a:gd name="T4" fmla="*/ 2 w 3"/>
                  <a:gd name="T5" fmla="*/ 2 h 3"/>
                  <a:gd name="T6" fmla="*/ 2 w 3"/>
                  <a:gd name="T7" fmla="*/ 2 h 3"/>
                </a:gdLst>
                <a:ahLst/>
                <a:cxnLst>
                  <a:cxn ang="0">
                    <a:pos x="T0" y="T1"/>
                  </a:cxn>
                  <a:cxn ang="0">
                    <a:pos x="T2" y="T3"/>
                  </a:cxn>
                  <a:cxn ang="0">
                    <a:pos x="T4" y="T5"/>
                  </a:cxn>
                  <a:cxn ang="0">
                    <a:pos x="T6" y="T7"/>
                  </a:cxn>
                </a:cxnLst>
                <a:rect l="0" t="0" r="r" b="b"/>
                <a:pathLst>
                  <a:path w="3" h="3">
                    <a:moveTo>
                      <a:pt x="2" y="2"/>
                    </a:moveTo>
                    <a:cubicBezTo>
                      <a:pt x="2" y="3"/>
                      <a:pt x="1" y="2"/>
                      <a:pt x="0" y="1"/>
                    </a:cubicBezTo>
                    <a:cubicBezTo>
                      <a:pt x="0" y="0"/>
                      <a:pt x="3" y="0"/>
                      <a:pt x="2" y="2"/>
                    </a:cubicBezTo>
                    <a:cubicBezTo>
                      <a:pt x="2" y="3"/>
                      <a:pt x="2" y="1"/>
                      <a:pt x="2"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2" name="Freeform 517">
                <a:extLst>
                  <a:ext uri="{FF2B5EF4-FFF2-40B4-BE49-F238E27FC236}">
                    <a16:creationId xmlns:a16="http://schemas.microsoft.com/office/drawing/2014/main" id="{65B36665-9F1B-14C8-775B-B4EB56066246}"/>
                  </a:ext>
                </a:extLst>
              </p:cNvPr>
              <p:cNvSpPr>
                <a:spLocks/>
              </p:cNvSpPr>
              <p:nvPr/>
            </p:nvSpPr>
            <p:spPr bwMode="auto">
              <a:xfrm>
                <a:off x="8184267" y="11626107"/>
                <a:ext cx="66879" cy="66896"/>
              </a:xfrm>
              <a:custGeom>
                <a:avLst/>
                <a:gdLst>
                  <a:gd name="T0" fmla="*/ 5 w 7"/>
                  <a:gd name="T1" fmla="*/ 2 h 7"/>
                  <a:gd name="T2" fmla="*/ 4 w 7"/>
                  <a:gd name="T3" fmla="*/ 0 h 7"/>
                  <a:gd name="T4" fmla="*/ 2 w 7"/>
                  <a:gd name="T5" fmla="*/ 1 h 7"/>
                  <a:gd name="T6" fmla="*/ 0 w 7"/>
                  <a:gd name="T7" fmla="*/ 1 h 7"/>
                  <a:gd name="T8" fmla="*/ 2 w 7"/>
                  <a:gd name="T9" fmla="*/ 4 h 7"/>
                  <a:gd name="T10" fmla="*/ 0 w 7"/>
                  <a:gd name="T11" fmla="*/ 6 h 7"/>
                  <a:gd name="T12" fmla="*/ 3 w 7"/>
                  <a:gd name="T13" fmla="*/ 5 h 7"/>
                  <a:gd name="T14" fmla="*/ 4 w 7"/>
                  <a:gd name="T15" fmla="*/ 2 h 7"/>
                  <a:gd name="T16" fmla="*/ 4 w 7"/>
                  <a:gd name="T17" fmla="*/ 4 h 7"/>
                  <a:gd name="T18" fmla="*/ 6 w 7"/>
                  <a:gd name="T19" fmla="*/ 2 h 7"/>
                  <a:gd name="T20" fmla="*/ 5 w 7"/>
                  <a:gd name="T21" fmla="*/ 2 h 7"/>
                  <a:gd name="T22" fmla="*/ 5 w 7"/>
                  <a:gd name="T23"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 h="7">
                    <a:moveTo>
                      <a:pt x="5" y="2"/>
                    </a:moveTo>
                    <a:cubicBezTo>
                      <a:pt x="5" y="1"/>
                      <a:pt x="4" y="1"/>
                      <a:pt x="4" y="0"/>
                    </a:cubicBezTo>
                    <a:cubicBezTo>
                      <a:pt x="3" y="0"/>
                      <a:pt x="1" y="0"/>
                      <a:pt x="2" y="1"/>
                    </a:cubicBezTo>
                    <a:cubicBezTo>
                      <a:pt x="4" y="3"/>
                      <a:pt x="1" y="2"/>
                      <a:pt x="0" y="1"/>
                    </a:cubicBezTo>
                    <a:cubicBezTo>
                      <a:pt x="1" y="3"/>
                      <a:pt x="2" y="3"/>
                      <a:pt x="2" y="4"/>
                    </a:cubicBezTo>
                    <a:cubicBezTo>
                      <a:pt x="3" y="6"/>
                      <a:pt x="1" y="5"/>
                      <a:pt x="0" y="6"/>
                    </a:cubicBezTo>
                    <a:cubicBezTo>
                      <a:pt x="0" y="7"/>
                      <a:pt x="4" y="6"/>
                      <a:pt x="3" y="5"/>
                    </a:cubicBezTo>
                    <a:cubicBezTo>
                      <a:pt x="3" y="5"/>
                      <a:pt x="4" y="3"/>
                      <a:pt x="4" y="2"/>
                    </a:cubicBezTo>
                    <a:cubicBezTo>
                      <a:pt x="4" y="2"/>
                      <a:pt x="4" y="3"/>
                      <a:pt x="4" y="4"/>
                    </a:cubicBezTo>
                    <a:cubicBezTo>
                      <a:pt x="4" y="3"/>
                      <a:pt x="6" y="2"/>
                      <a:pt x="6" y="2"/>
                    </a:cubicBezTo>
                    <a:cubicBezTo>
                      <a:pt x="6" y="2"/>
                      <a:pt x="6" y="2"/>
                      <a:pt x="5" y="2"/>
                    </a:cubicBezTo>
                    <a:cubicBezTo>
                      <a:pt x="5" y="1"/>
                      <a:pt x="7" y="2"/>
                      <a:pt x="5"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3" name="Freeform 518">
                <a:extLst>
                  <a:ext uri="{FF2B5EF4-FFF2-40B4-BE49-F238E27FC236}">
                    <a16:creationId xmlns:a16="http://schemas.microsoft.com/office/drawing/2014/main" id="{80C45AA7-0F88-8427-032E-446E6DDDD3BD}"/>
                  </a:ext>
                </a:extLst>
              </p:cNvPr>
              <p:cNvSpPr>
                <a:spLocks/>
              </p:cNvSpPr>
              <p:nvPr/>
            </p:nvSpPr>
            <p:spPr bwMode="auto">
              <a:xfrm>
                <a:off x="8174712" y="11505057"/>
                <a:ext cx="47770" cy="101936"/>
              </a:xfrm>
              <a:custGeom>
                <a:avLst/>
                <a:gdLst>
                  <a:gd name="T0" fmla="*/ 5 w 5"/>
                  <a:gd name="T1" fmla="*/ 7 h 11"/>
                  <a:gd name="T2" fmla="*/ 2 w 5"/>
                  <a:gd name="T3" fmla="*/ 2 h 11"/>
                  <a:gd name="T4" fmla="*/ 1 w 5"/>
                  <a:gd name="T5" fmla="*/ 6 h 11"/>
                  <a:gd name="T6" fmla="*/ 0 w 5"/>
                  <a:gd name="T7" fmla="*/ 9 h 11"/>
                  <a:gd name="T8" fmla="*/ 2 w 5"/>
                  <a:gd name="T9" fmla="*/ 7 h 11"/>
                  <a:gd name="T10" fmla="*/ 5 w 5"/>
                  <a:gd name="T11" fmla="*/ 7 h 11"/>
                  <a:gd name="T12" fmla="*/ 5 w 5"/>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5" h="11">
                    <a:moveTo>
                      <a:pt x="5" y="7"/>
                    </a:moveTo>
                    <a:cubicBezTo>
                      <a:pt x="5" y="6"/>
                      <a:pt x="4" y="0"/>
                      <a:pt x="2" y="2"/>
                    </a:cubicBezTo>
                    <a:cubicBezTo>
                      <a:pt x="2" y="3"/>
                      <a:pt x="3" y="6"/>
                      <a:pt x="1" y="6"/>
                    </a:cubicBezTo>
                    <a:cubicBezTo>
                      <a:pt x="0" y="6"/>
                      <a:pt x="0" y="7"/>
                      <a:pt x="0" y="9"/>
                    </a:cubicBezTo>
                    <a:cubicBezTo>
                      <a:pt x="1" y="9"/>
                      <a:pt x="2" y="7"/>
                      <a:pt x="2" y="7"/>
                    </a:cubicBezTo>
                    <a:cubicBezTo>
                      <a:pt x="1" y="7"/>
                      <a:pt x="5" y="11"/>
                      <a:pt x="5" y="7"/>
                    </a:cubicBezTo>
                    <a:cubicBezTo>
                      <a:pt x="5" y="6"/>
                      <a:pt x="5" y="8"/>
                      <a:pt x="5"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4" name="Freeform 519">
                <a:extLst>
                  <a:ext uri="{FF2B5EF4-FFF2-40B4-BE49-F238E27FC236}">
                    <a16:creationId xmlns:a16="http://schemas.microsoft.com/office/drawing/2014/main" id="{BF0DDE4F-1FC7-14FF-9F86-B9D504BF5E90}"/>
                  </a:ext>
                </a:extLst>
              </p:cNvPr>
              <p:cNvSpPr>
                <a:spLocks/>
              </p:cNvSpPr>
              <p:nvPr/>
            </p:nvSpPr>
            <p:spPr bwMode="auto">
              <a:xfrm>
                <a:off x="8165159" y="11587880"/>
                <a:ext cx="28662" cy="57338"/>
              </a:xfrm>
              <a:custGeom>
                <a:avLst/>
                <a:gdLst>
                  <a:gd name="T0" fmla="*/ 3 w 3"/>
                  <a:gd name="T1" fmla="*/ 2 h 6"/>
                  <a:gd name="T2" fmla="*/ 1 w 3"/>
                  <a:gd name="T3" fmla="*/ 6 h 6"/>
                  <a:gd name="T4" fmla="*/ 3 w 3"/>
                  <a:gd name="T5" fmla="*/ 2 h 6"/>
                  <a:gd name="T6" fmla="*/ 3 w 3"/>
                  <a:gd name="T7" fmla="*/ 2 h 6"/>
                </a:gdLst>
                <a:ahLst/>
                <a:cxnLst>
                  <a:cxn ang="0">
                    <a:pos x="T0" y="T1"/>
                  </a:cxn>
                  <a:cxn ang="0">
                    <a:pos x="T2" y="T3"/>
                  </a:cxn>
                  <a:cxn ang="0">
                    <a:pos x="T4" y="T5"/>
                  </a:cxn>
                  <a:cxn ang="0">
                    <a:pos x="T6" y="T7"/>
                  </a:cxn>
                </a:cxnLst>
                <a:rect l="0" t="0" r="r" b="b"/>
                <a:pathLst>
                  <a:path w="3" h="6">
                    <a:moveTo>
                      <a:pt x="3" y="2"/>
                    </a:moveTo>
                    <a:cubicBezTo>
                      <a:pt x="2" y="0"/>
                      <a:pt x="0" y="5"/>
                      <a:pt x="1" y="6"/>
                    </a:cubicBezTo>
                    <a:cubicBezTo>
                      <a:pt x="0" y="5"/>
                      <a:pt x="3" y="3"/>
                      <a:pt x="3" y="2"/>
                    </a:cubicBezTo>
                    <a:cubicBezTo>
                      <a:pt x="2" y="1"/>
                      <a:pt x="3" y="2"/>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5" name="Freeform 520">
                <a:extLst>
                  <a:ext uri="{FF2B5EF4-FFF2-40B4-BE49-F238E27FC236}">
                    <a16:creationId xmlns:a16="http://schemas.microsoft.com/office/drawing/2014/main" id="{AA935588-E873-D132-E303-3E966B1E755E}"/>
                  </a:ext>
                </a:extLst>
              </p:cNvPr>
              <p:cNvSpPr>
                <a:spLocks/>
              </p:cNvSpPr>
              <p:nvPr/>
            </p:nvSpPr>
            <p:spPr bwMode="auto">
              <a:xfrm>
                <a:off x="8165159" y="11466830"/>
                <a:ext cx="47770" cy="66896"/>
              </a:xfrm>
              <a:custGeom>
                <a:avLst/>
                <a:gdLst>
                  <a:gd name="T0" fmla="*/ 4 w 5"/>
                  <a:gd name="T1" fmla="*/ 2 h 7"/>
                  <a:gd name="T2" fmla="*/ 3 w 5"/>
                  <a:gd name="T3" fmla="*/ 0 h 7"/>
                  <a:gd name="T4" fmla="*/ 2 w 5"/>
                  <a:gd name="T5" fmla="*/ 3 h 7"/>
                  <a:gd name="T6" fmla="*/ 1 w 5"/>
                  <a:gd name="T7" fmla="*/ 2 h 7"/>
                  <a:gd name="T8" fmla="*/ 0 w 5"/>
                  <a:gd name="T9" fmla="*/ 5 h 7"/>
                  <a:gd name="T10" fmla="*/ 2 w 5"/>
                  <a:gd name="T11" fmla="*/ 7 h 7"/>
                  <a:gd name="T12" fmla="*/ 5 w 5"/>
                  <a:gd name="T13" fmla="*/ 5 h 7"/>
                  <a:gd name="T14" fmla="*/ 4 w 5"/>
                  <a:gd name="T15" fmla="*/ 2 h 7"/>
                  <a:gd name="T16" fmla="*/ 4 w 5"/>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7">
                    <a:moveTo>
                      <a:pt x="4" y="2"/>
                    </a:moveTo>
                    <a:cubicBezTo>
                      <a:pt x="3" y="3"/>
                      <a:pt x="3" y="0"/>
                      <a:pt x="3" y="0"/>
                    </a:cubicBezTo>
                    <a:cubicBezTo>
                      <a:pt x="3" y="0"/>
                      <a:pt x="3" y="3"/>
                      <a:pt x="2" y="3"/>
                    </a:cubicBezTo>
                    <a:cubicBezTo>
                      <a:pt x="2" y="3"/>
                      <a:pt x="2" y="2"/>
                      <a:pt x="1" y="2"/>
                    </a:cubicBezTo>
                    <a:cubicBezTo>
                      <a:pt x="2" y="2"/>
                      <a:pt x="0" y="5"/>
                      <a:pt x="0" y="5"/>
                    </a:cubicBezTo>
                    <a:cubicBezTo>
                      <a:pt x="0" y="4"/>
                      <a:pt x="4" y="5"/>
                      <a:pt x="2" y="7"/>
                    </a:cubicBezTo>
                    <a:cubicBezTo>
                      <a:pt x="3" y="6"/>
                      <a:pt x="5" y="6"/>
                      <a:pt x="5" y="5"/>
                    </a:cubicBezTo>
                    <a:cubicBezTo>
                      <a:pt x="5" y="4"/>
                      <a:pt x="4" y="1"/>
                      <a:pt x="4" y="2"/>
                    </a:cubicBezTo>
                    <a:cubicBezTo>
                      <a:pt x="3" y="3"/>
                      <a:pt x="4" y="1"/>
                      <a:pt x="4"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6" name="Freeform 521">
                <a:extLst>
                  <a:ext uri="{FF2B5EF4-FFF2-40B4-BE49-F238E27FC236}">
                    <a16:creationId xmlns:a16="http://schemas.microsoft.com/office/drawing/2014/main" id="{2764394A-A1EA-B1CD-498B-AF809AAFBC9F}"/>
                  </a:ext>
                </a:extLst>
              </p:cNvPr>
              <p:cNvSpPr>
                <a:spLocks/>
              </p:cNvSpPr>
              <p:nvPr/>
            </p:nvSpPr>
            <p:spPr bwMode="auto">
              <a:xfrm>
                <a:off x="8212931" y="11282067"/>
                <a:ext cx="47770" cy="44598"/>
              </a:xfrm>
              <a:custGeom>
                <a:avLst/>
                <a:gdLst>
                  <a:gd name="T0" fmla="*/ 3 w 5"/>
                  <a:gd name="T1" fmla="*/ 4 h 5"/>
                  <a:gd name="T2" fmla="*/ 3 w 5"/>
                  <a:gd name="T3" fmla="*/ 0 h 5"/>
                  <a:gd name="T4" fmla="*/ 0 w 5"/>
                  <a:gd name="T5" fmla="*/ 0 h 5"/>
                  <a:gd name="T6" fmla="*/ 2 w 5"/>
                  <a:gd name="T7" fmla="*/ 1 h 5"/>
                  <a:gd name="T8" fmla="*/ 3 w 5"/>
                  <a:gd name="T9" fmla="*/ 4 h 5"/>
                  <a:gd name="T10" fmla="*/ 3 w 5"/>
                  <a:gd name="T11" fmla="*/ 4 h 5"/>
                </a:gdLst>
                <a:ahLst/>
                <a:cxnLst>
                  <a:cxn ang="0">
                    <a:pos x="T0" y="T1"/>
                  </a:cxn>
                  <a:cxn ang="0">
                    <a:pos x="T2" y="T3"/>
                  </a:cxn>
                  <a:cxn ang="0">
                    <a:pos x="T4" y="T5"/>
                  </a:cxn>
                  <a:cxn ang="0">
                    <a:pos x="T6" y="T7"/>
                  </a:cxn>
                  <a:cxn ang="0">
                    <a:pos x="T8" y="T9"/>
                  </a:cxn>
                  <a:cxn ang="0">
                    <a:pos x="T10" y="T11"/>
                  </a:cxn>
                </a:cxnLst>
                <a:rect l="0" t="0" r="r" b="b"/>
                <a:pathLst>
                  <a:path w="5" h="5">
                    <a:moveTo>
                      <a:pt x="3" y="4"/>
                    </a:moveTo>
                    <a:cubicBezTo>
                      <a:pt x="5" y="2"/>
                      <a:pt x="2" y="2"/>
                      <a:pt x="3" y="0"/>
                    </a:cubicBezTo>
                    <a:cubicBezTo>
                      <a:pt x="3" y="0"/>
                      <a:pt x="1" y="0"/>
                      <a:pt x="0" y="0"/>
                    </a:cubicBezTo>
                    <a:cubicBezTo>
                      <a:pt x="0" y="0"/>
                      <a:pt x="2" y="1"/>
                      <a:pt x="2" y="1"/>
                    </a:cubicBezTo>
                    <a:cubicBezTo>
                      <a:pt x="2" y="2"/>
                      <a:pt x="3" y="4"/>
                      <a:pt x="3" y="4"/>
                    </a:cubicBezTo>
                    <a:cubicBezTo>
                      <a:pt x="4" y="3"/>
                      <a:pt x="2" y="5"/>
                      <a:pt x="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7" name="Freeform 522">
                <a:extLst>
                  <a:ext uri="{FF2B5EF4-FFF2-40B4-BE49-F238E27FC236}">
                    <a16:creationId xmlns:a16="http://schemas.microsoft.com/office/drawing/2014/main" id="{B2BCFB89-ED1E-0F01-7E8A-4246CDB3BB22}"/>
                  </a:ext>
                </a:extLst>
              </p:cNvPr>
              <p:cNvSpPr>
                <a:spLocks/>
              </p:cNvSpPr>
              <p:nvPr/>
            </p:nvSpPr>
            <p:spPr bwMode="auto">
              <a:xfrm>
                <a:off x="8222485" y="11113235"/>
                <a:ext cx="57323" cy="101936"/>
              </a:xfrm>
              <a:custGeom>
                <a:avLst/>
                <a:gdLst>
                  <a:gd name="T0" fmla="*/ 3 w 6"/>
                  <a:gd name="T1" fmla="*/ 10 h 11"/>
                  <a:gd name="T2" fmla="*/ 0 w 6"/>
                  <a:gd name="T3" fmla="*/ 9 h 11"/>
                  <a:gd name="T4" fmla="*/ 1 w 6"/>
                  <a:gd name="T5" fmla="*/ 2 h 11"/>
                  <a:gd name="T6" fmla="*/ 4 w 6"/>
                  <a:gd name="T7" fmla="*/ 3 h 11"/>
                  <a:gd name="T8" fmla="*/ 3 w 6"/>
                  <a:gd name="T9" fmla="*/ 10 h 11"/>
                  <a:gd name="T10" fmla="*/ 3 w 6"/>
                  <a:gd name="T11" fmla="*/ 10 h 11"/>
                </a:gdLst>
                <a:ahLst/>
                <a:cxnLst>
                  <a:cxn ang="0">
                    <a:pos x="T0" y="T1"/>
                  </a:cxn>
                  <a:cxn ang="0">
                    <a:pos x="T2" y="T3"/>
                  </a:cxn>
                  <a:cxn ang="0">
                    <a:pos x="T4" y="T5"/>
                  </a:cxn>
                  <a:cxn ang="0">
                    <a:pos x="T6" y="T7"/>
                  </a:cxn>
                  <a:cxn ang="0">
                    <a:pos x="T8" y="T9"/>
                  </a:cxn>
                  <a:cxn ang="0">
                    <a:pos x="T10" y="T11"/>
                  </a:cxn>
                </a:cxnLst>
                <a:rect l="0" t="0" r="r" b="b"/>
                <a:pathLst>
                  <a:path w="6" h="11">
                    <a:moveTo>
                      <a:pt x="3" y="10"/>
                    </a:moveTo>
                    <a:cubicBezTo>
                      <a:pt x="1" y="11"/>
                      <a:pt x="0" y="11"/>
                      <a:pt x="0" y="9"/>
                    </a:cubicBezTo>
                    <a:cubicBezTo>
                      <a:pt x="1" y="7"/>
                      <a:pt x="1" y="4"/>
                      <a:pt x="1" y="2"/>
                    </a:cubicBezTo>
                    <a:cubicBezTo>
                      <a:pt x="1" y="0"/>
                      <a:pt x="5" y="0"/>
                      <a:pt x="4" y="3"/>
                    </a:cubicBezTo>
                    <a:cubicBezTo>
                      <a:pt x="4" y="5"/>
                      <a:pt x="6" y="8"/>
                      <a:pt x="3" y="10"/>
                    </a:cubicBezTo>
                    <a:cubicBezTo>
                      <a:pt x="2" y="10"/>
                      <a:pt x="4" y="9"/>
                      <a:pt x="3"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8" name="Freeform 523">
                <a:extLst>
                  <a:ext uri="{FF2B5EF4-FFF2-40B4-BE49-F238E27FC236}">
                    <a16:creationId xmlns:a16="http://schemas.microsoft.com/office/drawing/2014/main" id="{2A195E12-7E03-257D-CBDB-D3964D5BA06D}"/>
                  </a:ext>
                </a:extLst>
              </p:cNvPr>
              <p:cNvSpPr>
                <a:spLocks/>
              </p:cNvSpPr>
              <p:nvPr/>
            </p:nvSpPr>
            <p:spPr bwMode="auto">
              <a:xfrm>
                <a:off x="8410382" y="8462859"/>
                <a:ext cx="44586" cy="38227"/>
              </a:xfrm>
              <a:custGeom>
                <a:avLst/>
                <a:gdLst>
                  <a:gd name="T0" fmla="*/ 3 w 5"/>
                  <a:gd name="T1" fmla="*/ 3 h 4"/>
                  <a:gd name="T2" fmla="*/ 1 w 5"/>
                  <a:gd name="T3" fmla="*/ 1 h 4"/>
                  <a:gd name="T4" fmla="*/ 3 w 5"/>
                  <a:gd name="T5" fmla="*/ 3 h 4"/>
                  <a:gd name="T6" fmla="*/ 3 w 5"/>
                  <a:gd name="T7" fmla="*/ 3 h 4"/>
                </a:gdLst>
                <a:ahLst/>
                <a:cxnLst>
                  <a:cxn ang="0">
                    <a:pos x="T0" y="T1"/>
                  </a:cxn>
                  <a:cxn ang="0">
                    <a:pos x="T2" y="T3"/>
                  </a:cxn>
                  <a:cxn ang="0">
                    <a:pos x="T4" y="T5"/>
                  </a:cxn>
                  <a:cxn ang="0">
                    <a:pos x="T6" y="T7"/>
                  </a:cxn>
                </a:cxnLst>
                <a:rect l="0" t="0" r="r" b="b"/>
                <a:pathLst>
                  <a:path w="5" h="4">
                    <a:moveTo>
                      <a:pt x="3" y="3"/>
                    </a:moveTo>
                    <a:cubicBezTo>
                      <a:pt x="2" y="4"/>
                      <a:pt x="0" y="3"/>
                      <a:pt x="1" y="1"/>
                    </a:cubicBezTo>
                    <a:cubicBezTo>
                      <a:pt x="1" y="0"/>
                      <a:pt x="5" y="2"/>
                      <a:pt x="3" y="3"/>
                    </a:cubicBezTo>
                    <a:cubicBezTo>
                      <a:pt x="2" y="4"/>
                      <a:pt x="5" y="2"/>
                      <a:pt x="3"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29" name="Freeform 524">
                <a:extLst>
                  <a:ext uri="{FF2B5EF4-FFF2-40B4-BE49-F238E27FC236}">
                    <a16:creationId xmlns:a16="http://schemas.microsoft.com/office/drawing/2014/main" id="{6E884F36-1956-3E24-ACDA-5ACBCC620501}"/>
                  </a:ext>
                </a:extLst>
              </p:cNvPr>
              <p:cNvSpPr>
                <a:spLocks/>
              </p:cNvSpPr>
              <p:nvPr/>
            </p:nvSpPr>
            <p:spPr bwMode="auto">
              <a:xfrm>
                <a:off x="8811656" y="8520200"/>
                <a:ext cx="54139" cy="73269"/>
              </a:xfrm>
              <a:custGeom>
                <a:avLst/>
                <a:gdLst>
                  <a:gd name="T0" fmla="*/ 1 w 6"/>
                  <a:gd name="T1" fmla="*/ 5 h 8"/>
                  <a:gd name="T2" fmla="*/ 2 w 6"/>
                  <a:gd name="T3" fmla="*/ 4 h 8"/>
                  <a:gd name="T4" fmla="*/ 4 w 6"/>
                  <a:gd name="T5" fmla="*/ 2 h 8"/>
                  <a:gd name="T6" fmla="*/ 1 w 6"/>
                  <a:gd name="T7" fmla="*/ 5 h 8"/>
                  <a:gd name="T8" fmla="*/ 1 w 6"/>
                  <a:gd name="T9" fmla="*/ 5 h 8"/>
                </a:gdLst>
                <a:ahLst/>
                <a:cxnLst>
                  <a:cxn ang="0">
                    <a:pos x="T0" y="T1"/>
                  </a:cxn>
                  <a:cxn ang="0">
                    <a:pos x="T2" y="T3"/>
                  </a:cxn>
                  <a:cxn ang="0">
                    <a:pos x="T4" y="T5"/>
                  </a:cxn>
                  <a:cxn ang="0">
                    <a:pos x="T6" y="T7"/>
                  </a:cxn>
                  <a:cxn ang="0">
                    <a:pos x="T8" y="T9"/>
                  </a:cxn>
                </a:cxnLst>
                <a:rect l="0" t="0" r="r" b="b"/>
                <a:pathLst>
                  <a:path w="6" h="8">
                    <a:moveTo>
                      <a:pt x="1" y="5"/>
                    </a:moveTo>
                    <a:cubicBezTo>
                      <a:pt x="0" y="4"/>
                      <a:pt x="2" y="4"/>
                      <a:pt x="2" y="4"/>
                    </a:cubicBezTo>
                    <a:cubicBezTo>
                      <a:pt x="3" y="4"/>
                      <a:pt x="3" y="0"/>
                      <a:pt x="4" y="2"/>
                    </a:cubicBezTo>
                    <a:cubicBezTo>
                      <a:pt x="6" y="4"/>
                      <a:pt x="2" y="8"/>
                      <a:pt x="1" y="5"/>
                    </a:cubicBezTo>
                    <a:cubicBezTo>
                      <a:pt x="0" y="4"/>
                      <a:pt x="1" y="6"/>
                      <a:pt x="1"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0" name="Freeform 525">
                <a:extLst>
                  <a:ext uri="{FF2B5EF4-FFF2-40B4-BE49-F238E27FC236}">
                    <a16:creationId xmlns:a16="http://schemas.microsoft.com/office/drawing/2014/main" id="{85A3552E-06DA-BD81-B8C2-4E3CC2535E4D}"/>
                  </a:ext>
                </a:extLst>
              </p:cNvPr>
              <p:cNvSpPr>
                <a:spLocks/>
              </p:cNvSpPr>
              <p:nvPr/>
            </p:nvSpPr>
            <p:spPr bwMode="auto">
              <a:xfrm>
                <a:off x="9324397" y="9026702"/>
                <a:ext cx="130574" cy="121050"/>
              </a:xfrm>
              <a:custGeom>
                <a:avLst/>
                <a:gdLst>
                  <a:gd name="T0" fmla="*/ 12 w 14"/>
                  <a:gd name="T1" fmla="*/ 4 h 13"/>
                  <a:gd name="T2" fmla="*/ 10 w 14"/>
                  <a:gd name="T3" fmla="*/ 3 h 13"/>
                  <a:gd name="T4" fmla="*/ 6 w 14"/>
                  <a:gd name="T5" fmla="*/ 1 h 13"/>
                  <a:gd name="T6" fmla="*/ 2 w 14"/>
                  <a:gd name="T7" fmla="*/ 1 h 13"/>
                  <a:gd name="T8" fmla="*/ 1 w 14"/>
                  <a:gd name="T9" fmla="*/ 2 h 13"/>
                  <a:gd name="T10" fmla="*/ 2 w 14"/>
                  <a:gd name="T11" fmla="*/ 4 h 13"/>
                  <a:gd name="T12" fmla="*/ 1 w 14"/>
                  <a:gd name="T13" fmla="*/ 7 h 13"/>
                  <a:gd name="T14" fmla="*/ 2 w 14"/>
                  <a:gd name="T15" fmla="*/ 10 h 13"/>
                  <a:gd name="T16" fmla="*/ 4 w 14"/>
                  <a:gd name="T17" fmla="*/ 10 h 13"/>
                  <a:gd name="T18" fmla="*/ 7 w 14"/>
                  <a:gd name="T19" fmla="*/ 12 h 13"/>
                  <a:gd name="T20" fmla="*/ 10 w 14"/>
                  <a:gd name="T21" fmla="*/ 10 h 13"/>
                  <a:gd name="T22" fmla="*/ 12 w 14"/>
                  <a:gd name="T23" fmla="*/ 4 h 13"/>
                  <a:gd name="T24" fmla="*/ 12 w 14"/>
                  <a:gd name="T25" fmla="*/ 4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3">
                    <a:moveTo>
                      <a:pt x="12" y="4"/>
                    </a:moveTo>
                    <a:cubicBezTo>
                      <a:pt x="12" y="3"/>
                      <a:pt x="11" y="3"/>
                      <a:pt x="10" y="3"/>
                    </a:cubicBezTo>
                    <a:cubicBezTo>
                      <a:pt x="8" y="2"/>
                      <a:pt x="8" y="1"/>
                      <a:pt x="6" y="1"/>
                    </a:cubicBezTo>
                    <a:cubicBezTo>
                      <a:pt x="5" y="0"/>
                      <a:pt x="3" y="0"/>
                      <a:pt x="2" y="1"/>
                    </a:cubicBezTo>
                    <a:cubicBezTo>
                      <a:pt x="2" y="1"/>
                      <a:pt x="2" y="2"/>
                      <a:pt x="1" y="2"/>
                    </a:cubicBezTo>
                    <a:cubicBezTo>
                      <a:pt x="0" y="4"/>
                      <a:pt x="1" y="3"/>
                      <a:pt x="2" y="4"/>
                    </a:cubicBezTo>
                    <a:cubicBezTo>
                      <a:pt x="2" y="4"/>
                      <a:pt x="1" y="7"/>
                      <a:pt x="1" y="7"/>
                    </a:cubicBezTo>
                    <a:cubicBezTo>
                      <a:pt x="1" y="9"/>
                      <a:pt x="1" y="9"/>
                      <a:pt x="2" y="10"/>
                    </a:cubicBezTo>
                    <a:cubicBezTo>
                      <a:pt x="3" y="11"/>
                      <a:pt x="3" y="10"/>
                      <a:pt x="4" y="10"/>
                    </a:cubicBezTo>
                    <a:cubicBezTo>
                      <a:pt x="6" y="10"/>
                      <a:pt x="5" y="12"/>
                      <a:pt x="7" y="12"/>
                    </a:cubicBezTo>
                    <a:cubicBezTo>
                      <a:pt x="9" y="13"/>
                      <a:pt x="8" y="11"/>
                      <a:pt x="10" y="10"/>
                    </a:cubicBezTo>
                    <a:cubicBezTo>
                      <a:pt x="12" y="8"/>
                      <a:pt x="14" y="7"/>
                      <a:pt x="12" y="4"/>
                    </a:cubicBezTo>
                    <a:cubicBezTo>
                      <a:pt x="12" y="2"/>
                      <a:pt x="14" y="8"/>
                      <a:pt x="12"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1" name="Freeform 526">
                <a:extLst>
                  <a:ext uri="{FF2B5EF4-FFF2-40B4-BE49-F238E27FC236}">
                    <a16:creationId xmlns:a16="http://schemas.microsoft.com/office/drawing/2014/main" id="{83928944-3062-1D04-A8FF-5C50F5C8240C}"/>
                  </a:ext>
                </a:extLst>
              </p:cNvPr>
              <p:cNvSpPr>
                <a:spLocks/>
              </p:cNvSpPr>
              <p:nvPr/>
            </p:nvSpPr>
            <p:spPr bwMode="auto">
              <a:xfrm>
                <a:off x="8560064" y="8163419"/>
                <a:ext cx="92356" cy="38227"/>
              </a:xfrm>
              <a:custGeom>
                <a:avLst/>
                <a:gdLst>
                  <a:gd name="T0" fmla="*/ 9 w 10"/>
                  <a:gd name="T1" fmla="*/ 2 h 4"/>
                  <a:gd name="T2" fmla="*/ 4 w 10"/>
                  <a:gd name="T3" fmla="*/ 0 h 4"/>
                  <a:gd name="T4" fmla="*/ 1 w 10"/>
                  <a:gd name="T5" fmla="*/ 3 h 4"/>
                  <a:gd name="T6" fmla="*/ 9 w 10"/>
                  <a:gd name="T7" fmla="*/ 2 h 4"/>
                  <a:gd name="T8" fmla="*/ 9 w 10"/>
                  <a:gd name="T9" fmla="*/ 2 h 4"/>
                </a:gdLst>
                <a:ahLst/>
                <a:cxnLst>
                  <a:cxn ang="0">
                    <a:pos x="T0" y="T1"/>
                  </a:cxn>
                  <a:cxn ang="0">
                    <a:pos x="T2" y="T3"/>
                  </a:cxn>
                  <a:cxn ang="0">
                    <a:pos x="T4" y="T5"/>
                  </a:cxn>
                  <a:cxn ang="0">
                    <a:pos x="T6" y="T7"/>
                  </a:cxn>
                  <a:cxn ang="0">
                    <a:pos x="T8" y="T9"/>
                  </a:cxn>
                </a:cxnLst>
                <a:rect l="0" t="0" r="r" b="b"/>
                <a:pathLst>
                  <a:path w="10" h="4">
                    <a:moveTo>
                      <a:pt x="9" y="2"/>
                    </a:moveTo>
                    <a:cubicBezTo>
                      <a:pt x="7" y="1"/>
                      <a:pt x="6" y="0"/>
                      <a:pt x="4" y="0"/>
                    </a:cubicBezTo>
                    <a:cubicBezTo>
                      <a:pt x="3" y="0"/>
                      <a:pt x="0" y="1"/>
                      <a:pt x="1" y="3"/>
                    </a:cubicBezTo>
                    <a:cubicBezTo>
                      <a:pt x="2" y="4"/>
                      <a:pt x="9" y="2"/>
                      <a:pt x="9" y="2"/>
                    </a:cubicBezTo>
                    <a:cubicBezTo>
                      <a:pt x="6" y="1"/>
                      <a:pt x="10" y="3"/>
                      <a:pt x="9"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2" name="Freeform 527">
                <a:extLst>
                  <a:ext uri="{FF2B5EF4-FFF2-40B4-BE49-F238E27FC236}">
                    <a16:creationId xmlns:a16="http://schemas.microsoft.com/office/drawing/2014/main" id="{22928E6B-6702-47FC-0CAF-F35E380859BA}"/>
                  </a:ext>
                </a:extLst>
              </p:cNvPr>
              <p:cNvSpPr>
                <a:spLocks/>
              </p:cNvSpPr>
              <p:nvPr/>
            </p:nvSpPr>
            <p:spPr bwMode="auto">
              <a:xfrm>
                <a:off x="8034585" y="8153861"/>
                <a:ext cx="105096" cy="47785"/>
              </a:xfrm>
              <a:custGeom>
                <a:avLst/>
                <a:gdLst>
                  <a:gd name="T0" fmla="*/ 10 w 11"/>
                  <a:gd name="T1" fmla="*/ 4 h 5"/>
                  <a:gd name="T2" fmla="*/ 0 w 11"/>
                  <a:gd name="T3" fmla="*/ 2 h 5"/>
                  <a:gd name="T4" fmla="*/ 5 w 11"/>
                  <a:gd name="T5" fmla="*/ 5 h 5"/>
                  <a:gd name="T6" fmla="*/ 10 w 11"/>
                  <a:gd name="T7" fmla="*/ 4 h 5"/>
                  <a:gd name="T8" fmla="*/ 10 w 11"/>
                  <a:gd name="T9" fmla="*/ 4 h 5"/>
                </a:gdLst>
                <a:ahLst/>
                <a:cxnLst>
                  <a:cxn ang="0">
                    <a:pos x="T0" y="T1"/>
                  </a:cxn>
                  <a:cxn ang="0">
                    <a:pos x="T2" y="T3"/>
                  </a:cxn>
                  <a:cxn ang="0">
                    <a:pos x="T4" y="T5"/>
                  </a:cxn>
                  <a:cxn ang="0">
                    <a:pos x="T6" y="T7"/>
                  </a:cxn>
                  <a:cxn ang="0">
                    <a:pos x="T8" y="T9"/>
                  </a:cxn>
                </a:cxnLst>
                <a:rect l="0" t="0" r="r" b="b"/>
                <a:pathLst>
                  <a:path w="11" h="5">
                    <a:moveTo>
                      <a:pt x="10" y="4"/>
                    </a:moveTo>
                    <a:cubicBezTo>
                      <a:pt x="10" y="1"/>
                      <a:pt x="2" y="0"/>
                      <a:pt x="0" y="2"/>
                    </a:cubicBezTo>
                    <a:cubicBezTo>
                      <a:pt x="0" y="2"/>
                      <a:pt x="4" y="5"/>
                      <a:pt x="5" y="5"/>
                    </a:cubicBezTo>
                    <a:cubicBezTo>
                      <a:pt x="6" y="5"/>
                      <a:pt x="11" y="4"/>
                      <a:pt x="10" y="4"/>
                    </a:cubicBezTo>
                    <a:cubicBezTo>
                      <a:pt x="10" y="3"/>
                      <a:pt x="11" y="5"/>
                      <a:pt x="10"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3" name="Freeform 528">
                <a:extLst>
                  <a:ext uri="{FF2B5EF4-FFF2-40B4-BE49-F238E27FC236}">
                    <a16:creationId xmlns:a16="http://schemas.microsoft.com/office/drawing/2014/main" id="{2D27C405-7D1F-ECFA-BE6E-8E1EC5884EE8}"/>
                  </a:ext>
                </a:extLst>
              </p:cNvPr>
              <p:cNvSpPr>
                <a:spLocks/>
              </p:cNvSpPr>
              <p:nvPr/>
            </p:nvSpPr>
            <p:spPr bwMode="auto">
              <a:xfrm>
                <a:off x="7747963" y="7940431"/>
                <a:ext cx="484077" cy="168835"/>
              </a:xfrm>
              <a:custGeom>
                <a:avLst/>
                <a:gdLst>
                  <a:gd name="T0" fmla="*/ 52 w 52"/>
                  <a:gd name="T1" fmla="*/ 16 h 18"/>
                  <a:gd name="T2" fmla="*/ 41 w 52"/>
                  <a:gd name="T3" fmla="*/ 17 h 18"/>
                  <a:gd name="T4" fmla="*/ 35 w 52"/>
                  <a:gd name="T5" fmla="*/ 17 h 18"/>
                  <a:gd name="T6" fmla="*/ 37 w 52"/>
                  <a:gd name="T7" fmla="*/ 14 h 18"/>
                  <a:gd name="T8" fmla="*/ 32 w 52"/>
                  <a:gd name="T9" fmla="*/ 11 h 18"/>
                  <a:gd name="T10" fmla="*/ 28 w 52"/>
                  <a:gd name="T11" fmla="*/ 8 h 18"/>
                  <a:gd name="T12" fmla="*/ 20 w 52"/>
                  <a:gd name="T13" fmla="*/ 5 h 18"/>
                  <a:gd name="T14" fmla="*/ 14 w 52"/>
                  <a:gd name="T15" fmla="*/ 5 h 18"/>
                  <a:gd name="T16" fmla="*/ 16 w 52"/>
                  <a:gd name="T17" fmla="*/ 3 h 18"/>
                  <a:gd name="T18" fmla="*/ 8 w 52"/>
                  <a:gd name="T19" fmla="*/ 3 h 18"/>
                  <a:gd name="T20" fmla="*/ 0 w 52"/>
                  <a:gd name="T21" fmla="*/ 6 h 18"/>
                  <a:gd name="T22" fmla="*/ 6 w 52"/>
                  <a:gd name="T23" fmla="*/ 2 h 18"/>
                  <a:gd name="T24" fmla="*/ 16 w 52"/>
                  <a:gd name="T25" fmla="*/ 0 h 18"/>
                  <a:gd name="T26" fmla="*/ 24 w 52"/>
                  <a:gd name="T27" fmla="*/ 1 h 18"/>
                  <a:gd name="T28" fmla="*/ 31 w 52"/>
                  <a:gd name="T29" fmla="*/ 4 h 18"/>
                  <a:gd name="T30" fmla="*/ 32 w 52"/>
                  <a:gd name="T31" fmla="*/ 4 h 18"/>
                  <a:gd name="T32" fmla="*/ 34 w 52"/>
                  <a:gd name="T33" fmla="*/ 5 h 18"/>
                  <a:gd name="T34" fmla="*/ 38 w 52"/>
                  <a:gd name="T35" fmla="*/ 8 h 18"/>
                  <a:gd name="T36" fmla="*/ 45 w 52"/>
                  <a:gd name="T37" fmla="*/ 11 h 18"/>
                  <a:gd name="T38" fmla="*/ 52 w 52"/>
                  <a:gd name="T39"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18">
                    <a:moveTo>
                      <a:pt x="52" y="16"/>
                    </a:moveTo>
                    <a:cubicBezTo>
                      <a:pt x="52" y="17"/>
                      <a:pt x="42" y="17"/>
                      <a:pt x="41" y="17"/>
                    </a:cubicBezTo>
                    <a:cubicBezTo>
                      <a:pt x="39" y="17"/>
                      <a:pt x="37" y="18"/>
                      <a:pt x="35" y="17"/>
                    </a:cubicBezTo>
                    <a:cubicBezTo>
                      <a:pt x="34" y="16"/>
                      <a:pt x="41" y="15"/>
                      <a:pt x="37" y="14"/>
                    </a:cubicBezTo>
                    <a:cubicBezTo>
                      <a:pt x="35" y="13"/>
                      <a:pt x="33" y="13"/>
                      <a:pt x="32" y="11"/>
                    </a:cubicBezTo>
                    <a:cubicBezTo>
                      <a:pt x="30" y="9"/>
                      <a:pt x="31" y="8"/>
                      <a:pt x="28" y="8"/>
                    </a:cubicBezTo>
                    <a:cubicBezTo>
                      <a:pt x="24" y="9"/>
                      <a:pt x="23" y="6"/>
                      <a:pt x="20" y="5"/>
                    </a:cubicBezTo>
                    <a:cubicBezTo>
                      <a:pt x="19" y="5"/>
                      <a:pt x="15" y="6"/>
                      <a:pt x="14" y="5"/>
                    </a:cubicBezTo>
                    <a:cubicBezTo>
                      <a:pt x="14" y="4"/>
                      <a:pt x="16" y="4"/>
                      <a:pt x="16" y="3"/>
                    </a:cubicBezTo>
                    <a:cubicBezTo>
                      <a:pt x="16" y="2"/>
                      <a:pt x="9" y="3"/>
                      <a:pt x="8" y="3"/>
                    </a:cubicBezTo>
                    <a:cubicBezTo>
                      <a:pt x="8" y="4"/>
                      <a:pt x="0" y="7"/>
                      <a:pt x="0" y="6"/>
                    </a:cubicBezTo>
                    <a:cubicBezTo>
                      <a:pt x="0" y="4"/>
                      <a:pt x="4" y="2"/>
                      <a:pt x="6" y="2"/>
                    </a:cubicBezTo>
                    <a:cubicBezTo>
                      <a:pt x="9" y="0"/>
                      <a:pt x="12" y="0"/>
                      <a:pt x="16" y="0"/>
                    </a:cubicBezTo>
                    <a:cubicBezTo>
                      <a:pt x="18" y="0"/>
                      <a:pt x="22" y="0"/>
                      <a:pt x="24" y="1"/>
                    </a:cubicBezTo>
                    <a:cubicBezTo>
                      <a:pt x="26" y="2"/>
                      <a:pt x="28" y="4"/>
                      <a:pt x="31" y="4"/>
                    </a:cubicBezTo>
                    <a:cubicBezTo>
                      <a:pt x="31" y="4"/>
                      <a:pt x="31" y="3"/>
                      <a:pt x="32" y="4"/>
                    </a:cubicBezTo>
                    <a:cubicBezTo>
                      <a:pt x="33" y="5"/>
                      <a:pt x="33" y="5"/>
                      <a:pt x="34" y="5"/>
                    </a:cubicBezTo>
                    <a:cubicBezTo>
                      <a:pt x="35" y="6"/>
                      <a:pt x="37" y="7"/>
                      <a:pt x="38" y="8"/>
                    </a:cubicBezTo>
                    <a:cubicBezTo>
                      <a:pt x="40" y="9"/>
                      <a:pt x="44" y="9"/>
                      <a:pt x="45" y="11"/>
                    </a:cubicBezTo>
                    <a:cubicBezTo>
                      <a:pt x="47" y="13"/>
                      <a:pt x="52" y="13"/>
                      <a:pt x="52" y="1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4" name="Freeform 529">
                <a:extLst>
                  <a:ext uri="{FF2B5EF4-FFF2-40B4-BE49-F238E27FC236}">
                    <a16:creationId xmlns:a16="http://schemas.microsoft.com/office/drawing/2014/main" id="{B4B2308E-A504-F6CA-27E4-C87531AC9257}"/>
                  </a:ext>
                </a:extLst>
              </p:cNvPr>
              <p:cNvSpPr>
                <a:spLocks/>
              </p:cNvSpPr>
              <p:nvPr/>
            </p:nvSpPr>
            <p:spPr bwMode="auto">
              <a:xfrm>
                <a:off x="8034585" y="7838493"/>
                <a:ext cx="38217" cy="35042"/>
              </a:xfrm>
              <a:custGeom>
                <a:avLst/>
                <a:gdLst>
                  <a:gd name="T0" fmla="*/ 2 w 4"/>
                  <a:gd name="T1" fmla="*/ 4 h 4"/>
                  <a:gd name="T2" fmla="*/ 1 w 4"/>
                  <a:gd name="T3" fmla="*/ 0 h 4"/>
                  <a:gd name="T4" fmla="*/ 2 w 4"/>
                  <a:gd name="T5" fmla="*/ 4 h 4"/>
                  <a:gd name="T6" fmla="*/ 2 w 4"/>
                  <a:gd name="T7" fmla="*/ 4 h 4"/>
                </a:gdLst>
                <a:ahLst/>
                <a:cxnLst>
                  <a:cxn ang="0">
                    <a:pos x="T0" y="T1"/>
                  </a:cxn>
                  <a:cxn ang="0">
                    <a:pos x="T2" y="T3"/>
                  </a:cxn>
                  <a:cxn ang="0">
                    <a:pos x="T4" y="T5"/>
                  </a:cxn>
                  <a:cxn ang="0">
                    <a:pos x="T6" y="T7"/>
                  </a:cxn>
                </a:cxnLst>
                <a:rect l="0" t="0" r="r" b="b"/>
                <a:pathLst>
                  <a:path w="4" h="4">
                    <a:moveTo>
                      <a:pt x="2" y="4"/>
                    </a:moveTo>
                    <a:cubicBezTo>
                      <a:pt x="0" y="4"/>
                      <a:pt x="1" y="1"/>
                      <a:pt x="1" y="0"/>
                    </a:cubicBezTo>
                    <a:cubicBezTo>
                      <a:pt x="2" y="0"/>
                      <a:pt x="4" y="4"/>
                      <a:pt x="2" y="4"/>
                    </a:cubicBezTo>
                    <a:cubicBezTo>
                      <a:pt x="1" y="4"/>
                      <a:pt x="4" y="4"/>
                      <a:pt x="2"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5" name="Freeform 530">
                <a:extLst>
                  <a:ext uri="{FF2B5EF4-FFF2-40B4-BE49-F238E27FC236}">
                    <a16:creationId xmlns:a16="http://schemas.microsoft.com/office/drawing/2014/main" id="{00115001-ACFE-4998-E3F2-3203CB63917D}"/>
                  </a:ext>
                </a:extLst>
              </p:cNvPr>
              <p:cNvSpPr>
                <a:spLocks/>
              </p:cNvSpPr>
              <p:nvPr/>
            </p:nvSpPr>
            <p:spPr bwMode="auto">
              <a:xfrm>
                <a:off x="8270255" y="8032812"/>
                <a:ext cx="19109" cy="19114"/>
              </a:xfrm>
              <a:custGeom>
                <a:avLst/>
                <a:gdLst>
                  <a:gd name="T0" fmla="*/ 2 w 2"/>
                  <a:gd name="T1" fmla="*/ 1 h 2"/>
                  <a:gd name="T2" fmla="*/ 0 w 2"/>
                  <a:gd name="T3" fmla="*/ 1 h 2"/>
                  <a:gd name="T4" fmla="*/ 2 w 2"/>
                  <a:gd name="T5" fmla="*/ 1 h 2"/>
                </a:gdLst>
                <a:ahLst/>
                <a:cxnLst>
                  <a:cxn ang="0">
                    <a:pos x="T0" y="T1"/>
                  </a:cxn>
                  <a:cxn ang="0">
                    <a:pos x="T2" y="T3"/>
                  </a:cxn>
                  <a:cxn ang="0">
                    <a:pos x="T4" y="T5"/>
                  </a:cxn>
                </a:cxnLst>
                <a:rect l="0" t="0" r="r" b="b"/>
                <a:pathLst>
                  <a:path w="2" h="2">
                    <a:moveTo>
                      <a:pt x="2" y="1"/>
                    </a:moveTo>
                    <a:cubicBezTo>
                      <a:pt x="2" y="0"/>
                      <a:pt x="0" y="0"/>
                      <a:pt x="0" y="1"/>
                    </a:cubicBezTo>
                    <a:cubicBezTo>
                      <a:pt x="0" y="1"/>
                      <a:pt x="2" y="2"/>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6" name="Freeform 531">
                <a:extLst>
                  <a:ext uri="{FF2B5EF4-FFF2-40B4-BE49-F238E27FC236}">
                    <a16:creationId xmlns:a16="http://schemas.microsoft.com/office/drawing/2014/main" id="{ED061AAE-8A91-323D-2930-C75BA24BE916}"/>
                  </a:ext>
                </a:extLst>
              </p:cNvPr>
              <p:cNvSpPr>
                <a:spLocks/>
              </p:cNvSpPr>
              <p:nvPr/>
            </p:nvSpPr>
            <p:spPr bwMode="auto">
              <a:xfrm>
                <a:off x="8830764" y="6656657"/>
                <a:ext cx="54139" cy="95566"/>
              </a:xfrm>
              <a:custGeom>
                <a:avLst/>
                <a:gdLst>
                  <a:gd name="T0" fmla="*/ 3 w 6"/>
                  <a:gd name="T1" fmla="*/ 8 h 10"/>
                  <a:gd name="T2" fmla="*/ 0 w 6"/>
                  <a:gd name="T3" fmla="*/ 7 h 10"/>
                  <a:gd name="T4" fmla="*/ 4 w 6"/>
                  <a:gd name="T5" fmla="*/ 2 h 10"/>
                  <a:gd name="T6" fmla="*/ 6 w 6"/>
                  <a:gd name="T7" fmla="*/ 4 h 10"/>
                  <a:gd name="T8" fmla="*/ 3 w 6"/>
                  <a:gd name="T9" fmla="*/ 8 h 10"/>
                  <a:gd name="T10" fmla="*/ 3 w 6"/>
                  <a:gd name="T11" fmla="*/ 8 h 10"/>
                </a:gdLst>
                <a:ahLst/>
                <a:cxnLst>
                  <a:cxn ang="0">
                    <a:pos x="T0" y="T1"/>
                  </a:cxn>
                  <a:cxn ang="0">
                    <a:pos x="T2" y="T3"/>
                  </a:cxn>
                  <a:cxn ang="0">
                    <a:pos x="T4" y="T5"/>
                  </a:cxn>
                  <a:cxn ang="0">
                    <a:pos x="T6" y="T7"/>
                  </a:cxn>
                  <a:cxn ang="0">
                    <a:pos x="T8" y="T9"/>
                  </a:cxn>
                  <a:cxn ang="0">
                    <a:pos x="T10" y="T11"/>
                  </a:cxn>
                </a:cxnLst>
                <a:rect l="0" t="0" r="r" b="b"/>
                <a:pathLst>
                  <a:path w="6" h="10">
                    <a:moveTo>
                      <a:pt x="3" y="8"/>
                    </a:moveTo>
                    <a:cubicBezTo>
                      <a:pt x="2" y="10"/>
                      <a:pt x="0" y="9"/>
                      <a:pt x="0" y="7"/>
                    </a:cubicBezTo>
                    <a:cubicBezTo>
                      <a:pt x="1" y="6"/>
                      <a:pt x="3" y="3"/>
                      <a:pt x="4" y="2"/>
                    </a:cubicBezTo>
                    <a:cubicBezTo>
                      <a:pt x="6" y="0"/>
                      <a:pt x="6" y="3"/>
                      <a:pt x="6" y="4"/>
                    </a:cubicBezTo>
                    <a:cubicBezTo>
                      <a:pt x="6" y="6"/>
                      <a:pt x="3" y="6"/>
                      <a:pt x="3" y="8"/>
                    </a:cubicBezTo>
                    <a:cubicBezTo>
                      <a:pt x="2" y="10"/>
                      <a:pt x="3" y="8"/>
                      <a:pt x="3"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7" name="Freeform 532">
                <a:extLst>
                  <a:ext uri="{FF2B5EF4-FFF2-40B4-BE49-F238E27FC236}">
                    <a16:creationId xmlns:a16="http://schemas.microsoft.com/office/drawing/2014/main" id="{4344D9FD-4980-A54F-C174-AB58AAF21231}"/>
                  </a:ext>
                </a:extLst>
              </p:cNvPr>
              <p:cNvSpPr>
                <a:spLocks/>
              </p:cNvSpPr>
              <p:nvPr/>
            </p:nvSpPr>
            <p:spPr bwMode="auto">
              <a:xfrm>
                <a:off x="8856242" y="6704440"/>
                <a:ext cx="66879" cy="38227"/>
              </a:xfrm>
              <a:custGeom>
                <a:avLst/>
                <a:gdLst>
                  <a:gd name="T0" fmla="*/ 3 w 7"/>
                  <a:gd name="T1" fmla="*/ 4 h 4"/>
                  <a:gd name="T2" fmla="*/ 5 w 7"/>
                  <a:gd name="T3" fmla="*/ 1 h 4"/>
                  <a:gd name="T4" fmla="*/ 3 w 7"/>
                  <a:gd name="T5" fmla="*/ 4 h 4"/>
                  <a:gd name="T6" fmla="*/ 3 w 7"/>
                  <a:gd name="T7" fmla="*/ 4 h 4"/>
                </a:gdLst>
                <a:ahLst/>
                <a:cxnLst>
                  <a:cxn ang="0">
                    <a:pos x="T0" y="T1"/>
                  </a:cxn>
                  <a:cxn ang="0">
                    <a:pos x="T2" y="T3"/>
                  </a:cxn>
                  <a:cxn ang="0">
                    <a:pos x="T4" y="T5"/>
                  </a:cxn>
                  <a:cxn ang="0">
                    <a:pos x="T6" y="T7"/>
                  </a:cxn>
                </a:cxnLst>
                <a:rect l="0" t="0" r="r" b="b"/>
                <a:pathLst>
                  <a:path w="7" h="4">
                    <a:moveTo>
                      <a:pt x="3" y="4"/>
                    </a:moveTo>
                    <a:cubicBezTo>
                      <a:pt x="0" y="4"/>
                      <a:pt x="3" y="0"/>
                      <a:pt x="5" y="1"/>
                    </a:cubicBezTo>
                    <a:cubicBezTo>
                      <a:pt x="7" y="1"/>
                      <a:pt x="4" y="4"/>
                      <a:pt x="3" y="4"/>
                    </a:cubicBezTo>
                    <a:cubicBezTo>
                      <a:pt x="2" y="4"/>
                      <a:pt x="4" y="4"/>
                      <a:pt x="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8" name="Freeform 533">
                <a:extLst>
                  <a:ext uri="{FF2B5EF4-FFF2-40B4-BE49-F238E27FC236}">
                    <a16:creationId xmlns:a16="http://schemas.microsoft.com/office/drawing/2014/main" id="{2B05D79B-D20B-1571-5D4C-E1F9F95D9160}"/>
                  </a:ext>
                </a:extLst>
              </p:cNvPr>
              <p:cNvSpPr>
                <a:spLocks/>
              </p:cNvSpPr>
              <p:nvPr/>
            </p:nvSpPr>
            <p:spPr bwMode="auto">
              <a:xfrm>
                <a:off x="8671526" y="6666212"/>
                <a:ext cx="140127" cy="66896"/>
              </a:xfrm>
              <a:custGeom>
                <a:avLst/>
                <a:gdLst>
                  <a:gd name="T0" fmla="*/ 11 w 15"/>
                  <a:gd name="T1" fmla="*/ 6 h 7"/>
                  <a:gd name="T2" fmla="*/ 10 w 15"/>
                  <a:gd name="T3" fmla="*/ 5 h 7"/>
                  <a:gd name="T4" fmla="*/ 7 w 15"/>
                  <a:gd name="T5" fmla="*/ 5 h 7"/>
                  <a:gd name="T6" fmla="*/ 3 w 15"/>
                  <a:gd name="T7" fmla="*/ 0 h 7"/>
                  <a:gd name="T8" fmla="*/ 6 w 15"/>
                  <a:gd name="T9" fmla="*/ 2 h 7"/>
                  <a:gd name="T10" fmla="*/ 8 w 15"/>
                  <a:gd name="T11" fmla="*/ 3 h 7"/>
                  <a:gd name="T12" fmla="*/ 15 w 15"/>
                  <a:gd name="T13" fmla="*/ 3 h 7"/>
                  <a:gd name="T14" fmla="*/ 11 w 15"/>
                  <a:gd name="T15" fmla="*/ 6 h 7"/>
                  <a:gd name="T16" fmla="*/ 11 w 15"/>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7">
                    <a:moveTo>
                      <a:pt x="11" y="6"/>
                    </a:moveTo>
                    <a:cubicBezTo>
                      <a:pt x="10" y="6"/>
                      <a:pt x="10" y="6"/>
                      <a:pt x="10" y="5"/>
                    </a:cubicBezTo>
                    <a:cubicBezTo>
                      <a:pt x="10" y="5"/>
                      <a:pt x="8" y="6"/>
                      <a:pt x="7" y="5"/>
                    </a:cubicBezTo>
                    <a:cubicBezTo>
                      <a:pt x="7" y="4"/>
                      <a:pt x="0" y="1"/>
                      <a:pt x="3" y="0"/>
                    </a:cubicBezTo>
                    <a:cubicBezTo>
                      <a:pt x="4" y="0"/>
                      <a:pt x="5" y="2"/>
                      <a:pt x="6" y="2"/>
                    </a:cubicBezTo>
                    <a:cubicBezTo>
                      <a:pt x="7" y="3"/>
                      <a:pt x="7" y="2"/>
                      <a:pt x="8" y="3"/>
                    </a:cubicBezTo>
                    <a:cubicBezTo>
                      <a:pt x="9" y="4"/>
                      <a:pt x="13" y="2"/>
                      <a:pt x="15" y="3"/>
                    </a:cubicBezTo>
                    <a:cubicBezTo>
                      <a:pt x="14" y="3"/>
                      <a:pt x="12" y="6"/>
                      <a:pt x="11" y="6"/>
                    </a:cubicBezTo>
                    <a:cubicBezTo>
                      <a:pt x="9" y="7"/>
                      <a:pt x="12" y="6"/>
                      <a:pt x="11"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39" name="Freeform 534">
                <a:extLst>
                  <a:ext uri="{FF2B5EF4-FFF2-40B4-BE49-F238E27FC236}">
                    <a16:creationId xmlns:a16="http://schemas.microsoft.com/office/drawing/2014/main" id="{6F59F277-A891-41FD-D200-0FD252191998}"/>
                  </a:ext>
                </a:extLst>
              </p:cNvPr>
              <p:cNvSpPr>
                <a:spLocks/>
              </p:cNvSpPr>
              <p:nvPr/>
            </p:nvSpPr>
            <p:spPr bwMode="auto">
              <a:xfrm>
                <a:off x="8700193" y="6481449"/>
                <a:ext cx="146495" cy="73269"/>
              </a:xfrm>
              <a:custGeom>
                <a:avLst/>
                <a:gdLst>
                  <a:gd name="T0" fmla="*/ 13 w 16"/>
                  <a:gd name="T1" fmla="*/ 6 h 8"/>
                  <a:gd name="T2" fmla="*/ 0 w 16"/>
                  <a:gd name="T3" fmla="*/ 2 h 8"/>
                  <a:gd name="T4" fmla="*/ 13 w 16"/>
                  <a:gd name="T5" fmla="*/ 6 h 8"/>
                  <a:gd name="T6" fmla="*/ 13 w 16"/>
                  <a:gd name="T7" fmla="*/ 6 h 8"/>
                </a:gdLst>
                <a:ahLst/>
                <a:cxnLst>
                  <a:cxn ang="0">
                    <a:pos x="T0" y="T1"/>
                  </a:cxn>
                  <a:cxn ang="0">
                    <a:pos x="T2" y="T3"/>
                  </a:cxn>
                  <a:cxn ang="0">
                    <a:pos x="T4" y="T5"/>
                  </a:cxn>
                  <a:cxn ang="0">
                    <a:pos x="T6" y="T7"/>
                  </a:cxn>
                </a:cxnLst>
                <a:rect l="0" t="0" r="r" b="b"/>
                <a:pathLst>
                  <a:path w="16" h="8">
                    <a:moveTo>
                      <a:pt x="13" y="6"/>
                    </a:moveTo>
                    <a:cubicBezTo>
                      <a:pt x="11" y="8"/>
                      <a:pt x="1" y="4"/>
                      <a:pt x="0" y="2"/>
                    </a:cubicBezTo>
                    <a:cubicBezTo>
                      <a:pt x="0" y="0"/>
                      <a:pt x="16" y="4"/>
                      <a:pt x="13" y="6"/>
                    </a:cubicBezTo>
                    <a:cubicBezTo>
                      <a:pt x="12" y="7"/>
                      <a:pt x="14" y="5"/>
                      <a:pt x="13"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0" name="Freeform 535">
                <a:extLst>
                  <a:ext uri="{FF2B5EF4-FFF2-40B4-BE49-F238E27FC236}">
                    <a16:creationId xmlns:a16="http://schemas.microsoft.com/office/drawing/2014/main" id="{FE9EB640-78B1-C4FF-B898-D48CFC9F875C}"/>
                  </a:ext>
                </a:extLst>
              </p:cNvPr>
              <p:cNvSpPr>
                <a:spLocks/>
              </p:cNvSpPr>
              <p:nvPr/>
            </p:nvSpPr>
            <p:spPr bwMode="auto">
              <a:xfrm>
                <a:off x="8932676" y="6385884"/>
                <a:ext cx="299364" cy="289884"/>
              </a:xfrm>
              <a:custGeom>
                <a:avLst/>
                <a:gdLst>
                  <a:gd name="T0" fmla="*/ 19 w 32"/>
                  <a:gd name="T1" fmla="*/ 1 h 31"/>
                  <a:gd name="T2" fmla="*/ 17 w 32"/>
                  <a:gd name="T3" fmla="*/ 0 h 31"/>
                  <a:gd name="T4" fmla="*/ 14 w 32"/>
                  <a:gd name="T5" fmla="*/ 2 h 31"/>
                  <a:gd name="T6" fmla="*/ 11 w 32"/>
                  <a:gd name="T7" fmla="*/ 5 h 31"/>
                  <a:gd name="T8" fmla="*/ 9 w 32"/>
                  <a:gd name="T9" fmla="*/ 7 h 31"/>
                  <a:gd name="T10" fmla="*/ 7 w 32"/>
                  <a:gd name="T11" fmla="*/ 13 h 31"/>
                  <a:gd name="T12" fmla="*/ 5 w 32"/>
                  <a:gd name="T13" fmla="*/ 17 h 31"/>
                  <a:gd name="T14" fmla="*/ 2 w 32"/>
                  <a:gd name="T15" fmla="*/ 19 h 31"/>
                  <a:gd name="T16" fmla="*/ 4 w 32"/>
                  <a:gd name="T17" fmla="*/ 21 h 31"/>
                  <a:gd name="T18" fmla="*/ 0 w 32"/>
                  <a:gd name="T19" fmla="*/ 25 h 31"/>
                  <a:gd name="T20" fmla="*/ 4 w 32"/>
                  <a:gd name="T21" fmla="*/ 25 h 31"/>
                  <a:gd name="T22" fmla="*/ 10 w 32"/>
                  <a:gd name="T23" fmla="*/ 26 h 31"/>
                  <a:gd name="T24" fmla="*/ 19 w 32"/>
                  <a:gd name="T25" fmla="*/ 27 h 31"/>
                  <a:gd name="T26" fmla="*/ 22 w 32"/>
                  <a:gd name="T27" fmla="*/ 26 h 31"/>
                  <a:gd name="T28" fmla="*/ 19 w 32"/>
                  <a:gd name="T29" fmla="*/ 30 h 31"/>
                  <a:gd name="T30" fmla="*/ 22 w 32"/>
                  <a:gd name="T31" fmla="*/ 28 h 31"/>
                  <a:gd name="T32" fmla="*/ 27 w 32"/>
                  <a:gd name="T33" fmla="*/ 26 h 31"/>
                  <a:gd name="T34" fmla="*/ 32 w 32"/>
                  <a:gd name="T35" fmla="*/ 20 h 31"/>
                  <a:gd name="T36" fmla="*/ 29 w 32"/>
                  <a:gd name="T37" fmla="*/ 20 h 31"/>
                  <a:gd name="T38" fmla="*/ 26 w 32"/>
                  <a:gd name="T39" fmla="*/ 18 h 31"/>
                  <a:gd name="T40" fmla="*/ 29 w 32"/>
                  <a:gd name="T41" fmla="*/ 15 h 31"/>
                  <a:gd name="T42" fmla="*/ 26 w 32"/>
                  <a:gd name="T43" fmla="*/ 15 h 31"/>
                  <a:gd name="T44" fmla="*/ 24 w 32"/>
                  <a:gd name="T45" fmla="*/ 13 h 31"/>
                  <a:gd name="T46" fmla="*/ 21 w 32"/>
                  <a:gd name="T47" fmla="*/ 16 h 31"/>
                  <a:gd name="T48" fmla="*/ 18 w 32"/>
                  <a:gd name="T49" fmla="*/ 13 h 31"/>
                  <a:gd name="T50" fmla="*/ 19 w 32"/>
                  <a:gd name="T51" fmla="*/ 11 h 31"/>
                  <a:gd name="T52" fmla="*/ 16 w 32"/>
                  <a:gd name="T53" fmla="*/ 9 h 31"/>
                  <a:gd name="T54" fmla="*/ 14 w 32"/>
                  <a:gd name="T55" fmla="*/ 12 h 31"/>
                  <a:gd name="T56" fmla="*/ 16 w 32"/>
                  <a:gd name="T57" fmla="*/ 7 h 31"/>
                  <a:gd name="T58" fmla="*/ 18 w 32"/>
                  <a:gd name="T59" fmla="*/ 4 h 31"/>
                  <a:gd name="T60" fmla="*/ 18 w 32"/>
                  <a:gd name="T61" fmla="*/ 2 h 31"/>
                  <a:gd name="T62" fmla="*/ 19 w 32"/>
                  <a:gd name="T63" fmla="*/ 1 h 31"/>
                  <a:gd name="T64" fmla="*/ 19 w 32"/>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1">
                    <a:moveTo>
                      <a:pt x="19" y="1"/>
                    </a:moveTo>
                    <a:cubicBezTo>
                      <a:pt x="20" y="0"/>
                      <a:pt x="17" y="0"/>
                      <a:pt x="17" y="0"/>
                    </a:cubicBezTo>
                    <a:cubicBezTo>
                      <a:pt x="16" y="0"/>
                      <a:pt x="15" y="1"/>
                      <a:pt x="14" y="2"/>
                    </a:cubicBezTo>
                    <a:cubicBezTo>
                      <a:pt x="13" y="3"/>
                      <a:pt x="12" y="4"/>
                      <a:pt x="11" y="5"/>
                    </a:cubicBezTo>
                    <a:cubicBezTo>
                      <a:pt x="11" y="6"/>
                      <a:pt x="10" y="7"/>
                      <a:pt x="9" y="7"/>
                    </a:cubicBezTo>
                    <a:cubicBezTo>
                      <a:pt x="9" y="9"/>
                      <a:pt x="8" y="11"/>
                      <a:pt x="7" y="13"/>
                    </a:cubicBezTo>
                    <a:cubicBezTo>
                      <a:pt x="7" y="15"/>
                      <a:pt x="6" y="16"/>
                      <a:pt x="5" y="17"/>
                    </a:cubicBezTo>
                    <a:cubicBezTo>
                      <a:pt x="4" y="18"/>
                      <a:pt x="2" y="19"/>
                      <a:pt x="2" y="19"/>
                    </a:cubicBezTo>
                    <a:cubicBezTo>
                      <a:pt x="2" y="20"/>
                      <a:pt x="4" y="20"/>
                      <a:pt x="4" y="21"/>
                    </a:cubicBezTo>
                    <a:cubicBezTo>
                      <a:pt x="4" y="22"/>
                      <a:pt x="0" y="24"/>
                      <a:pt x="0" y="25"/>
                    </a:cubicBezTo>
                    <a:cubicBezTo>
                      <a:pt x="0" y="27"/>
                      <a:pt x="3" y="26"/>
                      <a:pt x="4" y="25"/>
                    </a:cubicBezTo>
                    <a:cubicBezTo>
                      <a:pt x="6" y="25"/>
                      <a:pt x="8" y="26"/>
                      <a:pt x="10" y="26"/>
                    </a:cubicBezTo>
                    <a:cubicBezTo>
                      <a:pt x="13" y="27"/>
                      <a:pt x="16" y="26"/>
                      <a:pt x="19" y="27"/>
                    </a:cubicBezTo>
                    <a:cubicBezTo>
                      <a:pt x="19" y="27"/>
                      <a:pt x="22" y="25"/>
                      <a:pt x="22" y="26"/>
                    </a:cubicBezTo>
                    <a:cubicBezTo>
                      <a:pt x="22" y="27"/>
                      <a:pt x="19" y="30"/>
                      <a:pt x="19" y="30"/>
                    </a:cubicBezTo>
                    <a:cubicBezTo>
                      <a:pt x="20" y="31"/>
                      <a:pt x="22" y="28"/>
                      <a:pt x="22" y="28"/>
                    </a:cubicBezTo>
                    <a:cubicBezTo>
                      <a:pt x="24" y="27"/>
                      <a:pt x="26" y="27"/>
                      <a:pt x="27" y="26"/>
                    </a:cubicBezTo>
                    <a:cubicBezTo>
                      <a:pt x="27" y="25"/>
                      <a:pt x="32" y="20"/>
                      <a:pt x="32" y="20"/>
                    </a:cubicBezTo>
                    <a:cubicBezTo>
                      <a:pt x="31" y="19"/>
                      <a:pt x="30" y="20"/>
                      <a:pt x="29" y="20"/>
                    </a:cubicBezTo>
                    <a:cubicBezTo>
                      <a:pt x="29" y="20"/>
                      <a:pt x="26" y="18"/>
                      <a:pt x="26" y="18"/>
                    </a:cubicBezTo>
                    <a:cubicBezTo>
                      <a:pt x="26" y="17"/>
                      <a:pt x="30" y="16"/>
                      <a:pt x="29" y="15"/>
                    </a:cubicBezTo>
                    <a:cubicBezTo>
                      <a:pt x="29" y="14"/>
                      <a:pt x="27" y="15"/>
                      <a:pt x="26" y="15"/>
                    </a:cubicBezTo>
                    <a:cubicBezTo>
                      <a:pt x="25" y="15"/>
                      <a:pt x="25" y="13"/>
                      <a:pt x="24" y="13"/>
                    </a:cubicBezTo>
                    <a:cubicBezTo>
                      <a:pt x="24" y="13"/>
                      <a:pt x="21" y="16"/>
                      <a:pt x="21" y="16"/>
                    </a:cubicBezTo>
                    <a:cubicBezTo>
                      <a:pt x="20" y="14"/>
                      <a:pt x="20" y="14"/>
                      <a:pt x="18" y="13"/>
                    </a:cubicBezTo>
                    <a:cubicBezTo>
                      <a:pt x="16" y="12"/>
                      <a:pt x="19" y="12"/>
                      <a:pt x="19" y="11"/>
                    </a:cubicBezTo>
                    <a:cubicBezTo>
                      <a:pt x="19" y="11"/>
                      <a:pt x="17" y="9"/>
                      <a:pt x="16" y="9"/>
                    </a:cubicBezTo>
                    <a:cubicBezTo>
                      <a:pt x="16" y="10"/>
                      <a:pt x="14" y="13"/>
                      <a:pt x="14" y="12"/>
                    </a:cubicBezTo>
                    <a:cubicBezTo>
                      <a:pt x="12" y="11"/>
                      <a:pt x="15" y="7"/>
                      <a:pt x="16" y="7"/>
                    </a:cubicBezTo>
                    <a:cubicBezTo>
                      <a:pt x="17" y="6"/>
                      <a:pt x="17" y="5"/>
                      <a:pt x="18" y="4"/>
                    </a:cubicBezTo>
                    <a:cubicBezTo>
                      <a:pt x="18" y="3"/>
                      <a:pt x="18" y="2"/>
                      <a:pt x="18" y="2"/>
                    </a:cubicBezTo>
                    <a:cubicBezTo>
                      <a:pt x="18" y="2"/>
                      <a:pt x="19" y="1"/>
                      <a:pt x="19" y="1"/>
                    </a:cubicBezTo>
                    <a:cubicBezTo>
                      <a:pt x="20" y="0"/>
                      <a:pt x="19" y="1"/>
                      <a:pt x="19"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1" name="Freeform 536">
                <a:extLst>
                  <a:ext uri="{FF2B5EF4-FFF2-40B4-BE49-F238E27FC236}">
                    <a16:creationId xmlns:a16="http://schemas.microsoft.com/office/drawing/2014/main" id="{E83EF031-18C3-6258-9EEC-B158F4448D2E}"/>
                  </a:ext>
                </a:extLst>
              </p:cNvPr>
              <p:cNvSpPr>
                <a:spLocks/>
              </p:cNvSpPr>
              <p:nvPr/>
            </p:nvSpPr>
            <p:spPr bwMode="auto">
              <a:xfrm>
                <a:off x="9174715" y="6592943"/>
                <a:ext cx="76432" cy="92380"/>
              </a:xfrm>
              <a:custGeom>
                <a:avLst/>
                <a:gdLst>
                  <a:gd name="T0" fmla="*/ 6 w 8"/>
                  <a:gd name="T1" fmla="*/ 1 h 10"/>
                  <a:gd name="T2" fmla="*/ 1 w 8"/>
                  <a:gd name="T3" fmla="*/ 9 h 10"/>
                  <a:gd name="T4" fmla="*/ 4 w 8"/>
                  <a:gd name="T5" fmla="*/ 7 h 10"/>
                  <a:gd name="T6" fmla="*/ 3 w 8"/>
                  <a:gd name="T7" fmla="*/ 10 h 10"/>
                  <a:gd name="T8" fmla="*/ 6 w 8"/>
                  <a:gd name="T9" fmla="*/ 8 h 10"/>
                  <a:gd name="T10" fmla="*/ 8 w 8"/>
                  <a:gd name="T11" fmla="*/ 4 h 10"/>
                  <a:gd name="T12" fmla="*/ 5 w 8"/>
                  <a:gd name="T13" fmla="*/ 4 h 10"/>
                  <a:gd name="T14" fmla="*/ 6 w 8"/>
                  <a:gd name="T15" fmla="*/ 1 h 10"/>
                  <a:gd name="T16" fmla="*/ 6 w 8"/>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0">
                    <a:moveTo>
                      <a:pt x="6" y="1"/>
                    </a:moveTo>
                    <a:cubicBezTo>
                      <a:pt x="5" y="2"/>
                      <a:pt x="0" y="6"/>
                      <a:pt x="1" y="9"/>
                    </a:cubicBezTo>
                    <a:cubicBezTo>
                      <a:pt x="1" y="9"/>
                      <a:pt x="3" y="6"/>
                      <a:pt x="4" y="7"/>
                    </a:cubicBezTo>
                    <a:cubicBezTo>
                      <a:pt x="4" y="7"/>
                      <a:pt x="3" y="10"/>
                      <a:pt x="3" y="10"/>
                    </a:cubicBezTo>
                    <a:cubicBezTo>
                      <a:pt x="4" y="10"/>
                      <a:pt x="6" y="9"/>
                      <a:pt x="6" y="8"/>
                    </a:cubicBezTo>
                    <a:cubicBezTo>
                      <a:pt x="6" y="7"/>
                      <a:pt x="7" y="6"/>
                      <a:pt x="8" y="4"/>
                    </a:cubicBezTo>
                    <a:cubicBezTo>
                      <a:pt x="8" y="2"/>
                      <a:pt x="6" y="4"/>
                      <a:pt x="5" y="4"/>
                    </a:cubicBezTo>
                    <a:cubicBezTo>
                      <a:pt x="6" y="4"/>
                      <a:pt x="6" y="0"/>
                      <a:pt x="6" y="1"/>
                    </a:cubicBezTo>
                    <a:cubicBezTo>
                      <a:pt x="5" y="1"/>
                      <a:pt x="7" y="0"/>
                      <a:pt x="6"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2" name="Freeform 537">
                <a:extLst>
                  <a:ext uri="{FF2B5EF4-FFF2-40B4-BE49-F238E27FC236}">
                    <a16:creationId xmlns:a16="http://schemas.microsoft.com/office/drawing/2014/main" id="{C7901390-0267-CB4D-E4AB-7D92E0A3950E}"/>
                  </a:ext>
                </a:extLst>
              </p:cNvPr>
              <p:cNvSpPr>
                <a:spLocks/>
              </p:cNvSpPr>
              <p:nvPr/>
            </p:nvSpPr>
            <p:spPr bwMode="auto">
              <a:xfrm>
                <a:off x="8652423" y="5694619"/>
                <a:ext cx="28662" cy="54153"/>
              </a:xfrm>
              <a:custGeom>
                <a:avLst/>
                <a:gdLst>
                  <a:gd name="T0" fmla="*/ 3 w 3"/>
                  <a:gd name="T1" fmla="*/ 4 h 6"/>
                  <a:gd name="T2" fmla="*/ 1 w 3"/>
                  <a:gd name="T3" fmla="*/ 1 h 6"/>
                  <a:gd name="T4" fmla="*/ 1 w 3"/>
                  <a:gd name="T5" fmla="*/ 2 h 6"/>
                  <a:gd name="T6" fmla="*/ 0 w 3"/>
                  <a:gd name="T7" fmla="*/ 2 h 6"/>
                  <a:gd name="T8" fmla="*/ 3 w 3"/>
                  <a:gd name="T9" fmla="*/ 4 h 6"/>
                  <a:gd name="T10" fmla="*/ 3 w 3"/>
                  <a:gd name="T11" fmla="*/ 4 h 6"/>
                </a:gdLst>
                <a:ahLst/>
                <a:cxnLst>
                  <a:cxn ang="0">
                    <a:pos x="T0" y="T1"/>
                  </a:cxn>
                  <a:cxn ang="0">
                    <a:pos x="T2" y="T3"/>
                  </a:cxn>
                  <a:cxn ang="0">
                    <a:pos x="T4" y="T5"/>
                  </a:cxn>
                  <a:cxn ang="0">
                    <a:pos x="T6" y="T7"/>
                  </a:cxn>
                  <a:cxn ang="0">
                    <a:pos x="T8" y="T9"/>
                  </a:cxn>
                  <a:cxn ang="0">
                    <a:pos x="T10" y="T11"/>
                  </a:cxn>
                </a:cxnLst>
                <a:rect l="0" t="0" r="r" b="b"/>
                <a:pathLst>
                  <a:path w="3" h="6">
                    <a:moveTo>
                      <a:pt x="3" y="4"/>
                    </a:moveTo>
                    <a:cubicBezTo>
                      <a:pt x="3" y="3"/>
                      <a:pt x="1" y="0"/>
                      <a:pt x="1" y="1"/>
                    </a:cubicBezTo>
                    <a:cubicBezTo>
                      <a:pt x="1" y="1"/>
                      <a:pt x="1" y="1"/>
                      <a:pt x="1" y="2"/>
                    </a:cubicBezTo>
                    <a:cubicBezTo>
                      <a:pt x="1" y="2"/>
                      <a:pt x="0" y="2"/>
                      <a:pt x="0" y="2"/>
                    </a:cubicBezTo>
                    <a:cubicBezTo>
                      <a:pt x="0" y="2"/>
                      <a:pt x="3" y="6"/>
                      <a:pt x="3" y="4"/>
                    </a:cubicBezTo>
                    <a:cubicBezTo>
                      <a:pt x="3" y="3"/>
                      <a:pt x="3" y="6"/>
                      <a:pt x="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3" name="Freeform 538">
                <a:extLst>
                  <a:ext uri="{FF2B5EF4-FFF2-40B4-BE49-F238E27FC236}">
                    <a16:creationId xmlns:a16="http://schemas.microsoft.com/office/drawing/2014/main" id="{121AF495-14F4-0CA5-F5F9-F6DB1410F5FF}"/>
                  </a:ext>
                </a:extLst>
              </p:cNvPr>
              <p:cNvSpPr>
                <a:spLocks/>
              </p:cNvSpPr>
              <p:nvPr/>
            </p:nvSpPr>
            <p:spPr bwMode="auto">
              <a:xfrm>
                <a:off x="8512296" y="5787002"/>
                <a:ext cx="28662" cy="28669"/>
              </a:xfrm>
              <a:custGeom>
                <a:avLst/>
                <a:gdLst>
                  <a:gd name="T0" fmla="*/ 2 w 3"/>
                  <a:gd name="T1" fmla="*/ 1 h 3"/>
                  <a:gd name="T2" fmla="*/ 0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2"/>
                      <a:pt x="0" y="2"/>
                    </a:cubicBezTo>
                    <a:cubicBezTo>
                      <a:pt x="1" y="3"/>
                      <a:pt x="3" y="2"/>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4" name="Freeform 539">
                <a:extLst>
                  <a:ext uri="{FF2B5EF4-FFF2-40B4-BE49-F238E27FC236}">
                    <a16:creationId xmlns:a16="http://schemas.microsoft.com/office/drawing/2014/main" id="{9DB11694-8098-725A-C323-4D3BCCA344E0}"/>
                  </a:ext>
                </a:extLst>
              </p:cNvPr>
              <p:cNvSpPr>
                <a:spLocks/>
              </p:cNvSpPr>
              <p:nvPr/>
            </p:nvSpPr>
            <p:spPr bwMode="auto">
              <a:xfrm>
                <a:off x="7868981" y="6283948"/>
                <a:ext cx="63695" cy="38227"/>
              </a:xfrm>
              <a:custGeom>
                <a:avLst/>
                <a:gdLst>
                  <a:gd name="T0" fmla="*/ 7 w 7"/>
                  <a:gd name="T1" fmla="*/ 3 h 4"/>
                  <a:gd name="T2" fmla="*/ 1 w 7"/>
                  <a:gd name="T3" fmla="*/ 1 h 4"/>
                  <a:gd name="T4" fmla="*/ 7 w 7"/>
                  <a:gd name="T5" fmla="*/ 3 h 4"/>
                  <a:gd name="T6" fmla="*/ 7 w 7"/>
                  <a:gd name="T7" fmla="*/ 3 h 4"/>
                </a:gdLst>
                <a:ahLst/>
                <a:cxnLst>
                  <a:cxn ang="0">
                    <a:pos x="T0" y="T1"/>
                  </a:cxn>
                  <a:cxn ang="0">
                    <a:pos x="T2" y="T3"/>
                  </a:cxn>
                  <a:cxn ang="0">
                    <a:pos x="T4" y="T5"/>
                  </a:cxn>
                  <a:cxn ang="0">
                    <a:pos x="T6" y="T7"/>
                  </a:cxn>
                </a:cxnLst>
                <a:rect l="0" t="0" r="r" b="b"/>
                <a:pathLst>
                  <a:path w="7" h="4">
                    <a:moveTo>
                      <a:pt x="7" y="3"/>
                    </a:moveTo>
                    <a:cubicBezTo>
                      <a:pt x="7" y="0"/>
                      <a:pt x="3" y="0"/>
                      <a:pt x="1" y="1"/>
                    </a:cubicBezTo>
                    <a:cubicBezTo>
                      <a:pt x="0" y="1"/>
                      <a:pt x="7" y="4"/>
                      <a:pt x="7" y="3"/>
                    </a:cubicBezTo>
                    <a:cubicBezTo>
                      <a:pt x="7" y="0"/>
                      <a:pt x="7" y="4"/>
                      <a:pt x="7"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5" name="Freeform 540">
                <a:extLst>
                  <a:ext uri="{FF2B5EF4-FFF2-40B4-BE49-F238E27FC236}">
                    <a16:creationId xmlns:a16="http://schemas.microsoft.com/office/drawing/2014/main" id="{D91ED31E-3779-E722-A283-810865992932}"/>
                  </a:ext>
                </a:extLst>
              </p:cNvPr>
              <p:cNvSpPr>
                <a:spLocks/>
              </p:cNvSpPr>
              <p:nvPr/>
            </p:nvSpPr>
            <p:spPr bwMode="auto">
              <a:xfrm>
                <a:off x="7970890" y="6057775"/>
                <a:ext cx="57323" cy="57338"/>
              </a:xfrm>
              <a:custGeom>
                <a:avLst/>
                <a:gdLst>
                  <a:gd name="T0" fmla="*/ 3 w 6"/>
                  <a:gd name="T1" fmla="*/ 5 h 6"/>
                  <a:gd name="T2" fmla="*/ 0 w 6"/>
                  <a:gd name="T3" fmla="*/ 3 h 6"/>
                  <a:gd name="T4" fmla="*/ 4 w 6"/>
                  <a:gd name="T5" fmla="*/ 2 h 6"/>
                  <a:gd name="T6" fmla="*/ 3 w 6"/>
                  <a:gd name="T7" fmla="*/ 5 h 6"/>
                  <a:gd name="T8" fmla="*/ 3 w 6"/>
                  <a:gd name="T9" fmla="*/ 5 h 6"/>
                </a:gdLst>
                <a:ahLst/>
                <a:cxnLst>
                  <a:cxn ang="0">
                    <a:pos x="T0" y="T1"/>
                  </a:cxn>
                  <a:cxn ang="0">
                    <a:pos x="T2" y="T3"/>
                  </a:cxn>
                  <a:cxn ang="0">
                    <a:pos x="T4" y="T5"/>
                  </a:cxn>
                  <a:cxn ang="0">
                    <a:pos x="T6" y="T7"/>
                  </a:cxn>
                  <a:cxn ang="0">
                    <a:pos x="T8" y="T9"/>
                  </a:cxn>
                </a:cxnLst>
                <a:rect l="0" t="0" r="r" b="b"/>
                <a:pathLst>
                  <a:path w="6" h="6">
                    <a:moveTo>
                      <a:pt x="3" y="5"/>
                    </a:moveTo>
                    <a:cubicBezTo>
                      <a:pt x="2" y="4"/>
                      <a:pt x="1" y="4"/>
                      <a:pt x="0" y="3"/>
                    </a:cubicBezTo>
                    <a:cubicBezTo>
                      <a:pt x="1" y="3"/>
                      <a:pt x="3" y="0"/>
                      <a:pt x="4" y="2"/>
                    </a:cubicBezTo>
                    <a:cubicBezTo>
                      <a:pt x="6" y="3"/>
                      <a:pt x="5" y="6"/>
                      <a:pt x="3" y="5"/>
                    </a:cubicBezTo>
                    <a:cubicBezTo>
                      <a:pt x="2" y="4"/>
                      <a:pt x="4" y="6"/>
                      <a:pt x="3"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6" name="Freeform 541">
                <a:extLst>
                  <a:ext uri="{FF2B5EF4-FFF2-40B4-BE49-F238E27FC236}">
                    <a16:creationId xmlns:a16="http://schemas.microsoft.com/office/drawing/2014/main" id="{E09B610A-42CB-840C-C050-6070F3A8FB03}"/>
                  </a:ext>
                </a:extLst>
              </p:cNvPr>
              <p:cNvSpPr>
                <a:spLocks/>
              </p:cNvSpPr>
              <p:nvPr/>
            </p:nvSpPr>
            <p:spPr bwMode="auto">
              <a:xfrm>
                <a:off x="7942229" y="5656392"/>
                <a:ext cx="57323" cy="66896"/>
              </a:xfrm>
              <a:custGeom>
                <a:avLst/>
                <a:gdLst>
                  <a:gd name="T0" fmla="*/ 3 w 6"/>
                  <a:gd name="T1" fmla="*/ 6 h 7"/>
                  <a:gd name="T2" fmla="*/ 4 w 6"/>
                  <a:gd name="T3" fmla="*/ 1 h 7"/>
                  <a:gd name="T4" fmla="*/ 3 w 6"/>
                  <a:gd name="T5" fmla="*/ 6 h 7"/>
                  <a:gd name="T6" fmla="*/ 3 w 6"/>
                  <a:gd name="T7" fmla="*/ 6 h 7"/>
                </a:gdLst>
                <a:ahLst/>
                <a:cxnLst>
                  <a:cxn ang="0">
                    <a:pos x="T0" y="T1"/>
                  </a:cxn>
                  <a:cxn ang="0">
                    <a:pos x="T2" y="T3"/>
                  </a:cxn>
                  <a:cxn ang="0">
                    <a:pos x="T4" y="T5"/>
                  </a:cxn>
                  <a:cxn ang="0">
                    <a:pos x="T6" y="T7"/>
                  </a:cxn>
                </a:cxnLst>
                <a:rect l="0" t="0" r="r" b="b"/>
                <a:pathLst>
                  <a:path w="6" h="7">
                    <a:moveTo>
                      <a:pt x="3" y="6"/>
                    </a:moveTo>
                    <a:cubicBezTo>
                      <a:pt x="0" y="7"/>
                      <a:pt x="1" y="0"/>
                      <a:pt x="4" y="1"/>
                    </a:cubicBezTo>
                    <a:cubicBezTo>
                      <a:pt x="6" y="1"/>
                      <a:pt x="5" y="6"/>
                      <a:pt x="3" y="6"/>
                    </a:cubicBezTo>
                    <a:cubicBezTo>
                      <a:pt x="2" y="6"/>
                      <a:pt x="6" y="6"/>
                      <a:pt x="3"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7" name="Freeform 542">
                <a:extLst>
                  <a:ext uri="{FF2B5EF4-FFF2-40B4-BE49-F238E27FC236}">
                    <a16:creationId xmlns:a16="http://schemas.microsoft.com/office/drawing/2014/main" id="{AD395FE0-07EA-6485-70C6-A1766AFF72B2}"/>
                  </a:ext>
                </a:extLst>
              </p:cNvPr>
              <p:cNvSpPr>
                <a:spLocks/>
              </p:cNvSpPr>
              <p:nvPr/>
            </p:nvSpPr>
            <p:spPr bwMode="auto">
              <a:xfrm>
                <a:off x="7782993" y="5618167"/>
                <a:ext cx="111465" cy="57338"/>
              </a:xfrm>
              <a:custGeom>
                <a:avLst/>
                <a:gdLst>
                  <a:gd name="T0" fmla="*/ 4 w 12"/>
                  <a:gd name="T1" fmla="*/ 6 h 6"/>
                  <a:gd name="T2" fmla="*/ 1 w 12"/>
                  <a:gd name="T3" fmla="*/ 3 h 6"/>
                  <a:gd name="T4" fmla="*/ 8 w 12"/>
                  <a:gd name="T5" fmla="*/ 0 h 6"/>
                  <a:gd name="T6" fmla="*/ 4 w 12"/>
                  <a:gd name="T7" fmla="*/ 6 h 6"/>
                </a:gdLst>
                <a:ahLst/>
                <a:cxnLst>
                  <a:cxn ang="0">
                    <a:pos x="T0" y="T1"/>
                  </a:cxn>
                  <a:cxn ang="0">
                    <a:pos x="T2" y="T3"/>
                  </a:cxn>
                  <a:cxn ang="0">
                    <a:pos x="T4" y="T5"/>
                  </a:cxn>
                  <a:cxn ang="0">
                    <a:pos x="T6" y="T7"/>
                  </a:cxn>
                </a:cxnLst>
                <a:rect l="0" t="0" r="r" b="b"/>
                <a:pathLst>
                  <a:path w="12" h="6">
                    <a:moveTo>
                      <a:pt x="4" y="6"/>
                    </a:moveTo>
                    <a:cubicBezTo>
                      <a:pt x="2" y="6"/>
                      <a:pt x="0" y="5"/>
                      <a:pt x="1" y="3"/>
                    </a:cubicBezTo>
                    <a:cubicBezTo>
                      <a:pt x="2" y="1"/>
                      <a:pt x="5" y="1"/>
                      <a:pt x="8" y="0"/>
                    </a:cubicBezTo>
                    <a:cubicBezTo>
                      <a:pt x="12" y="0"/>
                      <a:pt x="6" y="6"/>
                      <a:pt x="4"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8" name="Freeform 543">
                <a:extLst>
                  <a:ext uri="{FF2B5EF4-FFF2-40B4-BE49-F238E27FC236}">
                    <a16:creationId xmlns:a16="http://schemas.microsoft.com/office/drawing/2014/main" id="{052619E3-06DE-8B70-D514-711D3497FF49}"/>
                  </a:ext>
                </a:extLst>
              </p:cNvPr>
              <p:cNvSpPr>
                <a:spLocks/>
              </p:cNvSpPr>
              <p:nvPr/>
            </p:nvSpPr>
            <p:spPr bwMode="auto">
              <a:xfrm>
                <a:off x="8018661" y="5583125"/>
                <a:ext cx="63695" cy="25484"/>
              </a:xfrm>
              <a:custGeom>
                <a:avLst/>
                <a:gdLst>
                  <a:gd name="T0" fmla="*/ 5 w 7"/>
                  <a:gd name="T1" fmla="*/ 3 h 3"/>
                  <a:gd name="T2" fmla="*/ 3 w 7"/>
                  <a:gd name="T3" fmla="*/ 0 h 3"/>
                  <a:gd name="T4" fmla="*/ 7 w 7"/>
                  <a:gd name="T5" fmla="*/ 1 h 3"/>
                  <a:gd name="T6" fmla="*/ 5 w 7"/>
                  <a:gd name="T7" fmla="*/ 3 h 3"/>
                  <a:gd name="T8" fmla="*/ 5 w 7"/>
                  <a:gd name="T9" fmla="*/ 3 h 3"/>
                </a:gdLst>
                <a:ahLst/>
                <a:cxnLst>
                  <a:cxn ang="0">
                    <a:pos x="T0" y="T1"/>
                  </a:cxn>
                  <a:cxn ang="0">
                    <a:pos x="T2" y="T3"/>
                  </a:cxn>
                  <a:cxn ang="0">
                    <a:pos x="T4" y="T5"/>
                  </a:cxn>
                  <a:cxn ang="0">
                    <a:pos x="T6" y="T7"/>
                  </a:cxn>
                  <a:cxn ang="0">
                    <a:pos x="T8" y="T9"/>
                  </a:cxn>
                </a:cxnLst>
                <a:rect l="0" t="0" r="r" b="b"/>
                <a:pathLst>
                  <a:path w="7" h="3">
                    <a:moveTo>
                      <a:pt x="5" y="3"/>
                    </a:moveTo>
                    <a:cubicBezTo>
                      <a:pt x="4" y="3"/>
                      <a:pt x="0" y="0"/>
                      <a:pt x="3" y="0"/>
                    </a:cubicBezTo>
                    <a:cubicBezTo>
                      <a:pt x="4" y="0"/>
                      <a:pt x="6" y="0"/>
                      <a:pt x="7" y="1"/>
                    </a:cubicBezTo>
                    <a:cubicBezTo>
                      <a:pt x="7" y="1"/>
                      <a:pt x="6" y="3"/>
                      <a:pt x="5" y="3"/>
                    </a:cubicBezTo>
                    <a:cubicBezTo>
                      <a:pt x="4" y="3"/>
                      <a:pt x="7" y="3"/>
                      <a:pt x="5"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49" name="Freeform 544">
                <a:extLst>
                  <a:ext uri="{FF2B5EF4-FFF2-40B4-BE49-F238E27FC236}">
                    <a16:creationId xmlns:a16="http://schemas.microsoft.com/office/drawing/2014/main" id="{9A12371B-724D-486F-4699-851460BD1C41}"/>
                  </a:ext>
                </a:extLst>
              </p:cNvPr>
              <p:cNvSpPr>
                <a:spLocks/>
              </p:cNvSpPr>
              <p:nvPr/>
            </p:nvSpPr>
            <p:spPr bwMode="auto">
              <a:xfrm>
                <a:off x="7623756" y="5395179"/>
                <a:ext cx="318473" cy="222990"/>
              </a:xfrm>
              <a:custGeom>
                <a:avLst/>
                <a:gdLst>
                  <a:gd name="T0" fmla="*/ 31 w 34"/>
                  <a:gd name="T1" fmla="*/ 21 h 24"/>
                  <a:gd name="T2" fmla="*/ 25 w 34"/>
                  <a:gd name="T3" fmla="*/ 18 h 24"/>
                  <a:gd name="T4" fmla="*/ 24 w 34"/>
                  <a:gd name="T5" fmla="*/ 16 h 24"/>
                  <a:gd name="T6" fmla="*/ 22 w 34"/>
                  <a:gd name="T7" fmla="*/ 17 h 24"/>
                  <a:gd name="T8" fmla="*/ 18 w 34"/>
                  <a:gd name="T9" fmla="*/ 16 h 24"/>
                  <a:gd name="T10" fmla="*/ 16 w 34"/>
                  <a:gd name="T11" fmla="*/ 19 h 24"/>
                  <a:gd name="T12" fmla="*/ 11 w 34"/>
                  <a:gd name="T13" fmla="*/ 23 h 24"/>
                  <a:gd name="T14" fmla="*/ 8 w 34"/>
                  <a:gd name="T15" fmla="*/ 19 h 24"/>
                  <a:gd name="T16" fmla="*/ 2 w 34"/>
                  <a:gd name="T17" fmla="*/ 19 h 24"/>
                  <a:gd name="T18" fmla="*/ 4 w 34"/>
                  <a:gd name="T19" fmla="*/ 16 h 24"/>
                  <a:gd name="T20" fmla="*/ 5 w 34"/>
                  <a:gd name="T21" fmla="*/ 10 h 24"/>
                  <a:gd name="T22" fmla="*/ 6 w 34"/>
                  <a:gd name="T23" fmla="*/ 3 h 24"/>
                  <a:gd name="T24" fmla="*/ 11 w 34"/>
                  <a:gd name="T25" fmla="*/ 3 h 24"/>
                  <a:gd name="T26" fmla="*/ 12 w 34"/>
                  <a:gd name="T27" fmla="*/ 5 h 24"/>
                  <a:gd name="T28" fmla="*/ 14 w 34"/>
                  <a:gd name="T29" fmla="*/ 4 h 24"/>
                  <a:gd name="T30" fmla="*/ 17 w 34"/>
                  <a:gd name="T31" fmla="*/ 6 h 24"/>
                  <a:gd name="T32" fmla="*/ 20 w 34"/>
                  <a:gd name="T33" fmla="*/ 7 h 24"/>
                  <a:gd name="T34" fmla="*/ 25 w 34"/>
                  <a:gd name="T35" fmla="*/ 10 h 24"/>
                  <a:gd name="T36" fmla="*/ 28 w 34"/>
                  <a:gd name="T37" fmla="*/ 15 h 24"/>
                  <a:gd name="T38" fmla="*/ 30 w 34"/>
                  <a:gd name="T39" fmla="*/ 15 h 24"/>
                  <a:gd name="T40" fmla="*/ 33 w 34"/>
                  <a:gd name="T41" fmla="*/ 17 h 24"/>
                  <a:gd name="T42" fmla="*/ 34 w 34"/>
                  <a:gd name="T43" fmla="*/ 18 h 24"/>
                  <a:gd name="T44" fmla="*/ 31 w 34"/>
                  <a:gd name="T45" fmla="*/ 21 h 24"/>
                  <a:gd name="T46" fmla="*/ 31 w 34"/>
                  <a:gd name="T47"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24">
                    <a:moveTo>
                      <a:pt x="31" y="21"/>
                    </a:moveTo>
                    <a:cubicBezTo>
                      <a:pt x="30" y="20"/>
                      <a:pt x="27" y="19"/>
                      <a:pt x="25" y="18"/>
                    </a:cubicBezTo>
                    <a:cubicBezTo>
                      <a:pt x="24" y="18"/>
                      <a:pt x="25" y="17"/>
                      <a:pt x="24" y="16"/>
                    </a:cubicBezTo>
                    <a:cubicBezTo>
                      <a:pt x="24" y="16"/>
                      <a:pt x="22" y="17"/>
                      <a:pt x="22" y="17"/>
                    </a:cubicBezTo>
                    <a:cubicBezTo>
                      <a:pt x="20" y="17"/>
                      <a:pt x="20" y="15"/>
                      <a:pt x="18" y="16"/>
                    </a:cubicBezTo>
                    <a:cubicBezTo>
                      <a:pt x="18" y="17"/>
                      <a:pt x="17" y="18"/>
                      <a:pt x="16" y="19"/>
                    </a:cubicBezTo>
                    <a:cubicBezTo>
                      <a:pt x="14" y="20"/>
                      <a:pt x="13" y="22"/>
                      <a:pt x="11" y="23"/>
                    </a:cubicBezTo>
                    <a:cubicBezTo>
                      <a:pt x="8" y="24"/>
                      <a:pt x="10" y="20"/>
                      <a:pt x="8" y="19"/>
                    </a:cubicBezTo>
                    <a:cubicBezTo>
                      <a:pt x="8" y="18"/>
                      <a:pt x="3" y="19"/>
                      <a:pt x="2" y="19"/>
                    </a:cubicBezTo>
                    <a:cubicBezTo>
                      <a:pt x="0" y="19"/>
                      <a:pt x="4" y="16"/>
                      <a:pt x="4" y="16"/>
                    </a:cubicBezTo>
                    <a:cubicBezTo>
                      <a:pt x="6" y="14"/>
                      <a:pt x="5" y="12"/>
                      <a:pt x="5" y="10"/>
                    </a:cubicBezTo>
                    <a:cubicBezTo>
                      <a:pt x="5" y="8"/>
                      <a:pt x="5" y="5"/>
                      <a:pt x="6" y="3"/>
                    </a:cubicBezTo>
                    <a:cubicBezTo>
                      <a:pt x="7" y="0"/>
                      <a:pt x="10" y="0"/>
                      <a:pt x="11" y="3"/>
                    </a:cubicBezTo>
                    <a:cubicBezTo>
                      <a:pt x="11" y="4"/>
                      <a:pt x="11" y="6"/>
                      <a:pt x="12" y="5"/>
                    </a:cubicBezTo>
                    <a:cubicBezTo>
                      <a:pt x="13" y="5"/>
                      <a:pt x="13" y="4"/>
                      <a:pt x="14" y="4"/>
                    </a:cubicBezTo>
                    <a:cubicBezTo>
                      <a:pt x="15" y="5"/>
                      <a:pt x="16" y="6"/>
                      <a:pt x="17" y="6"/>
                    </a:cubicBezTo>
                    <a:cubicBezTo>
                      <a:pt x="18" y="7"/>
                      <a:pt x="19" y="7"/>
                      <a:pt x="20" y="7"/>
                    </a:cubicBezTo>
                    <a:cubicBezTo>
                      <a:pt x="21" y="8"/>
                      <a:pt x="23" y="9"/>
                      <a:pt x="25" y="10"/>
                    </a:cubicBezTo>
                    <a:cubicBezTo>
                      <a:pt x="28" y="11"/>
                      <a:pt x="28" y="12"/>
                      <a:pt x="28" y="15"/>
                    </a:cubicBezTo>
                    <a:cubicBezTo>
                      <a:pt x="28" y="16"/>
                      <a:pt x="30" y="16"/>
                      <a:pt x="30" y="15"/>
                    </a:cubicBezTo>
                    <a:cubicBezTo>
                      <a:pt x="32" y="15"/>
                      <a:pt x="32" y="16"/>
                      <a:pt x="33" y="17"/>
                    </a:cubicBezTo>
                    <a:cubicBezTo>
                      <a:pt x="34" y="17"/>
                      <a:pt x="34" y="17"/>
                      <a:pt x="34" y="18"/>
                    </a:cubicBezTo>
                    <a:cubicBezTo>
                      <a:pt x="33" y="19"/>
                      <a:pt x="33" y="21"/>
                      <a:pt x="31" y="21"/>
                    </a:cubicBezTo>
                    <a:cubicBezTo>
                      <a:pt x="30" y="20"/>
                      <a:pt x="33" y="21"/>
                      <a:pt x="31" y="2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0" name="Freeform 545">
                <a:extLst>
                  <a:ext uri="{FF2B5EF4-FFF2-40B4-BE49-F238E27FC236}">
                    <a16:creationId xmlns:a16="http://schemas.microsoft.com/office/drawing/2014/main" id="{915F8980-31CF-C29D-1BA5-E0B6A1DC1EF6}"/>
                  </a:ext>
                </a:extLst>
              </p:cNvPr>
              <p:cNvSpPr>
                <a:spLocks/>
              </p:cNvSpPr>
              <p:nvPr/>
            </p:nvSpPr>
            <p:spPr bwMode="auto">
              <a:xfrm>
                <a:off x="7747963" y="5376063"/>
                <a:ext cx="63695" cy="47785"/>
              </a:xfrm>
              <a:custGeom>
                <a:avLst/>
                <a:gdLst>
                  <a:gd name="T0" fmla="*/ 5 w 7"/>
                  <a:gd name="T1" fmla="*/ 4 h 5"/>
                  <a:gd name="T2" fmla="*/ 1 w 7"/>
                  <a:gd name="T3" fmla="*/ 0 h 5"/>
                  <a:gd name="T4" fmla="*/ 5 w 7"/>
                  <a:gd name="T5" fmla="*/ 4 h 5"/>
                </a:gdLst>
                <a:ahLst/>
                <a:cxnLst>
                  <a:cxn ang="0">
                    <a:pos x="T0" y="T1"/>
                  </a:cxn>
                  <a:cxn ang="0">
                    <a:pos x="T2" y="T3"/>
                  </a:cxn>
                  <a:cxn ang="0">
                    <a:pos x="T4" y="T5"/>
                  </a:cxn>
                </a:cxnLst>
                <a:rect l="0" t="0" r="r" b="b"/>
                <a:pathLst>
                  <a:path w="7" h="5">
                    <a:moveTo>
                      <a:pt x="5" y="4"/>
                    </a:moveTo>
                    <a:cubicBezTo>
                      <a:pt x="3" y="5"/>
                      <a:pt x="0" y="0"/>
                      <a:pt x="1" y="0"/>
                    </a:cubicBezTo>
                    <a:cubicBezTo>
                      <a:pt x="2" y="1"/>
                      <a:pt x="7" y="3"/>
                      <a:pt x="5"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1" name="Freeform 546">
                <a:extLst>
                  <a:ext uri="{FF2B5EF4-FFF2-40B4-BE49-F238E27FC236}">
                    <a16:creationId xmlns:a16="http://schemas.microsoft.com/office/drawing/2014/main" id="{598C48F0-7D92-1BC5-2F4B-8D9942577DD1}"/>
                  </a:ext>
                </a:extLst>
              </p:cNvPr>
              <p:cNvSpPr>
                <a:spLocks/>
              </p:cNvSpPr>
              <p:nvPr/>
            </p:nvSpPr>
            <p:spPr bwMode="auto">
              <a:xfrm>
                <a:off x="7728852" y="5385621"/>
                <a:ext cx="35033" cy="47785"/>
              </a:xfrm>
              <a:custGeom>
                <a:avLst/>
                <a:gdLst>
                  <a:gd name="T0" fmla="*/ 3 w 4"/>
                  <a:gd name="T1" fmla="*/ 4 h 5"/>
                  <a:gd name="T2" fmla="*/ 0 w 4"/>
                  <a:gd name="T3" fmla="*/ 1 h 5"/>
                  <a:gd name="T4" fmla="*/ 3 w 4"/>
                  <a:gd name="T5" fmla="*/ 4 h 5"/>
                </a:gdLst>
                <a:ahLst/>
                <a:cxnLst>
                  <a:cxn ang="0">
                    <a:pos x="T0" y="T1"/>
                  </a:cxn>
                  <a:cxn ang="0">
                    <a:pos x="T2" y="T3"/>
                  </a:cxn>
                  <a:cxn ang="0">
                    <a:pos x="T4" y="T5"/>
                  </a:cxn>
                </a:cxnLst>
                <a:rect l="0" t="0" r="r" b="b"/>
                <a:pathLst>
                  <a:path w="4" h="5">
                    <a:moveTo>
                      <a:pt x="3" y="4"/>
                    </a:moveTo>
                    <a:cubicBezTo>
                      <a:pt x="1" y="5"/>
                      <a:pt x="0" y="2"/>
                      <a:pt x="0" y="1"/>
                    </a:cubicBezTo>
                    <a:cubicBezTo>
                      <a:pt x="1" y="0"/>
                      <a:pt x="4" y="3"/>
                      <a:pt x="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2" name="Freeform 547">
                <a:extLst>
                  <a:ext uri="{FF2B5EF4-FFF2-40B4-BE49-F238E27FC236}">
                    <a16:creationId xmlns:a16="http://schemas.microsoft.com/office/drawing/2014/main" id="{EA1CF256-77BE-459A-0969-91FAD86E4A14}"/>
                  </a:ext>
                </a:extLst>
              </p:cNvPr>
              <p:cNvSpPr>
                <a:spLocks/>
              </p:cNvSpPr>
              <p:nvPr/>
            </p:nvSpPr>
            <p:spPr bwMode="auto">
              <a:xfrm>
                <a:off x="7642864" y="5207233"/>
                <a:ext cx="28662" cy="57338"/>
              </a:xfrm>
              <a:custGeom>
                <a:avLst/>
                <a:gdLst>
                  <a:gd name="T0" fmla="*/ 3 w 3"/>
                  <a:gd name="T1" fmla="*/ 5 h 6"/>
                  <a:gd name="T2" fmla="*/ 3 w 3"/>
                  <a:gd name="T3" fmla="*/ 2 h 6"/>
                  <a:gd name="T4" fmla="*/ 1 w 3"/>
                  <a:gd name="T5" fmla="*/ 1 h 6"/>
                  <a:gd name="T6" fmla="*/ 1 w 3"/>
                  <a:gd name="T7" fmla="*/ 4 h 6"/>
                  <a:gd name="T8" fmla="*/ 3 w 3"/>
                  <a:gd name="T9" fmla="*/ 5 h 6"/>
                  <a:gd name="T10" fmla="*/ 3 w 3"/>
                  <a:gd name="T11" fmla="*/ 5 h 6"/>
                </a:gdLst>
                <a:ahLst/>
                <a:cxnLst>
                  <a:cxn ang="0">
                    <a:pos x="T0" y="T1"/>
                  </a:cxn>
                  <a:cxn ang="0">
                    <a:pos x="T2" y="T3"/>
                  </a:cxn>
                  <a:cxn ang="0">
                    <a:pos x="T4" y="T5"/>
                  </a:cxn>
                  <a:cxn ang="0">
                    <a:pos x="T6" y="T7"/>
                  </a:cxn>
                  <a:cxn ang="0">
                    <a:pos x="T8" y="T9"/>
                  </a:cxn>
                  <a:cxn ang="0">
                    <a:pos x="T10" y="T11"/>
                  </a:cxn>
                </a:cxnLst>
                <a:rect l="0" t="0" r="r" b="b"/>
                <a:pathLst>
                  <a:path w="3" h="6">
                    <a:moveTo>
                      <a:pt x="3" y="5"/>
                    </a:moveTo>
                    <a:cubicBezTo>
                      <a:pt x="3" y="4"/>
                      <a:pt x="3" y="3"/>
                      <a:pt x="3" y="2"/>
                    </a:cubicBezTo>
                    <a:cubicBezTo>
                      <a:pt x="3" y="2"/>
                      <a:pt x="1" y="0"/>
                      <a:pt x="1" y="1"/>
                    </a:cubicBezTo>
                    <a:cubicBezTo>
                      <a:pt x="1" y="2"/>
                      <a:pt x="0" y="4"/>
                      <a:pt x="1" y="4"/>
                    </a:cubicBezTo>
                    <a:cubicBezTo>
                      <a:pt x="1" y="5"/>
                      <a:pt x="2" y="6"/>
                      <a:pt x="3" y="5"/>
                    </a:cubicBezTo>
                    <a:cubicBezTo>
                      <a:pt x="3" y="4"/>
                      <a:pt x="2" y="6"/>
                      <a:pt x="3"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3" name="Freeform 548">
                <a:extLst>
                  <a:ext uri="{FF2B5EF4-FFF2-40B4-BE49-F238E27FC236}">
                    <a16:creationId xmlns:a16="http://schemas.microsoft.com/office/drawing/2014/main" id="{455DD193-909E-9D81-6AFA-6529CB367D89}"/>
                  </a:ext>
                </a:extLst>
              </p:cNvPr>
              <p:cNvSpPr>
                <a:spLocks/>
              </p:cNvSpPr>
              <p:nvPr/>
            </p:nvSpPr>
            <p:spPr bwMode="auto">
              <a:xfrm>
                <a:off x="7502737" y="4719845"/>
                <a:ext cx="1343951" cy="984332"/>
              </a:xfrm>
              <a:custGeom>
                <a:avLst/>
                <a:gdLst>
                  <a:gd name="T0" fmla="*/ 63 w 144"/>
                  <a:gd name="T1" fmla="*/ 86 h 105"/>
                  <a:gd name="T2" fmla="*/ 81 w 144"/>
                  <a:gd name="T3" fmla="*/ 76 h 105"/>
                  <a:gd name="T4" fmla="*/ 91 w 144"/>
                  <a:gd name="T5" fmla="*/ 67 h 105"/>
                  <a:gd name="T6" fmla="*/ 103 w 144"/>
                  <a:gd name="T7" fmla="*/ 68 h 105"/>
                  <a:gd name="T8" fmla="*/ 87 w 144"/>
                  <a:gd name="T9" fmla="*/ 66 h 105"/>
                  <a:gd name="T10" fmla="*/ 80 w 144"/>
                  <a:gd name="T11" fmla="*/ 48 h 105"/>
                  <a:gd name="T12" fmla="*/ 67 w 144"/>
                  <a:gd name="T13" fmla="*/ 49 h 105"/>
                  <a:gd name="T14" fmla="*/ 64 w 144"/>
                  <a:gd name="T15" fmla="*/ 40 h 105"/>
                  <a:gd name="T16" fmla="*/ 54 w 144"/>
                  <a:gd name="T17" fmla="*/ 32 h 105"/>
                  <a:gd name="T18" fmla="*/ 53 w 144"/>
                  <a:gd name="T19" fmla="*/ 38 h 105"/>
                  <a:gd name="T20" fmla="*/ 52 w 144"/>
                  <a:gd name="T21" fmla="*/ 39 h 105"/>
                  <a:gd name="T22" fmla="*/ 37 w 144"/>
                  <a:gd name="T23" fmla="*/ 38 h 105"/>
                  <a:gd name="T24" fmla="*/ 5 w 144"/>
                  <a:gd name="T25" fmla="*/ 32 h 105"/>
                  <a:gd name="T26" fmla="*/ 8 w 144"/>
                  <a:gd name="T27" fmla="*/ 26 h 105"/>
                  <a:gd name="T28" fmla="*/ 16 w 144"/>
                  <a:gd name="T29" fmla="*/ 2 h 105"/>
                  <a:gd name="T30" fmla="*/ 18 w 144"/>
                  <a:gd name="T31" fmla="*/ 18 h 105"/>
                  <a:gd name="T32" fmla="*/ 26 w 144"/>
                  <a:gd name="T33" fmla="*/ 29 h 105"/>
                  <a:gd name="T34" fmla="*/ 20 w 144"/>
                  <a:gd name="T35" fmla="*/ 19 h 105"/>
                  <a:gd name="T36" fmla="*/ 22 w 144"/>
                  <a:gd name="T37" fmla="*/ 13 h 105"/>
                  <a:gd name="T38" fmla="*/ 25 w 144"/>
                  <a:gd name="T39" fmla="*/ 7 h 105"/>
                  <a:gd name="T40" fmla="*/ 34 w 144"/>
                  <a:gd name="T41" fmla="*/ 3 h 105"/>
                  <a:gd name="T42" fmla="*/ 43 w 144"/>
                  <a:gd name="T43" fmla="*/ 16 h 105"/>
                  <a:gd name="T44" fmla="*/ 52 w 144"/>
                  <a:gd name="T45" fmla="*/ 16 h 105"/>
                  <a:gd name="T46" fmla="*/ 54 w 144"/>
                  <a:gd name="T47" fmla="*/ 15 h 105"/>
                  <a:gd name="T48" fmla="*/ 66 w 144"/>
                  <a:gd name="T49" fmla="*/ 13 h 105"/>
                  <a:gd name="T50" fmla="*/ 70 w 144"/>
                  <a:gd name="T51" fmla="*/ 21 h 105"/>
                  <a:gd name="T52" fmla="*/ 76 w 144"/>
                  <a:gd name="T53" fmla="*/ 22 h 105"/>
                  <a:gd name="T54" fmla="*/ 81 w 144"/>
                  <a:gd name="T55" fmla="*/ 23 h 105"/>
                  <a:gd name="T56" fmla="*/ 86 w 144"/>
                  <a:gd name="T57" fmla="*/ 23 h 105"/>
                  <a:gd name="T58" fmla="*/ 92 w 144"/>
                  <a:gd name="T59" fmla="*/ 28 h 105"/>
                  <a:gd name="T60" fmla="*/ 94 w 144"/>
                  <a:gd name="T61" fmla="*/ 31 h 105"/>
                  <a:gd name="T62" fmla="*/ 100 w 144"/>
                  <a:gd name="T63" fmla="*/ 29 h 105"/>
                  <a:gd name="T64" fmla="*/ 99 w 144"/>
                  <a:gd name="T65" fmla="*/ 38 h 105"/>
                  <a:gd name="T66" fmla="*/ 104 w 144"/>
                  <a:gd name="T67" fmla="*/ 38 h 105"/>
                  <a:gd name="T68" fmla="*/ 109 w 144"/>
                  <a:gd name="T69" fmla="*/ 40 h 105"/>
                  <a:gd name="T70" fmla="*/ 106 w 144"/>
                  <a:gd name="T71" fmla="*/ 45 h 105"/>
                  <a:gd name="T72" fmla="*/ 118 w 144"/>
                  <a:gd name="T73" fmla="*/ 54 h 105"/>
                  <a:gd name="T74" fmla="*/ 124 w 144"/>
                  <a:gd name="T75" fmla="*/ 55 h 105"/>
                  <a:gd name="T76" fmla="*/ 128 w 144"/>
                  <a:gd name="T77" fmla="*/ 60 h 105"/>
                  <a:gd name="T78" fmla="*/ 141 w 144"/>
                  <a:gd name="T79" fmla="*/ 64 h 105"/>
                  <a:gd name="T80" fmla="*/ 139 w 144"/>
                  <a:gd name="T81" fmla="*/ 69 h 105"/>
                  <a:gd name="T82" fmla="*/ 133 w 144"/>
                  <a:gd name="T83" fmla="*/ 73 h 105"/>
                  <a:gd name="T84" fmla="*/ 128 w 144"/>
                  <a:gd name="T85" fmla="*/ 77 h 105"/>
                  <a:gd name="T86" fmla="*/ 125 w 144"/>
                  <a:gd name="T87" fmla="*/ 74 h 105"/>
                  <a:gd name="T88" fmla="*/ 120 w 144"/>
                  <a:gd name="T89" fmla="*/ 72 h 105"/>
                  <a:gd name="T90" fmla="*/ 113 w 144"/>
                  <a:gd name="T91" fmla="*/ 67 h 105"/>
                  <a:gd name="T92" fmla="*/ 108 w 144"/>
                  <a:gd name="T93" fmla="*/ 70 h 105"/>
                  <a:gd name="T94" fmla="*/ 118 w 144"/>
                  <a:gd name="T95" fmla="*/ 80 h 105"/>
                  <a:gd name="T96" fmla="*/ 123 w 144"/>
                  <a:gd name="T97" fmla="*/ 82 h 105"/>
                  <a:gd name="T98" fmla="*/ 128 w 144"/>
                  <a:gd name="T99" fmla="*/ 93 h 105"/>
                  <a:gd name="T100" fmla="*/ 126 w 144"/>
                  <a:gd name="T101" fmla="*/ 95 h 105"/>
                  <a:gd name="T102" fmla="*/ 118 w 144"/>
                  <a:gd name="T103" fmla="*/ 96 h 105"/>
                  <a:gd name="T104" fmla="*/ 110 w 144"/>
                  <a:gd name="T105" fmla="*/ 93 h 105"/>
                  <a:gd name="T106" fmla="*/ 109 w 144"/>
                  <a:gd name="T107" fmla="*/ 94 h 105"/>
                  <a:gd name="T108" fmla="*/ 103 w 144"/>
                  <a:gd name="T109" fmla="*/ 99 h 105"/>
                  <a:gd name="T110" fmla="*/ 91 w 144"/>
                  <a:gd name="T111" fmla="*/ 90 h 105"/>
                  <a:gd name="T112" fmla="*/ 77 w 144"/>
                  <a:gd name="T113"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4" h="105">
                    <a:moveTo>
                      <a:pt x="77" y="83"/>
                    </a:moveTo>
                    <a:cubicBezTo>
                      <a:pt x="76" y="86"/>
                      <a:pt x="74" y="83"/>
                      <a:pt x="71" y="84"/>
                    </a:cubicBezTo>
                    <a:cubicBezTo>
                      <a:pt x="70" y="84"/>
                      <a:pt x="69" y="85"/>
                      <a:pt x="68" y="86"/>
                    </a:cubicBezTo>
                    <a:cubicBezTo>
                      <a:pt x="66" y="87"/>
                      <a:pt x="65" y="86"/>
                      <a:pt x="63" y="86"/>
                    </a:cubicBezTo>
                    <a:cubicBezTo>
                      <a:pt x="60" y="85"/>
                      <a:pt x="56" y="83"/>
                      <a:pt x="60" y="80"/>
                    </a:cubicBezTo>
                    <a:cubicBezTo>
                      <a:pt x="62" y="78"/>
                      <a:pt x="62" y="76"/>
                      <a:pt x="65" y="76"/>
                    </a:cubicBezTo>
                    <a:cubicBezTo>
                      <a:pt x="68" y="77"/>
                      <a:pt x="71" y="78"/>
                      <a:pt x="75" y="77"/>
                    </a:cubicBezTo>
                    <a:cubicBezTo>
                      <a:pt x="77" y="77"/>
                      <a:pt x="79" y="76"/>
                      <a:pt x="81" y="76"/>
                    </a:cubicBezTo>
                    <a:cubicBezTo>
                      <a:pt x="82" y="76"/>
                      <a:pt x="81" y="75"/>
                      <a:pt x="81" y="74"/>
                    </a:cubicBezTo>
                    <a:cubicBezTo>
                      <a:pt x="78" y="72"/>
                      <a:pt x="77" y="71"/>
                      <a:pt x="80" y="69"/>
                    </a:cubicBezTo>
                    <a:cubicBezTo>
                      <a:pt x="82" y="66"/>
                      <a:pt x="84" y="66"/>
                      <a:pt x="87" y="66"/>
                    </a:cubicBezTo>
                    <a:cubicBezTo>
                      <a:pt x="88" y="66"/>
                      <a:pt x="90" y="66"/>
                      <a:pt x="91" y="67"/>
                    </a:cubicBezTo>
                    <a:cubicBezTo>
                      <a:pt x="93" y="68"/>
                      <a:pt x="93" y="69"/>
                      <a:pt x="93" y="71"/>
                    </a:cubicBezTo>
                    <a:cubicBezTo>
                      <a:pt x="94" y="73"/>
                      <a:pt x="95" y="70"/>
                      <a:pt x="96" y="70"/>
                    </a:cubicBezTo>
                    <a:cubicBezTo>
                      <a:pt x="96" y="69"/>
                      <a:pt x="99" y="70"/>
                      <a:pt x="99" y="70"/>
                    </a:cubicBezTo>
                    <a:cubicBezTo>
                      <a:pt x="100" y="70"/>
                      <a:pt x="103" y="70"/>
                      <a:pt x="103" y="68"/>
                    </a:cubicBezTo>
                    <a:cubicBezTo>
                      <a:pt x="103" y="67"/>
                      <a:pt x="100" y="66"/>
                      <a:pt x="99" y="66"/>
                    </a:cubicBezTo>
                    <a:cubicBezTo>
                      <a:pt x="97" y="65"/>
                      <a:pt x="96" y="64"/>
                      <a:pt x="95" y="63"/>
                    </a:cubicBezTo>
                    <a:cubicBezTo>
                      <a:pt x="94" y="63"/>
                      <a:pt x="93" y="65"/>
                      <a:pt x="93" y="66"/>
                    </a:cubicBezTo>
                    <a:cubicBezTo>
                      <a:pt x="92" y="67"/>
                      <a:pt x="88" y="66"/>
                      <a:pt x="87" y="66"/>
                    </a:cubicBezTo>
                    <a:cubicBezTo>
                      <a:pt x="81" y="65"/>
                      <a:pt x="89" y="63"/>
                      <a:pt x="88" y="61"/>
                    </a:cubicBezTo>
                    <a:cubicBezTo>
                      <a:pt x="87" y="58"/>
                      <a:pt x="86" y="54"/>
                      <a:pt x="84" y="52"/>
                    </a:cubicBezTo>
                    <a:cubicBezTo>
                      <a:pt x="83" y="52"/>
                      <a:pt x="81" y="53"/>
                      <a:pt x="81" y="52"/>
                    </a:cubicBezTo>
                    <a:cubicBezTo>
                      <a:pt x="81" y="51"/>
                      <a:pt x="81" y="49"/>
                      <a:pt x="80" y="48"/>
                    </a:cubicBezTo>
                    <a:cubicBezTo>
                      <a:pt x="79" y="47"/>
                      <a:pt x="78" y="53"/>
                      <a:pt x="79" y="53"/>
                    </a:cubicBezTo>
                    <a:cubicBezTo>
                      <a:pt x="78" y="53"/>
                      <a:pt x="75" y="46"/>
                      <a:pt x="75" y="46"/>
                    </a:cubicBezTo>
                    <a:cubicBezTo>
                      <a:pt x="73" y="46"/>
                      <a:pt x="72" y="47"/>
                      <a:pt x="71" y="48"/>
                    </a:cubicBezTo>
                    <a:cubicBezTo>
                      <a:pt x="70" y="48"/>
                      <a:pt x="67" y="50"/>
                      <a:pt x="67" y="49"/>
                    </a:cubicBezTo>
                    <a:cubicBezTo>
                      <a:pt x="67" y="46"/>
                      <a:pt x="66" y="46"/>
                      <a:pt x="69" y="46"/>
                    </a:cubicBezTo>
                    <a:cubicBezTo>
                      <a:pt x="70" y="46"/>
                      <a:pt x="71" y="45"/>
                      <a:pt x="71" y="44"/>
                    </a:cubicBezTo>
                    <a:cubicBezTo>
                      <a:pt x="72" y="43"/>
                      <a:pt x="69" y="43"/>
                      <a:pt x="69" y="43"/>
                    </a:cubicBezTo>
                    <a:cubicBezTo>
                      <a:pt x="68" y="42"/>
                      <a:pt x="64" y="40"/>
                      <a:pt x="64" y="40"/>
                    </a:cubicBezTo>
                    <a:cubicBezTo>
                      <a:pt x="64" y="37"/>
                      <a:pt x="63" y="39"/>
                      <a:pt x="62" y="39"/>
                    </a:cubicBezTo>
                    <a:cubicBezTo>
                      <a:pt x="61" y="39"/>
                      <a:pt x="62" y="34"/>
                      <a:pt x="60" y="35"/>
                    </a:cubicBezTo>
                    <a:cubicBezTo>
                      <a:pt x="59" y="35"/>
                      <a:pt x="59" y="36"/>
                      <a:pt x="57" y="34"/>
                    </a:cubicBezTo>
                    <a:cubicBezTo>
                      <a:pt x="56" y="34"/>
                      <a:pt x="55" y="32"/>
                      <a:pt x="54" y="32"/>
                    </a:cubicBezTo>
                    <a:cubicBezTo>
                      <a:pt x="54" y="32"/>
                      <a:pt x="55" y="33"/>
                      <a:pt x="55" y="33"/>
                    </a:cubicBezTo>
                    <a:cubicBezTo>
                      <a:pt x="55" y="33"/>
                      <a:pt x="52" y="33"/>
                      <a:pt x="52" y="34"/>
                    </a:cubicBezTo>
                    <a:cubicBezTo>
                      <a:pt x="53" y="35"/>
                      <a:pt x="55" y="34"/>
                      <a:pt x="56" y="36"/>
                    </a:cubicBezTo>
                    <a:cubicBezTo>
                      <a:pt x="56" y="38"/>
                      <a:pt x="54" y="38"/>
                      <a:pt x="53" y="38"/>
                    </a:cubicBezTo>
                    <a:cubicBezTo>
                      <a:pt x="51" y="39"/>
                      <a:pt x="46" y="35"/>
                      <a:pt x="44" y="37"/>
                    </a:cubicBezTo>
                    <a:cubicBezTo>
                      <a:pt x="43" y="37"/>
                      <a:pt x="45" y="38"/>
                      <a:pt x="46" y="39"/>
                    </a:cubicBezTo>
                    <a:cubicBezTo>
                      <a:pt x="46" y="40"/>
                      <a:pt x="47" y="39"/>
                      <a:pt x="48" y="39"/>
                    </a:cubicBezTo>
                    <a:cubicBezTo>
                      <a:pt x="49" y="39"/>
                      <a:pt x="52" y="38"/>
                      <a:pt x="52" y="39"/>
                    </a:cubicBezTo>
                    <a:cubicBezTo>
                      <a:pt x="52" y="40"/>
                      <a:pt x="51" y="41"/>
                      <a:pt x="50" y="42"/>
                    </a:cubicBezTo>
                    <a:cubicBezTo>
                      <a:pt x="50" y="42"/>
                      <a:pt x="39" y="35"/>
                      <a:pt x="37" y="36"/>
                    </a:cubicBezTo>
                    <a:cubicBezTo>
                      <a:pt x="38" y="36"/>
                      <a:pt x="39" y="37"/>
                      <a:pt x="40" y="37"/>
                    </a:cubicBezTo>
                    <a:cubicBezTo>
                      <a:pt x="42" y="39"/>
                      <a:pt x="37" y="38"/>
                      <a:pt x="37" y="38"/>
                    </a:cubicBezTo>
                    <a:cubicBezTo>
                      <a:pt x="34" y="36"/>
                      <a:pt x="30" y="38"/>
                      <a:pt x="27" y="37"/>
                    </a:cubicBezTo>
                    <a:cubicBezTo>
                      <a:pt x="23" y="36"/>
                      <a:pt x="20" y="37"/>
                      <a:pt x="17" y="34"/>
                    </a:cubicBezTo>
                    <a:cubicBezTo>
                      <a:pt x="14" y="32"/>
                      <a:pt x="12" y="35"/>
                      <a:pt x="9" y="34"/>
                    </a:cubicBezTo>
                    <a:cubicBezTo>
                      <a:pt x="8" y="33"/>
                      <a:pt x="6" y="33"/>
                      <a:pt x="5" y="32"/>
                    </a:cubicBezTo>
                    <a:cubicBezTo>
                      <a:pt x="5" y="31"/>
                      <a:pt x="2" y="28"/>
                      <a:pt x="4" y="28"/>
                    </a:cubicBezTo>
                    <a:cubicBezTo>
                      <a:pt x="7" y="28"/>
                      <a:pt x="11" y="31"/>
                      <a:pt x="14" y="29"/>
                    </a:cubicBezTo>
                    <a:cubicBezTo>
                      <a:pt x="15" y="28"/>
                      <a:pt x="13" y="27"/>
                      <a:pt x="13" y="27"/>
                    </a:cubicBezTo>
                    <a:cubicBezTo>
                      <a:pt x="11" y="26"/>
                      <a:pt x="9" y="26"/>
                      <a:pt x="8" y="26"/>
                    </a:cubicBezTo>
                    <a:cubicBezTo>
                      <a:pt x="5" y="26"/>
                      <a:pt x="0" y="26"/>
                      <a:pt x="0" y="23"/>
                    </a:cubicBezTo>
                    <a:cubicBezTo>
                      <a:pt x="0" y="19"/>
                      <a:pt x="0" y="16"/>
                      <a:pt x="2" y="12"/>
                    </a:cubicBezTo>
                    <a:cubicBezTo>
                      <a:pt x="3" y="9"/>
                      <a:pt x="6" y="7"/>
                      <a:pt x="9" y="5"/>
                    </a:cubicBezTo>
                    <a:cubicBezTo>
                      <a:pt x="11" y="3"/>
                      <a:pt x="13" y="3"/>
                      <a:pt x="16" y="2"/>
                    </a:cubicBezTo>
                    <a:cubicBezTo>
                      <a:pt x="18" y="2"/>
                      <a:pt x="24" y="0"/>
                      <a:pt x="25" y="3"/>
                    </a:cubicBezTo>
                    <a:cubicBezTo>
                      <a:pt x="25" y="2"/>
                      <a:pt x="20" y="7"/>
                      <a:pt x="19" y="7"/>
                    </a:cubicBezTo>
                    <a:cubicBezTo>
                      <a:pt x="17" y="9"/>
                      <a:pt x="15" y="11"/>
                      <a:pt x="17" y="13"/>
                    </a:cubicBezTo>
                    <a:cubicBezTo>
                      <a:pt x="19" y="15"/>
                      <a:pt x="17" y="16"/>
                      <a:pt x="18" y="18"/>
                    </a:cubicBezTo>
                    <a:cubicBezTo>
                      <a:pt x="18" y="20"/>
                      <a:pt x="20" y="21"/>
                      <a:pt x="21" y="22"/>
                    </a:cubicBezTo>
                    <a:cubicBezTo>
                      <a:pt x="22" y="23"/>
                      <a:pt x="24" y="24"/>
                      <a:pt x="25" y="25"/>
                    </a:cubicBezTo>
                    <a:cubicBezTo>
                      <a:pt x="26" y="26"/>
                      <a:pt x="22" y="26"/>
                      <a:pt x="22" y="27"/>
                    </a:cubicBezTo>
                    <a:cubicBezTo>
                      <a:pt x="22" y="26"/>
                      <a:pt x="26" y="29"/>
                      <a:pt x="26" y="29"/>
                    </a:cubicBezTo>
                    <a:cubicBezTo>
                      <a:pt x="27" y="28"/>
                      <a:pt x="26" y="26"/>
                      <a:pt x="26" y="25"/>
                    </a:cubicBezTo>
                    <a:cubicBezTo>
                      <a:pt x="26" y="25"/>
                      <a:pt x="28" y="24"/>
                      <a:pt x="27" y="23"/>
                    </a:cubicBezTo>
                    <a:cubicBezTo>
                      <a:pt x="26" y="22"/>
                      <a:pt x="22" y="21"/>
                      <a:pt x="21" y="20"/>
                    </a:cubicBezTo>
                    <a:cubicBezTo>
                      <a:pt x="20" y="20"/>
                      <a:pt x="19" y="19"/>
                      <a:pt x="20" y="19"/>
                    </a:cubicBezTo>
                    <a:cubicBezTo>
                      <a:pt x="22" y="19"/>
                      <a:pt x="22" y="18"/>
                      <a:pt x="23" y="17"/>
                    </a:cubicBezTo>
                    <a:cubicBezTo>
                      <a:pt x="25" y="16"/>
                      <a:pt x="28" y="18"/>
                      <a:pt x="29" y="19"/>
                    </a:cubicBezTo>
                    <a:cubicBezTo>
                      <a:pt x="28" y="18"/>
                      <a:pt x="27" y="17"/>
                      <a:pt x="27" y="16"/>
                    </a:cubicBezTo>
                    <a:cubicBezTo>
                      <a:pt x="27" y="14"/>
                      <a:pt x="22" y="15"/>
                      <a:pt x="22" y="13"/>
                    </a:cubicBezTo>
                    <a:cubicBezTo>
                      <a:pt x="20" y="7"/>
                      <a:pt x="29" y="12"/>
                      <a:pt x="29" y="12"/>
                    </a:cubicBezTo>
                    <a:cubicBezTo>
                      <a:pt x="29" y="11"/>
                      <a:pt x="23" y="9"/>
                      <a:pt x="23" y="9"/>
                    </a:cubicBezTo>
                    <a:cubicBezTo>
                      <a:pt x="23" y="8"/>
                      <a:pt x="28" y="9"/>
                      <a:pt x="28" y="9"/>
                    </a:cubicBezTo>
                    <a:cubicBezTo>
                      <a:pt x="28" y="8"/>
                      <a:pt x="25" y="7"/>
                      <a:pt x="25" y="7"/>
                    </a:cubicBezTo>
                    <a:cubicBezTo>
                      <a:pt x="24" y="6"/>
                      <a:pt x="25" y="6"/>
                      <a:pt x="26" y="6"/>
                    </a:cubicBezTo>
                    <a:cubicBezTo>
                      <a:pt x="27" y="7"/>
                      <a:pt x="27" y="6"/>
                      <a:pt x="28" y="6"/>
                    </a:cubicBezTo>
                    <a:cubicBezTo>
                      <a:pt x="30" y="5"/>
                      <a:pt x="30" y="6"/>
                      <a:pt x="32" y="6"/>
                    </a:cubicBezTo>
                    <a:cubicBezTo>
                      <a:pt x="29" y="5"/>
                      <a:pt x="33" y="3"/>
                      <a:pt x="34" y="3"/>
                    </a:cubicBezTo>
                    <a:cubicBezTo>
                      <a:pt x="36" y="2"/>
                      <a:pt x="42" y="2"/>
                      <a:pt x="43" y="4"/>
                    </a:cubicBezTo>
                    <a:cubicBezTo>
                      <a:pt x="44" y="5"/>
                      <a:pt x="44" y="6"/>
                      <a:pt x="44" y="7"/>
                    </a:cubicBezTo>
                    <a:cubicBezTo>
                      <a:pt x="45" y="8"/>
                      <a:pt x="46" y="9"/>
                      <a:pt x="47" y="10"/>
                    </a:cubicBezTo>
                    <a:cubicBezTo>
                      <a:pt x="48" y="12"/>
                      <a:pt x="43" y="16"/>
                      <a:pt x="43" y="16"/>
                    </a:cubicBezTo>
                    <a:cubicBezTo>
                      <a:pt x="44" y="17"/>
                      <a:pt x="46" y="14"/>
                      <a:pt x="47" y="14"/>
                    </a:cubicBezTo>
                    <a:cubicBezTo>
                      <a:pt x="47" y="14"/>
                      <a:pt x="45" y="20"/>
                      <a:pt x="46" y="19"/>
                    </a:cubicBezTo>
                    <a:cubicBezTo>
                      <a:pt x="47" y="19"/>
                      <a:pt x="47" y="17"/>
                      <a:pt x="48" y="17"/>
                    </a:cubicBezTo>
                    <a:cubicBezTo>
                      <a:pt x="50" y="17"/>
                      <a:pt x="50" y="18"/>
                      <a:pt x="52" y="16"/>
                    </a:cubicBezTo>
                    <a:cubicBezTo>
                      <a:pt x="53" y="15"/>
                      <a:pt x="53" y="16"/>
                      <a:pt x="54" y="17"/>
                    </a:cubicBezTo>
                    <a:cubicBezTo>
                      <a:pt x="55" y="18"/>
                      <a:pt x="54" y="18"/>
                      <a:pt x="54" y="19"/>
                    </a:cubicBezTo>
                    <a:cubicBezTo>
                      <a:pt x="54" y="20"/>
                      <a:pt x="59" y="21"/>
                      <a:pt x="60" y="21"/>
                    </a:cubicBezTo>
                    <a:cubicBezTo>
                      <a:pt x="60" y="21"/>
                      <a:pt x="55" y="16"/>
                      <a:pt x="54" y="15"/>
                    </a:cubicBezTo>
                    <a:cubicBezTo>
                      <a:pt x="54" y="15"/>
                      <a:pt x="63" y="18"/>
                      <a:pt x="63" y="17"/>
                    </a:cubicBezTo>
                    <a:cubicBezTo>
                      <a:pt x="63" y="17"/>
                      <a:pt x="57" y="16"/>
                      <a:pt x="57" y="14"/>
                    </a:cubicBezTo>
                    <a:cubicBezTo>
                      <a:pt x="57" y="13"/>
                      <a:pt x="60" y="12"/>
                      <a:pt x="61" y="12"/>
                    </a:cubicBezTo>
                    <a:cubicBezTo>
                      <a:pt x="63" y="11"/>
                      <a:pt x="64" y="12"/>
                      <a:pt x="66" y="13"/>
                    </a:cubicBezTo>
                    <a:cubicBezTo>
                      <a:pt x="69" y="14"/>
                      <a:pt x="73" y="13"/>
                      <a:pt x="74" y="17"/>
                    </a:cubicBezTo>
                    <a:cubicBezTo>
                      <a:pt x="74" y="17"/>
                      <a:pt x="67" y="17"/>
                      <a:pt x="68" y="20"/>
                    </a:cubicBezTo>
                    <a:cubicBezTo>
                      <a:pt x="68" y="19"/>
                      <a:pt x="71" y="18"/>
                      <a:pt x="71" y="18"/>
                    </a:cubicBezTo>
                    <a:cubicBezTo>
                      <a:pt x="73" y="18"/>
                      <a:pt x="70" y="20"/>
                      <a:pt x="70" y="21"/>
                    </a:cubicBezTo>
                    <a:cubicBezTo>
                      <a:pt x="70" y="21"/>
                      <a:pt x="73" y="19"/>
                      <a:pt x="73" y="19"/>
                    </a:cubicBezTo>
                    <a:cubicBezTo>
                      <a:pt x="73" y="18"/>
                      <a:pt x="77" y="18"/>
                      <a:pt x="78" y="19"/>
                    </a:cubicBezTo>
                    <a:cubicBezTo>
                      <a:pt x="82" y="19"/>
                      <a:pt x="73" y="22"/>
                      <a:pt x="74" y="23"/>
                    </a:cubicBezTo>
                    <a:cubicBezTo>
                      <a:pt x="74" y="23"/>
                      <a:pt x="76" y="21"/>
                      <a:pt x="76" y="22"/>
                    </a:cubicBezTo>
                    <a:cubicBezTo>
                      <a:pt x="76" y="23"/>
                      <a:pt x="74" y="25"/>
                      <a:pt x="75" y="26"/>
                    </a:cubicBezTo>
                    <a:cubicBezTo>
                      <a:pt x="74" y="25"/>
                      <a:pt x="78" y="21"/>
                      <a:pt x="79" y="22"/>
                    </a:cubicBezTo>
                    <a:cubicBezTo>
                      <a:pt x="79" y="24"/>
                      <a:pt x="78" y="26"/>
                      <a:pt x="79" y="27"/>
                    </a:cubicBezTo>
                    <a:cubicBezTo>
                      <a:pt x="79" y="27"/>
                      <a:pt x="79" y="23"/>
                      <a:pt x="81" y="23"/>
                    </a:cubicBezTo>
                    <a:cubicBezTo>
                      <a:pt x="83" y="24"/>
                      <a:pt x="80" y="27"/>
                      <a:pt x="81" y="28"/>
                    </a:cubicBezTo>
                    <a:cubicBezTo>
                      <a:pt x="81" y="28"/>
                      <a:pt x="82" y="25"/>
                      <a:pt x="83" y="25"/>
                    </a:cubicBezTo>
                    <a:cubicBezTo>
                      <a:pt x="83" y="25"/>
                      <a:pt x="82" y="28"/>
                      <a:pt x="83" y="28"/>
                    </a:cubicBezTo>
                    <a:cubicBezTo>
                      <a:pt x="82" y="28"/>
                      <a:pt x="85" y="24"/>
                      <a:pt x="86" y="23"/>
                    </a:cubicBezTo>
                    <a:cubicBezTo>
                      <a:pt x="87" y="22"/>
                      <a:pt x="90" y="23"/>
                      <a:pt x="91" y="24"/>
                    </a:cubicBezTo>
                    <a:cubicBezTo>
                      <a:pt x="93" y="25"/>
                      <a:pt x="94" y="27"/>
                      <a:pt x="91" y="27"/>
                    </a:cubicBezTo>
                    <a:cubicBezTo>
                      <a:pt x="90" y="27"/>
                      <a:pt x="86" y="27"/>
                      <a:pt x="86" y="30"/>
                    </a:cubicBezTo>
                    <a:cubicBezTo>
                      <a:pt x="86" y="29"/>
                      <a:pt x="92" y="27"/>
                      <a:pt x="92" y="28"/>
                    </a:cubicBezTo>
                    <a:cubicBezTo>
                      <a:pt x="92" y="28"/>
                      <a:pt x="88" y="30"/>
                      <a:pt x="88" y="31"/>
                    </a:cubicBezTo>
                    <a:cubicBezTo>
                      <a:pt x="88" y="30"/>
                      <a:pt x="92" y="30"/>
                      <a:pt x="92" y="30"/>
                    </a:cubicBezTo>
                    <a:cubicBezTo>
                      <a:pt x="93" y="29"/>
                      <a:pt x="95" y="26"/>
                      <a:pt x="96" y="27"/>
                    </a:cubicBezTo>
                    <a:cubicBezTo>
                      <a:pt x="97" y="29"/>
                      <a:pt x="96" y="31"/>
                      <a:pt x="94" y="31"/>
                    </a:cubicBezTo>
                    <a:cubicBezTo>
                      <a:pt x="93" y="32"/>
                      <a:pt x="92" y="33"/>
                      <a:pt x="91" y="34"/>
                    </a:cubicBezTo>
                    <a:cubicBezTo>
                      <a:pt x="91" y="34"/>
                      <a:pt x="93" y="32"/>
                      <a:pt x="94" y="32"/>
                    </a:cubicBezTo>
                    <a:cubicBezTo>
                      <a:pt x="94" y="32"/>
                      <a:pt x="93" y="36"/>
                      <a:pt x="93" y="36"/>
                    </a:cubicBezTo>
                    <a:cubicBezTo>
                      <a:pt x="92" y="34"/>
                      <a:pt x="99" y="27"/>
                      <a:pt x="100" y="29"/>
                    </a:cubicBezTo>
                    <a:cubicBezTo>
                      <a:pt x="101" y="30"/>
                      <a:pt x="99" y="31"/>
                      <a:pt x="98" y="31"/>
                    </a:cubicBezTo>
                    <a:cubicBezTo>
                      <a:pt x="99" y="31"/>
                      <a:pt x="102" y="31"/>
                      <a:pt x="103" y="31"/>
                    </a:cubicBezTo>
                    <a:cubicBezTo>
                      <a:pt x="104" y="31"/>
                      <a:pt x="106" y="31"/>
                      <a:pt x="107" y="32"/>
                    </a:cubicBezTo>
                    <a:cubicBezTo>
                      <a:pt x="108" y="35"/>
                      <a:pt x="98" y="35"/>
                      <a:pt x="99" y="38"/>
                    </a:cubicBezTo>
                    <a:cubicBezTo>
                      <a:pt x="99" y="38"/>
                      <a:pt x="102" y="35"/>
                      <a:pt x="103" y="35"/>
                    </a:cubicBezTo>
                    <a:cubicBezTo>
                      <a:pt x="104" y="35"/>
                      <a:pt x="106" y="35"/>
                      <a:pt x="106" y="36"/>
                    </a:cubicBezTo>
                    <a:cubicBezTo>
                      <a:pt x="107" y="37"/>
                      <a:pt x="101" y="39"/>
                      <a:pt x="101" y="39"/>
                    </a:cubicBezTo>
                    <a:cubicBezTo>
                      <a:pt x="101" y="39"/>
                      <a:pt x="104" y="38"/>
                      <a:pt x="104" y="38"/>
                    </a:cubicBezTo>
                    <a:cubicBezTo>
                      <a:pt x="105" y="38"/>
                      <a:pt x="107" y="37"/>
                      <a:pt x="108" y="36"/>
                    </a:cubicBezTo>
                    <a:cubicBezTo>
                      <a:pt x="109" y="36"/>
                      <a:pt x="108" y="35"/>
                      <a:pt x="109" y="34"/>
                    </a:cubicBezTo>
                    <a:cubicBezTo>
                      <a:pt x="110" y="34"/>
                      <a:pt x="112" y="36"/>
                      <a:pt x="112" y="37"/>
                    </a:cubicBezTo>
                    <a:cubicBezTo>
                      <a:pt x="116" y="40"/>
                      <a:pt x="112" y="39"/>
                      <a:pt x="109" y="40"/>
                    </a:cubicBezTo>
                    <a:cubicBezTo>
                      <a:pt x="109" y="40"/>
                      <a:pt x="102" y="42"/>
                      <a:pt x="102" y="41"/>
                    </a:cubicBezTo>
                    <a:cubicBezTo>
                      <a:pt x="102" y="42"/>
                      <a:pt x="118" y="42"/>
                      <a:pt x="117" y="44"/>
                    </a:cubicBezTo>
                    <a:cubicBezTo>
                      <a:pt x="116" y="45"/>
                      <a:pt x="111" y="45"/>
                      <a:pt x="110" y="44"/>
                    </a:cubicBezTo>
                    <a:cubicBezTo>
                      <a:pt x="110" y="44"/>
                      <a:pt x="106" y="45"/>
                      <a:pt x="106" y="45"/>
                    </a:cubicBezTo>
                    <a:cubicBezTo>
                      <a:pt x="107" y="46"/>
                      <a:pt x="110" y="45"/>
                      <a:pt x="110" y="46"/>
                    </a:cubicBezTo>
                    <a:cubicBezTo>
                      <a:pt x="111" y="46"/>
                      <a:pt x="107" y="47"/>
                      <a:pt x="107" y="48"/>
                    </a:cubicBezTo>
                    <a:cubicBezTo>
                      <a:pt x="107" y="50"/>
                      <a:pt x="111" y="51"/>
                      <a:pt x="112" y="51"/>
                    </a:cubicBezTo>
                    <a:cubicBezTo>
                      <a:pt x="114" y="52"/>
                      <a:pt x="117" y="52"/>
                      <a:pt x="118" y="54"/>
                    </a:cubicBezTo>
                    <a:cubicBezTo>
                      <a:pt x="119" y="55"/>
                      <a:pt x="119" y="56"/>
                      <a:pt x="120" y="56"/>
                    </a:cubicBezTo>
                    <a:cubicBezTo>
                      <a:pt x="120" y="56"/>
                      <a:pt x="122" y="55"/>
                      <a:pt x="122" y="55"/>
                    </a:cubicBezTo>
                    <a:cubicBezTo>
                      <a:pt x="122" y="55"/>
                      <a:pt x="122" y="57"/>
                      <a:pt x="123" y="57"/>
                    </a:cubicBezTo>
                    <a:cubicBezTo>
                      <a:pt x="123" y="57"/>
                      <a:pt x="123" y="55"/>
                      <a:pt x="124" y="55"/>
                    </a:cubicBezTo>
                    <a:cubicBezTo>
                      <a:pt x="124" y="55"/>
                      <a:pt x="124" y="57"/>
                      <a:pt x="124" y="57"/>
                    </a:cubicBezTo>
                    <a:cubicBezTo>
                      <a:pt x="124" y="58"/>
                      <a:pt x="126" y="57"/>
                      <a:pt x="127" y="57"/>
                    </a:cubicBezTo>
                    <a:cubicBezTo>
                      <a:pt x="127" y="57"/>
                      <a:pt x="129" y="58"/>
                      <a:pt x="129" y="59"/>
                    </a:cubicBezTo>
                    <a:cubicBezTo>
                      <a:pt x="129" y="60"/>
                      <a:pt x="128" y="59"/>
                      <a:pt x="128" y="60"/>
                    </a:cubicBezTo>
                    <a:cubicBezTo>
                      <a:pt x="129" y="59"/>
                      <a:pt x="138" y="62"/>
                      <a:pt x="138" y="62"/>
                    </a:cubicBezTo>
                    <a:cubicBezTo>
                      <a:pt x="137" y="63"/>
                      <a:pt x="137" y="63"/>
                      <a:pt x="137" y="63"/>
                    </a:cubicBezTo>
                    <a:cubicBezTo>
                      <a:pt x="137" y="64"/>
                      <a:pt x="139" y="63"/>
                      <a:pt x="139" y="63"/>
                    </a:cubicBezTo>
                    <a:cubicBezTo>
                      <a:pt x="140" y="62"/>
                      <a:pt x="140" y="63"/>
                      <a:pt x="141" y="64"/>
                    </a:cubicBezTo>
                    <a:cubicBezTo>
                      <a:pt x="142" y="64"/>
                      <a:pt x="144" y="66"/>
                      <a:pt x="143" y="67"/>
                    </a:cubicBezTo>
                    <a:cubicBezTo>
                      <a:pt x="143" y="67"/>
                      <a:pt x="141" y="67"/>
                      <a:pt x="141" y="67"/>
                    </a:cubicBezTo>
                    <a:cubicBezTo>
                      <a:pt x="141" y="68"/>
                      <a:pt x="143" y="68"/>
                      <a:pt x="142" y="69"/>
                    </a:cubicBezTo>
                    <a:cubicBezTo>
                      <a:pt x="142" y="69"/>
                      <a:pt x="139" y="69"/>
                      <a:pt x="139" y="69"/>
                    </a:cubicBezTo>
                    <a:cubicBezTo>
                      <a:pt x="137" y="70"/>
                      <a:pt x="139" y="70"/>
                      <a:pt x="139" y="71"/>
                    </a:cubicBezTo>
                    <a:cubicBezTo>
                      <a:pt x="140" y="73"/>
                      <a:pt x="136" y="71"/>
                      <a:pt x="135" y="71"/>
                    </a:cubicBezTo>
                    <a:cubicBezTo>
                      <a:pt x="136" y="72"/>
                      <a:pt x="138" y="73"/>
                      <a:pt x="137" y="74"/>
                    </a:cubicBezTo>
                    <a:cubicBezTo>
                      <a:pt x="136" y="74"/>
                      <a:pt x="132" y="74"/>
                      <a:pt x="133" y="73"/>
                    </a:cubicBezTo>
                    <a:cubicBezTo>
                      <a:pt x="132" y="74"/>
                      <a:pt x="135" y="76"/>
                      <a:pt x="134" y="77"/>
                    </a:cubicBezTo>
                    <a:cubicBezTo>
                      <a:pt x="133" y="77"/>
                      <a:pt x="133" y="75"/>
                      <a:pt x="132" y="76"/>
                    </a:cubicBezTo>
                    <a:cubicBezTo>
                      <a:pt x="131" y="77"/>
                      <a:pt x="135" y="82"/>
                      <a:pt x="131" y="79"/>
                    </a:cubicBezTo>
                    <a:cubicBezTo>
                      <a:pt x="131" y="79"/>
                      <a:pt x="128" y="77"/>
                      <a:pt x="128" y="77"/>
                    </a:cubicBezTo>
                    <a:cubicBezTo>
                      <a:pt x="127" y="78"/>
                      <a:pt x="127" y="79"/>
                      <a:pt x="126" y="79"/>
                    </a:cubicBezTo>
                    <a:cubicBezTo>
                      <a:pt x="126" y="78"/>
                      <a:pt x="127" y="77"/>
                      <a:pt x="127" y="76"/>
                    </a:cubicBezTo>
                    <a:cubicBezTo>
                      <a:pt x="127" y="77"/>
                      <a:pt x="125" y="77"/>
                      <a:pt x="125" y="77"/>
                    </a:cubicBezTo>
                    <a:cubicBezTo>
                      <a:pt x="124" y="76"/>
                      <a:pt x="126" y="75"/>
                      <a:pt x="125" y="74"/>
                    </a:cubicBezTo>
                    <a:cubicBezTo>
                      <a:pt x="125" y="74"/>
                      <a:pt x="123" y="75"/>
                      <a:pt x="123" y="75"/>
                    </a:cubicBezTo>
                    <a:cubicBezTo>
                      <a:pt x="122" y="74"/>
                      <a:pt x="123" y="72"/>
                      <a:pt x="123" y="72"/>
                    </a:cubicBezTo>
                    <a:cubicBezTo>
                      <a:pt x="124" y="72"/>
                      <a:pt x="128" y="70"/>
                      <a:pt x="127" y="70"/>
                    </a:cubicBezTo>
                    <a:cubicBezTo>
                      <a:pt x="126" y="69"/>
                      <a:pt x="122" y="73"/>
                      <a:pt x="120" y="72"/>
                    </a:cubicBezTo>
                    <a:cubicBezTo>
                      <a:pt x="120" y="72"/>
                      <a:pt x="123" y="69"/>
                      <a:pt x="122" y="69"/>
                    </a:cubicBezTo>
                    <a:cubicBezTo>
                      <a:pt x="121" y="69"/>
                      <a:pt x="120" y="71"/>
                      <a:pt x="119" y="70"/>
                    </a:cubicBezTo>
                    <a:cubicBezTo>
                      <a:pt x="118" y="69"/>
                      <a:pt x="117" y="69"/>
                      <a:pt x="116" y="68"/>
                    </a:cubicBezTo>
                    <a:cubicBezTo>
                      <a:pt x="115" y="67"/>
                      <a:pt x="114" y="66"/>
                      <a:pt x="113" y="67"/>
                    </a:cubicBezTo>
                    <a:cubicBezTo>
                      <a:pt x="113" y="68"/>
                      <a:pt x="113" y="68"/>
                      <a:pt x="113" y="69"/>
                    </a:cubicBezTo>
                    <a:cubicBezTo>
                      <a:pt x="113" y="69"/>
                      <a:pt x="112" y="69"/>
                      <a:pt x="112" y="69"/>
                    </a:cubicBezTo>
                    <a:cubicBezTo>
                      <a:pt x="112" y="70"/>
                      <a:pt x="116" y="72"/>
                      <a:pt x="112" y="72"/>
                    </a:cubicBezTo>
                    <a:cubicBezTo>
                      <a:pt x="111" y="72"/>
                      <a:pt x="107" y="71"/>
                      <a:pt x="108" y="70"/>
                    </a:cubicBezTo>
                    <a:cubicBezTo>
                      <a:pt x="107" y="72"/>
                      <a:pt x="111" y="74"/>
                      <a:pt x="112" y="75"/>
                    </a:cubicBezTo>
                    <a:cubicBezTo>
                      <a:pt x="114" y="75"/>
                      <a:pt x="114" y="78"/>
                      <a:pt x="115" y="79"/>
                    </a:cubicBezTo>
                    <a:cubicBezTo>
                      <a:pt x="116" y="80"/>
                      <a:pt x="116" y="81"/>
                      <a:pt x="117" y="81"/>
                    </a:cubicBezTo>
                    <a:cubicBezTo>
                      <a:pt x="118" y="81"/>
                      <a:pt x="117" y="80"/>
                      <a:pt x="118" y="80"/>
                    </a:cubicBezTo>
                    <a:cubicBezTo>
                      <a:pt x="118" y="80"/>
                      <a:pt x="119" y="81"/>
                      <a:pt x="119" y="82"/>
                    </a:cubicBezTo>
                    <a:cubicBezTo>
                      <a:pt x="120" y="83"/>
                      <a:pt x="120" y="82"/>
                      <a:pt x="121" y="81"/>
                    </a:cubicBezTo>
                    <a:cubicBezTo>
                      <a:pt x="122" y="81"/>
                      <a:pt x="121" y="85"/>
                      <a:pt x="122" y="84"/>
                    </a:cubicBezTo>
                    <a:cubicBezTo>
                      <a:pt x="123" y="84"/>
                      <a:pt x="122" y="83"/>
                      <a:pt x="123" y="82"/>
                    </a:cubicBezTo>
                    <a:cubicBezTo>
                      <a:pt x="123" y="82"/>
                      <a:pt x="123" y="84"/>
                      <a:pt x="123" y="85"/>
                    </a:cubicBezTo>
                    <a:cubicBezTo>
                      <a:pt x="123" y="86"/>
                      <a:pt x="123" y="86"/>
                      <a:pt x="124" y="87"/>
                    </a:cubicBezTo>
                    <a:cubicBezTo>
                      <a:pt x="125" y="87"/>
                      <a:pt x="126" y="88"/>
                      <a:pt x="126" y="89"/>
                    </a:cubicBezTo>
                    <a:cubicBezTo>
                      <a:pt x="127" y="89"/>
                      <a:pt x="128" y="93"/>
                      <a:pt x="128" y="93"/>
                    </a:cubicBezTo>
                    <a:cubicBezTo>
                      <a:pt x="127" y="92"/>
                      <a:pt x="127" y="91"/>
                      <a:pt x="127" y="91"/>
                    </a:cubicBezTo>
                    <a:cubicBezTo>
                      <a:pt x="126" y="91"/>
                      <a:pt x="127" y="95"/>
                      <a:pt x="127" y="95"/>
                    </a:cubicBezTo>
                    <a:cubicBezTo>
                      <a:pt x="127" y="95"/>
                      <a:pt x="125" y="91"/>
                      <a:pt x="124" y="90"/>
                    </a:cubicBezTo>
                    <a:cubicBezTo>
                      <a:pt x="124" y="90"/>
                      <a:pt x="125" y="94"/>
                      <a:pt x="126" y="95"/>
                    </a:cubicBezTo>
                    <a:cubicBezTo>
                      <a:pt x="126" y="98"/>
                      <a:pt x="124" y="95"/>
                      <a:pt x="124" y="96"/>
                    </a:cubicBezTo>
                    <a:cubicBezTo>
                      <a:pt x="123" y="97"/>
                      <a:pt x="128" y="99"/>
                      <a:pt x="128" y="100"/>
                    </a:cubicBezTo>
                    <a:cubicBezTo>
                      <a:pt x="128" y="101"/>
                      <a:pt x="119" y="95"/>
                      <a:pt x="118" y="95"/>
                    </a:cubicBezTo>
                    <a:cubicBezTo>
                      <a:pt x="118" y="95"/>
                      <a:pt x="118" y="96"/>
                      <a:pt x="118" y="96"/>
                    </a:cubicBezTo>
                    <a:cubicBezTo>
                      <a:pt x="118" y="97"/>
                      <a:pt x="116" y="93"/>
                      <a:pt x="115" y="93"/>
                    </a:cubicBezTo>
                    <a:cubicBezTo>
                      <a:pt x="115" y="93"/>
                      <a:pt x="116" y="95"/>
                      <a:pt x="116" y="95"/>
                    </a:cubicBezTo>
                    <a:cubicBezTo>
                      <a:pt x="115" y="96"/>
                      <a:pt x="113" y="92"/>
                      <a:pt x="112" y="91"/>
                    </a:cubicBezTo>
                    <a:cubicBezTo>
                      <a:pt x="111" y="90"/>
                      <a:pt x="111" y="92"/>
                      <a:pt x="110" y="93"/>
                    </a:cubicBezTo>
                    <a:cubicBezTo>
                      <a:pt x="110" y="94"/>
                      <a:pt x="108" y="90"/>
                      <a:pt x="108" y="90"/>
                    </a:cubicBezTo>
                    <a:cubicBezTo>
                      <a:pt x="108" y="90"/>
                      <a:pt x="105" y="90"/>
                      <a:pt x="105" y="90"/>
                    </a:cubicBezTo>
                    <a:cubicBezTo>
                      <a:pt x="105" y="91"/>
                      <a:pt x="106" y="92"/>
                      <a:pt x="107" y="92"/>
                    </a:cubicBezTo>
                    <a:cubicBezTo>
                      <a:pt x="108" y="93"/>
                      <a:pt x="108" y="93"/>
                      <a:pt x="109" y="94"/>
                    </a:cubicBezTo>
                    <a:cubicBezTo>
                      <a:pt x="110" y="95"/>
                      <a:pt x="112" y="96"/>
                      <a:pt x="114" y="97"/>
                    </a:cubicBezTo>
                    <a:cubicBezTo>
                      <a:pt x="116" y="99"/>
                      <a:pt x="117" y="100"/>
                      <a:pt x="118" y="102"/>
                    </a:cubicBezTo>
                    <a:cubicBezTo>
                      <a:pt x="120" y="105"/>
                      <a:pt x="120" y="105"/>
                      <a:pt x="117" y="104"/>
                    </a:cubicBezTo>
                    <a:cubicBezTo>
                      <a:pt x="113" y="102"/>
                      <a:pt x="106" y="103"/>
                      <a:pt x="103" y="99"/>
                    </a:cubicBezTo>
                    <a:cubicBezTo>
                      <a:pt x="102" y="97"/>
                      <a:pt x="99" y="99"/>
                      <a:pt x="97" y="97"/>
                    </a:cubicBezTo>
                    <a:cubicBezTo>
                      <a:pt x="96" y="96"/>
                      <a:pt x="90" y="94"/>
                      <a:pt x="90" y="93"/>
                    </a:cubicBezTo>
                    <a:cubicBezTo>
                      <a:pt x="90" y="92"/>
                      <a:pt x="93" y="93"/>
                      <a:pt x="93" y="92"/>
                    </a:cubicBezTo>
                    <a:cubicBezTo>
                      <a:pt x="94" y="91"/>
                      <a:pt x="91" y="90"/>
                      <a:pt x="91" y="90"/>
                    </a:cubicBezTo>
                    <a:cubicBezTo>
                      <a:pt x="88" y="89"/>
                      <a:pt x="86" y="87"/>
                      <a:pt x="84" y="86"/>
                    </a:cubicBezTo>
                    <a:cubicBezTo>
                      <a:pt x="83" y="85"/>
                      <a:pt x="84" y="84"/>
                      <a:pt x="82" y="84"/>
                    </a:cubicBezTo>
                    <a:cubicBezTo>
                      <a:pt x="82" y="83"/>
                      <a:pt x="77" y="83"/>
                      <a:pt x="77" y="83"/>
                    </a:cubicBezTo>
                    <a:cubicBezTo>
                      <a:pt x="77" y="84"/>
                      <a:pt x="78" y="82"/>
                      <a:pt x="77" y="8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4" name="Freeform 549">
                <a:extLst>
                  <a:ext uri="{FF2B5EF4-FFF2-40B4-BE49-F238E27FC236}">
                    <a16:creationId xmlns:a16="http://schemas.microsoft.com/office/drawing/2014/main" id="{71F90301-7601-FBED-92ED-76E7DDD325DB}"/>
                  </a:ext>
                </a:extLst>
              </p:cNvPr>
              <p:cNvSpPr>
                <a:spLocks/>
              </p:cNvSpPr>
              <p:nvPr/>
            </p:nvSpPr>
            <p:spPr bwMode="auto">
              <a:xfrm>
                <a:off x="8372164" y="5637283"/>
                <a:ext cx="57323" cy="19114"/>
              </a:xfrm>
              <a:custGeom>
                <a:avLst/>
                <a:gdLst>
                  <a:gd name="T0" fmla="*/ 5 w 6"/>
                  <a:gd name="T1" fmla="*/ 1 h 2"/>
                  <a:gd name="T2" fmla="*/ 1 w 6"/>
                  <a:gd name="T3" fmla="*/ 0 h 2"/>
                  <a:gd name="T4" fmla="*/ 5 w 6"/>
                  <a:gd name="T5" fmla="*/ 1 h 2"/>
                </a:gdLst>
                <a:ahLst/>
                <a:cxnLst>
                  <a:cxn ang="0">
                    <a:pos x="T0" y="T1"/>
                  </a:cxn>
                  <a:cxn ang="0">
                    <a:pos x="T2" y="T3"/>
                  </a:cxn>
                  <a:cxn ang="0">
                    <a:pos x="T4" y="T5"/>
                  </a:cxn>
                </a:cxnLst>
                <a:rect l="0" t="0" r="r" b="b"/>
                <a:pathLst>
                  <a:path w="6" h="2">
                    <a:moveTo>
                      <a:pt x="5" y="1"/>
                    </a:moveTo>
                    <a:cubicBezTo>
                      <a:pt x="5" y="2"/>
                      <a:pt x="0" y="0"/>
                      <a:pt x="1" y="0"/>
                    </a:cubicBezTo>
                    <a:cubicBezTo>
                      <a:pt x="3" y="0"/>
                      <a:pt x="6" y="0"/>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5" name="Freeform 550">
                <a:extLst>
                  <a:ext uri="{FF2B5EF4-FFF2-40B4-BE49-F238E27FC236}">
                    <a16:creationId xmlns:a16="http://schemas.microsoft.com/office/drawing/2014/main" id="{DFCA5FE7-9503-E69B-4D99-DB2F28715C97}"/>
                  </a:ext>
                </a:extLst>
              </p:cNvPr>
              <p:cNvSpPr>
                <a:spLocks/>
              </p:cNvSpPr>
              <p:nvPr/>
            </p:nvSpPr>
            <p:spPr bwMode="auto">
              <a:xfrm>
                <a:off x="8203376" y="5226347"/>
                <a:ext cx="76432" cy="19114"/>
              </a:xfrm>
              <a:custGeom>
                <a:avLst/>
                <a:gdLst>
                  <a:gd name="T0" fmla="*/ 7 w 8"/>
                  <a:gd name="T1" fmla="*/ 1 h 2"/>
                  <a:gd name="T2" fmla="*/ 2 w 8"/>
                  <a:gd name="T3" fmla="*/ 2 h 2"/>
                  <a:gd name="T4" fmla="*/ 3 w 8"/>
                  <a:gd name="T5" fmla="*/ 0 h 2"/>
                  <a:gd name="T6" fmla="*/ 7 w 8"/>
                  <a:gd name="T7" fmla="*/ 1 h 2"/>
                  <a:gd name="T8" fmla="*/ 7 w 8"/>
                  <a:gd name="T9" fmla="*/ 1 h 2"/>
                </a:gdLst>
                <a:ahLst/>
                <a:cxnLst>
                  <a:cxn ang="0">
                    <a:pos x="T0" y="T1"/>
                  </a:cxn>
                  <a:cxn ang="0">
                    <a:pos x="T2" y="T3"/>
                  </a:cxn>
                  <a:cxn ang="0">
                    <a:pos x="T4" y="T5"/>
                  </a:cxn>
                  <a:cxn ang="0">
                    <a:pos x="T6" y="T7"/>
                  </a:cxn>
                  <a:cxn ang="0">
                    <a:pos x="T8" y="T9"/>
                  </a:cxn>
                </a:cxnLst>
                <a:rect l="0" t="0" r="r" b="b"/>
                <a:pathLst>
                  <a:path w="8" h="2">
                    <a:moveTo>
                      <a:pt x="7" y="1"/>
                    </a:moveTo>
                    <a:cubicBezTo>
                      <a:pt x="8" y="2"/>
                      <a:pt x="3" y="2"/>
                      <a:pt x="2" y="2"/>
                    </a:cubicBezTo>
                    <a:cubicBezTo>
                      <a:pt x="0" y="1"/>
                      <a:pt x="2" y="0"/>
                      <a:pt x="3" y="0"/>
                    </a:cubicBezTo>
                    <a:cubicBezTo>
                      <a:pt x="5" y="0"/>
                      <a:pt x="7" y="0"/>
                      <a:pt x="7" y="1"/>
                    </a:cubicBezTo>
                    <a:cubicBezTo>
                      <a:pt x="8" y="2"/>
                      <a:pt x="7" y="0"/>
                      <a:pt x="7"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6" name="Freeform 551">
                <a:extLst>
                  <a:ext uri="{FF2B5EF4-FFF2-40B4-BE49-F238E27FC236}">
                    <a16:creationId xmlns:a16="http://schemas.microsoft.com/office/drawing/2014/main" id="{289C5F7D-2D69-5F6B-4B07-2D5A9B4BE073}"/>
                  </a:ext>
                </a:extLst>
              </p:cNvPr>
              <p:cNvSpPr>
                <a:spLocks/>
              </p:cNvSpPr>
              <p:nvPr/>
            </p:nvSpPr>
            <p:spPr bwMode="auto">
              <a:xfrm>
                <a:off x="8091911" y="5207233"/>
                <a:ext cx="111465" cy="92380"/>
              </a:xfrm>
              <a:custGeom>
                <a:avLst/>
                <a:gdLst>
                  <a:gd name="T0" fmla="*/ 10 w 12"/>
                  <a:gd name="T1" fmla="*/ 7 h 10"/>
                  <a:gd name="T2" fmla="*/ 3 w 12"/>
                  <a:gd name="T3" fmla="*/ 9 h 10"/>
                  <a:gd name="T4" fmla="*/ 2 w 12"/>
                  <a:gd name="T5" fmla="*/ 2 h 10"/>
                  <a:gd name="T6" fmla="*/ 9 w 12"/>
                  <a:gd name="T7" fmla="*/ 0 h 10"/>
                  <a:gd name="T8" fmla="*/ 10 w 12"/>
                  <a:gd name="T9" fmla="*/ 7 h 10"/>
                  <a:gd name="T10" fmla="*/ 10 w 12"/>
                  <a:gd name="T11" fmla="*/ 7 h 10"/>
                </a:gdLst>
                <a:ahLst/>
                <a:cxnLst>
                  <a:cxn ang="0">
                    <a:pos x="T0" y="T1"/>
                  </a:cxn>
                  <a:cxn ang="0">
                    <a:pos x="T2" y="T3"/>
                  </a:cxn>
                  <a:cxn ang="0">
                    <a:pos x="T4" y="T5"/>
                  </a:cxn>
                  <a:cxn ang="0">
                    <a:pos x="T6" y="T7"/>
                  </a:cxn>
                  <a:cxn ang="0">
                    <a:pos x="T8" y="T9"/>
                  </a:cxn>
                  <a:cxn ang="0">
                    <a:pos x="T10" y="T11"/>
                  </a:cxn>
                </a:cxnLst>
                <a:rect l="0" t="0" r="r" b="b"/>
                <a:pathLst>
                  <a:path w="12" h="10">
                    <a:moveTo>
                      <a:pt x="10" y="7"/>
                    </a:moveTo>
                    <a:cubicBezTo>
                      <a:pt x="8" y="8"/>
                      <a:pt x="6" y="10"/>
                      <a:pt x="3" y="9"/>
                    </a:cubicBezTo>
                    <a:cubicBezTo>
                      <a:pt x="0" y="7"/>
                      <a:pt x="0" y="4"/>
                      <a:pt x="2" y="2"/>
                    </a:cubicBezTo>
                    <a:cubicBezTo>
                      <a:pt x="3" y="0"/>
                      <a:pt x="7" y="0"/>
                      <a:pt x="9" y="0"/>
                    </a:cubicBezTo>
                    <a:cubicBezTo>
                      <a:pt x="11" y="0"/>
                      <a:pt x="12" y="5"/>
                      <a:pt x="10" y="7"/>
                    </a:cubicBezTo>
                    <a:cubicBezTo>
                      <a:pt x="9" y="8"/>
                      <a:pt x="12" y="6"/>
                      <a:pt x="10"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7" name="Freeform 552">
                <a:extLst>
                  <a:ext uri="{FF2B5EF4-FFF2-40B4-BE49-F238E27FC236}">
                    <a16:creationId xmlns:a16="http://schemas.microsoft.com/office/drawing/2014/main" id="{595FFA39-A824-366F-6E5F-EB6159364768}"/>
                  </a:ext>
                </a:extLst>
              </p:cNvPr>
              <p:cNvSpPr>
                <a:spLocks/>
              </p:cNvSpPr>
              <p:nvPr/>
            </p:nvSpPr>
            <p:spPr bwMode="auto">
              <a:xfrm>
                <a:off x="7989999" y="5124408"/>
                <a:ext cx="63695" cy="35042"/>
              </a:xfrm>
              <a:custGeom>
                <a:avLst/>
                <a:gdLst>
                  <a:gd name="T0" fmla="*/ 1 w 7"/>
                  <a:gd name="T1" fmla="*/ 4 h 4"/>
                  <a:gd name="T2" fmla="*/ 5 w 7"/>
                  <a:gd name="T3" fmla="*/ 0 h 4"/>
                  <a:gd name="T4" fmla="*/ 1 w 7"/>
                  <a:gd name="T5" fmla="*/ 4 h 4"/>
                </a:gdLst>
                <a:ahLst/>
                <a:cxnLst>
                  <a:cxn ang="0">
                    <a:pos x="T0" y="T1"/>
                  </a:cxn>
                  <a:cxn ang="0">
                    <a:pos x="T2" y="T3"/>
                  </a:cxn>
                  <a:cxn ang="0">
                    <a:pos x="T4" y="T5"/>
                  </a:cxn>
                </a:cxnLst>
                <a:rect l="0" t="0" r="r" b="b"/>
                <a:pathLst>
                  <a:path w="7" h="4">
                    <a:moveTo>
                      <a:pt x="1" y="4"/>
                    </a:moveTo>
                    <a:cubicBezTo>
                      <a:pt x="0" y="4"/>
                      <a:pt x="4" y="0"/>
                      <a:pt x="5" y="0"/>
                    </a:cubicBezTo>
                    <a:cubicBezTo>
                      <a:pt x="7" y="1"/>
                      <a:pt x="3" y="4"/>
                      <a:pt x="1"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8" name="Freeform 553">
                <a:extLst>
                  <a:ext uri="{FF2B5EF4-FFF2-40B4-BE49-F238E27FC236}">
                    <a16:creationId xmlns:a16="http://schemas.microsoft.com/office/drawing/2014/main" id="{5591A8D0-8E75-DBB0-665E-6FBBA8C89C1A}"/>
                  </a:ext>
                </a:extLst>
              </p:cNvPr>
              <p:cNvSpPr>
                <a:spLocks/>
              </p:cNvSpPr>
              <p:nvPr/>
            </p:nvSpPr>
            <p:spPr bwMode="auto">
              <a:xfrm>
                <a:off x="8082358" y="5114850"/>
                <a:ext cx="57323" cy="28669"/>
              </a:xfrm>
              <a:custGeom>
                <a:avLst/>
                <a:gdLst>
                  <a:gd name="T0" fmla="*/ 2 w 6"/>
                  <a:gd name="T1" fmla="*/ 3 h 3"/>
                  <a:gd name="T2" fmla="*/ 2 w 6"/>
                  <a:gd name="T3" fmla="*/ 1 h 3"/>
                  <a:gd name="T4" fmla="*/ 2 w 6"/>
                  <a:gd name="T5" fmla="*/ 3 h 3"/>
                </a:gdLst>
                <a:ahLst/>
                <a:cxnLst>
                  <a:cxn ang="0">
                    <a:pos x="T0" y="T1"/>
                  </a:cxn>
                  <a:cxn ang="0">
                    <a:pos x="T2" y="T3"/>
                  </a:cxn>
                  <a:cxn ang="0">
                    <a:pos x="T4" y="T5"/>
                  </a:cxn>
                </a:cxnLst>
                <a:rect l="0" t="0" r="r" b="b"/>
                <a:pathLst>
                  <a:path w="6" h="3">
                    <a:moveTo>
                      <a:pt x="2" y="3"/>
                    </a:moveTo>
                    <a:cubicBezTo>
                      <a:pt x="2" y="3"/>
                      <a:pt x="0" y="1"/>
                      <a:pt x="2" y="1"/>
                    </a:cubicBezTo>
                    <a:cubicBezTo>
                      <a:pt x="3" y="0"/>
                      <a:pt x="6" y="3"/>
                      <a:pt x="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59" name="Freeform 554">
                <a:extLst>
                  <a:ext uri="{FF2B5EF4-FFF2-40B4-BE49-F238E27FC236}">
                    <a16:creationId xmlns:a16="http://schemas.microsoft.com/office/drawing/2014/main" id="{A83803A4-63B5-0E8F-ED84-5E88E989275B}"/>
                  </a:ext>
                </a:extLst>
              </p:cNvPr>
              <p:cNvSpPr>
                <a:spLocks/>
              </p:cNvSpPr>
              <p:nvPr/>
            </p:nvSpPr>
            <p:spPr bwMode="auto">
              <a:xfrm>
                <a:off x="8028216" y="5095739"/>
                <a:ext cx="44586" cy="19114"/>
              </a:xfrm>
              <a:custGeom>
                <a:avLst/>
                <a:gdLst>
                  <a:gd name="T0" fmla="*/ 0 w 5"/>
                  <a:gd name="T1" fmla="*/ 1 h 2"/>
                  <a:gd name="T2" fmla="*/ 4 w 5"/>
                  <a:gd name="T3" fmla="*/ 0 h 2"/>
                  <a:gd name="T4" fmla="*/ 0 w 5"/>
                  <a:gd name="T5" fmla="*/ 1 h 2"/>
                </a:gdLst>
                <a:ahLst/>
                <a:cxnLst>
                  <a:cxn ang="0">
                    <a:pos x="T0" y="T1"/>
                  </a:cxn>
                  <a:cxn ang="0">
                    <a:pos x="T2" y="T3"/>
                  </a:cxn>
                  <a:cxn ang="0">
                    <a:pos x="T4" y="T5"/>
                  </a:cxn>
                </a:cxnLst>
                <a:rect l="0" t="0" r="r" b="b"/>
                <a:pathLst>
                  <a:path w="5" h="2">
                    <a:moveTo>
                      <a:pt x="0" y="1"/>
                    </a:moveTo>
                    <a:cubicBezTo>
                      <a:pt x="2" y="2"/>
                      <a:pt x="5" y="1"/>
                      <a:pt x="4" y="0"/>
                    </a:cubicBezTo>
                    <a:cubicBezTo>
                      <a:pt x="2" y="0"/>
                      <a:pt x="0" y="1"/>
                      <a:pt x="0"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0" name="Freeform 555">
                <a:extLst>
                  <a:ext uri="{FF2B5EF4-FFF2-40B4-BE49-F238E27FC236}">
                    <a16:creationId xmlns:a16="http://schemas.microsoft.com/office/drawing/2014/main" id="{3D4BF086-16CE-DD61-BACF-753A42EB84A1}"/>
                  </a:ext>
                </a:extLst>
              </p:cNvPr>
              <p:cNvSpPr>
                <a:spLocks/>
              </p:cNvSpPr>
              <p:nvPr/>
            </p:nvSpPr>
            <p:spPr bwMode="auto">
              <a:xfrm>
                <a:off x="7913567" y="4738956"/>
                <a:ext cx="245223" cy="105124"/>
              </a:xfrm>
              <a:custGeom>
                <a:avLst/>
                <a:gdLst>
                  <a:gd name="T0" fmla="*/ 25 w 26"/>
                  <a:gd name="T1" fmla="*/ 9 h 11"/>
                  <a:gd name="T2" fmla="*/ 18 w 26"/>
                  <a:gd name="T3" fmla="*/ 8 h 11"/>
                  <a:gd name="T4" fmla="*/ 10 w 26"/>
                  <a:gd name="T5" fmla="*/ 10 h 11"/>
                  <a:gd name="T6" fmla="*/ 3 w 26"/>
                  <a:gd name="T7" fmla="*/ 6 h 11"/>
                  <a:gd name="T8" fmla="*/ 2 w 26"/>
                  <a:gd name="T9" fmla="*/ 1 h 11"/>
                  <a:gd name="T10" fmla="*/ 8 w 26"/>
                  <a:gd name="T11" fmla="*/ 2 h 11"/>
                  <a:gd name="T12" fmla="*/ 17 w 26"/>
                  <a:gd name="T13" fmla="*/ 2 h 11"/>
                  <a:gd name="T14" fmla="*/ 22 w 26"/>
                  <a:gd name="T15" fmla="*/ 5 h 11"/>
                  <a:gd name="T16" fmla="*/ 25 w 26"/>
                  <a:gd name="T17" fmla="*/ 9 h 11"/>
                  <a:gd name="T18" fmla="*/ 25 w 26"/>
                  <a:gd name="T19"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11">
                    <a:moveTo>
                      <a:pt x="25" y="9"/>
                    </a:moveTo>
                    <a:cubicBezTo>
                      <a:pt x="22" y="9"/>
                      <a:pt x="20" y="8"/>
                      <a:pt x="18" y="8"/>
                    </a:cubicBezTo>
                    <a:cubicBezTo>
                      <a:pt x="15" y="8"/>
                      <a:pt x="13" y="10"/>
                      <a:pt x="10" y="10"/>
                    </a:cubicBezTo>
                    <a:cubicBezTo>
                      <a:pt x="7" y="11"/>
                      <a:pt x="6" y="7"/>
                      <a:pt x="3" y="6"/>
                    </a:cubicBezTo>
                    <a:cubicBezTo>
                      <a:pt x="2" y="5"/>
                      <a:pt x="0" y="3"/>
                      <a:pt x="2" y="1"/>
                    </a:cubicBezTo>
                    <a:cubicBezTo>
                      <a:pt x="3" y="0"/>
                      <a:pt x="7" y="2"/>
                      <a:pt x="8" y="2"/>
                    </a:cubicBezTo>
                    <a:cubicBezTo>
                      <a:pt x="11" y="3"/>
                      <a:pt x="14" y="1"/>
                      <a:pt x="17" y="2"/>
                    </a:cubicBezTo>
                    <a:cubicBezTo>
                      <a:pt x="19" y="2"/>
                      <a:pt x="20" y="4"/>
                      <a:pt x="22" y="5"/>
                    </a:cubicBezTo>
                    <a:cubicBezTo>
                      <a:pt x="22" y="6"/>
                      <a:pt x="25" y="9"/>
                      <a:pt x="25" y="9"/>
                    </a:cubicBezTo>
                    <a:cubicBezTo>
                      <a:pt x="23" y="9"/>
                      <a:pt x="26" y="9"/>
                      <a:pt x="25" y="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1" name="Freeform 556">
                <a:extLst>
                  <a:ext uri="{FF2B5EF4-FFF2-40B4-BE49-F238E27FC236}">
                    <a16:creationId xmlns:a16="http://schemas.microsoft.com/office/drawing/2014/main" id="{08CEC1F1-5002-28DE-5D4F-7AE5219D72F0}"/>
                  </a:ext>
                </a:extLst>
              </p:cNvPr>
              <p:cNvSpPr>
                <a:spLocks/>
              </p:cNvSpPr>
              <p:nvPr/>
            </p:nvSpPr>
            <p:spPr bwMode="auto">
              <a:xfrm>
                <a:off x="5709742" y="6433669"/>
                <a:ext cx="270700" cy="178393"/>
              </a:xfrm>
              <a:custGeom>
                <a:avLst/>
                <a:gdLst>
                  <a:gd name="T0" fmla="*/ 27 w 29"/>
                  <a:gd name="T1" fmla="*/ 16 h 19"/>
                  <a:gd name="T2" fmla="*/ 24 w 29"/>
                  <a:gd name="T3" fmla="*/ 12 h 19"/>
                  <a:gd name="T4" fmla="*/ 19 w 29"/>
                  <a:gd name="T5" fmla="*/ 10 h 19"/>
                  <a:gd name="T6" fmla="*/ 14 w 29"/>
                  <a:gd name="T7" fmla="*/ 3 h 19"/>
                  <a:gd name="T8" fmla="*/ 8 w 29"/>
                  <a:gd name="T9" fmla="*/ 2 h 19"/>
                  <a:gd name="T10" fmla="*/ 2 w 29"/>
                  <a:gd name="T11" fmla="*/ 0 h 19"/>
                  <a:gd name="T12" fmla="*/ 3 w 29"/>
                  <a:gd name="T13" fmla="*/ 2 h 19"/>
                  <a:gd name="T14" fmla="*/ 5 w 29"/>
                  <a:gd name="T15" fmla="*/ 3 h 19"/>
                  <a:gd name="T16" fmla="*/ 6 w 29"/>
                  <a:gd name="T17" fmla="*/ 4 h 19"/>
                  <a:gd name="T18" fmla="*/ 4 w 29"/>
                  <a:gd name="T19" fmla="*/ 2 h 19"/>
                  <a:gd name="T20" fmla="*/ 4 w 29"/>
                  <a:gd name="T21" fmla="*/ 4 h 19"/>
                  <a:gd name="T22" fmla="*/ 7 w 29"/>
                  <a:gd name="T23" fmla="*/ 6 h 19"/>
                  <a:gd name="T24" fmla="*/ 12 w 29"/>
                  <a:gd name="T25" fmla="*/ 9 h 19"/>
                  <a:gd name="T26" fmla="*/ 10 w 29"/>
                  <a:gd name="T27" fmla="*/ 10 h 19"/>
                  <a:gd name="T28" fmla="*/ 14 w 29"/>
                  <a:gd name="T29" fmla="*/ 10 h 19"/>
                  <a:gd name="T30" fmla="*/ 14 w 29"/>
                  <a:gd name="T31" fmla="*/ 12 h 19"/>
                  <a:gd name="T32" fmla="*/ 19 w 29"/>
                  <a:gd name="T33" fmla="*/ 12 h 19"/>
                  <a:gd name="T34" fmla="*/ 27 w 29"/>
                  <a:gd name="T35" fmla="*/ 16 h 19"/>
                  <a:gd name="T36" fmla="*/ 27 w 29"/>
                  <a:gd name="T3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9">
                    <a:moveTo>
                      <a:pt x="27" y="16"/>
                    </a:moveTo>
                    <a:cubicBezTo>
                      <a:pt x="26" y="15"/>
                      <a:pt x="25" y="13"/>
                      <a:pt x="24" y="12"/>
                    </a:cubicBezTo>
                    <a:cubicBezTo>
                      <a:pt x="23" y="10"/>
                      <a:pt x="21" y="10"/>
                      <a:pt x="19" y="10"/>
                    </a:cubicBezTo>
                    <a:cubicBezTo>
                      <a:pt x="17" y="8"/>
                      <a:pt x="17" y="4"/>
                      <a:pt x="14" y="3"/>
                    </a:cubicBezTo>
                    <a:cubicBezTo>
                      <a:pt x="13" y="3"/>
                      <a:pt x="10" y="3"/>
                      <a:pt x="8" y="2"/>
                    </a:cubicBezTo>
                    <a:cubicBezTo>
                      <a:pt x="7" y="1"/>
                      <a:pt x="5" y="0"/>
                      <a:pt x="2" y="0"/>
                    </a:cubicBezTo>
                    <a:cubicBezTo>
                      <a:pt x="0" y="0"/>
                      <a:pt x="1" y="2"/>
                      <a:pt x="3" y="2"/>
                    </a:cubicBezTo>
                    <a:cubicBezTo>
                      <a:pt x="4" y="2"/>
                      <a:pt x="4" y="2"/>
                      <a:pt x="5" y="3"/>
                    </a:cubicBezTo>
                    <a:cubicBezTo>
                      <a:pt x="5" y="3"/>
                      <a:pt x="6" y="4"/>
                      <a:pt x="6" y="4"/>
                    </a:cubicBezTo>
                    <a:cubicBezTo>
                      <a:pt x="5" y="4"/>
                      <a:pt x="4" y="3"/>
                      <a:pt x="4" y="2"/>
                    </a:cubicBezTo>
                    <a:cubicBezTo>
                      <a:pt x="4" y="2"/>
                      <a:pt x="4" y="4"/>
                      <a:pt x="4" y="4"/>
                    </a:cubicBezTo>
                    <a:cubicBezTo>
                      <a:pt x="4" y="6"/>
                      <a:pt x="6" y="6"/>
                      <a:pt x="7" y="6"/>
                    </a:cubicBezTo>
                    <a:cubicBezTo>
                      <a:pt x="7" y="6"/>
                      <a:pt x="12" y="9"/>
                      <a:pt x="12" y="9"/>
                    </a:cubicBezTo>
                    <a:cubicBezTo>
                      <a:pt x="12" y="9"/>
                      <a:pt x="11" y="9"/>
                      <a:pt x="10" y="10"/>
                    </a:cubicBezTo>
                    <a:cubicBezTo>
                      <a:pt x="10" y="10"/>
                      <a:pt x="14" y="10"/>
                      <a:pt x="14" y="10"/>
                    </a:cubicBezTo>
                    <a:cubicBezTo>
                      <a:pt x="16" y="11"/>
                      <a:pt x="14" y="12"/>
                      <a:pt x="14" y="12"/>
                    </a:cubicBezTo>
                    <a:cubicBezTo>
                      <a:pt x="15" y="13"/>
                      <a:pt x="18" y="12"/>
                      <a:pt x="19" y="12"/>
                    </a:cubicBezTo>
                    <a:cubicBezTo>
                      <a:pt x="14" y="13"/>
                      <a:pt x="29" y="19"/>
                      <a:pt x="27" y="16"/>
                    </a:cubicBezTo>
                    <a:cubicBezTo>
                      <a:pt x="26" y="15"/>
                      <a:pt x="28" y="18"/>
                      <a:pt x="27" y="1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2" name="Freeform 557">
                <a:extLst>
                  <a:ext uri="{FF2B5EF4-FFF2-40B4-BE49-F238E27FC236}">
                    <a16:creationId xmlns:a16="http://schemas.microsoft.com/office/drawing/2014/main" id="{E4F9AA59-F736-F78B-770F-0D766AA23384}"/>
                  </a:ext>
                </a:extLst>
              </p:cNvPr>
              <p:cNvSpPr>
                <a:spLocks/>
              </p:cNvSpPr>
              <p:nvPr/>
            </p:nvSpPr>
            <p:spPr bwMode="auto">
              <a:xfrm>
                <a:off x="5496368" y="6226607"/>
                <a:ext cx="121018" cy="130608"/>
              </a:xfrm>
              <a:custGeom>
                <a:avLst/>
                <a:gdLst>
                  <a:gd name="T0" fmla="*/ 11 w 13"/>
                  <a:gd name="T1" fmla="*/ 14 h 14"/>
                  <a:gd name="T2" fmla="*/ 11 w 13"/>
                  <a:gd name="T3" fmla="*/ 14 h 14"/>
                  <a:gd name="T4" fmla="*/ 8 w 13"/>
                  <a:gd name="T5" fmla="*/ 11 h 14"/>
                  <a:gd name="T6" fmla="*/ 7 w 13"/>
                  <a:gd name="T7" fmla="*/ 7 h 14"/>
                  <a:gd name="T8" fmla="*/ 6 w 13"/>
                  <a:gd name="T9" fmla="*/ 5 h 14"/>
                  <a:gd name="T10" fmla="*/ 7 w 13"/>
                  <a:gd name="T11" fmla="*/ 2 h 14"/>
                  <a:gd name="T12" fmla="*/ 4 w 13"/>
                  <a:gd name="T13" fmla="*/ 4 h 14"/>
                  <a:gd name="T14" fmla="*/ 6 w 13"/>
                  <a:gd name="T15" fmla="*/ 1 h 14"/>
                  <a:gd name="T16" fmla="*/ 1 w 13"/>
                  <a:gd name="T17" fmla="*/ 0 h 14"/>
                  <a:gd name="T18" fmla="*/ 3 w 13"/>
                  <a:gd name="T19" fmla="*/ 6 h 14"/>
                  <a:gd name="T20" fmla="*/ 11 w 13"/>
                  <a:gd name="T21" fmla="*/ 14 h 14"/>
                  <a:gd name="T22" fmla="*/ 11 w 13"/>
                  <a:gd name="T23"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4">
                    <a:moveTo>
                      <a:pt x="11" y="14"/>
                    </a:moveTo>
                    <a:cubicBezTo>
                      <a:pt x="11" y="14"/>
                      <a:pt x="11" y="14"/>
                      <a:pt x="11" y="14"/>
                    </a:cubicBezTo>
                    <a:cubicBezTo>
                      <a:pt x="11" y="13"/>
                      <a:pt x="9" y="11"/>
                      <a:pt x="8" y="11"/>
                    </a:cubicBezTo>
                    <a:cubicBezTo>
                      <a:pt x="7" y="9"/>
                      <a:pt x="8" y="8"/>
                      <a:pt x="7" y="7"/>
                    </a:cubicBezTo>
                    <a:cubicBezTo>
                      <a:pt x="6" y="6"/>
                      <a:pt x="6" y="6"/>
                      <a:pt x="6" y="5"/>
                    </a:cubicBezTo>
                    <a:cubicBezTo>
                      <a:pt x="5" y="3"/>
                      <a:pt x="6" y="3"/>
                      <a:pt x="7" y="2"/>
                    </a:cubicBezTo>
                    <a:cubicBezTo>
                      <a:pt x="9" y="0"/>
                      <a:pt x="3" y="3"/>
                      <a:pt x="4" y="4"/>
                    </a:cubicBezTo>
                    <a:cubicBezTo>
                      <a:pt x="3" y="3"/>
                      <a:pt x="6" y="1"/>
                      <a:pt x="6" y="1"/>
                    </a:cubicBezTo>
                    <a:cubicBezTo>
                      <a:pt x="5" y="0"/>
                      <a:pt x="1" y="0"/>
                      <a:pt x="1" y="0"/>
                    </a:cubicBezTo>
                    <a:cubicBezTo>
                      <a:pt x="0" y="1"/>
                      <a:pt x="2" y="5"/>
                      <a:pt x="3" y="6"/>
                    </a:cubicBezTo>
                    <a:cubicBezTo>
                      <a:pt x="5" y="8"/>
                      <a:pt x="8" y="13"/>
                      <a:pt x="11" y="14"/>
                    </a:cubicBezTo>
                    <a:cubicBezTo>
                      <a:pt x="13" y="14"/>
                      <a:pt x="8" y="13"/>
                      <a:pt x="11" y="1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3" name="Freeform 558">
                <a:extLst>
                  <a:ext uri="{FF2B5EF4-FFF2-40B4-BE49-F238E27FC236}">
                    <a16:creationId xmlns:a16="http://schemas.microsoft.com/office/drawing/2014/main" id="{27E15EE5-28D5-55DB-EA75-54868C19C2C3}"/>
                  </a:ext>
                </a:extLst>
              </p:cNvPr>
              <p:cNvSpPr>
                <a:spLocks/>
              </p:cNvSpPr>
              <p:nvPr/>
            </p:nvSpPr>
            <p:spPr bwMode="auto">
              <a:xfrm>
                <a:off x="5505923" y="6076886"/>
                <a:ext cx="38217" cy="38227"/>
              </a:xfrm>
              <a:custGeom>
                <a:avLst/>
                <a:gdLst>
                  <a:gd name="T0" fmla="*/ 3 w 4"/>
                  <a:gd name="T1" fmla="*/ 3 h 4"/>
                  <a:gd name="T2" fmla="*/ 2 w 4"/>
                  <a:gd name="T3" fmla="*/ 1 h 4"/>
                  <a:gd name="T4" fmla="*/ 3 w 4"/>
                  <a:gd name="T5" fmla="*/ 3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2"/>
                      <a:pt x="0" y="2"/>
                      <a:pt x="2" y="1"/>
                    </a:cubicBezTo>
                    <a:cubicBezTo>
                      <a:pt x="3" y="0"/>
                      <a:pt x="4" y="3"/>
                      <a:pt x="3" y="3"/>
                    </a:cubicBezTo>
                    <a:cubicBezTo>
                      <a:pt x="3" y="3"/>
                      <a:pt x="3" y="3"/>
                      <a:pt x="3" y="3"/>
                    </a:cubicBezTo>
                    <a:cubicBezTo>
                      <a:pt x="2" y="2"/>
                      <a:pt x="4" y="4"/>
                      <a:pt x="3"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4" name="Freeform 559">
                <a:extLst>
                  <a:ext uri="{FF2B5EF4-FFF2-40B4-BE49-F238E27FC236}">
                    <a16:creationId xmlns:a16="http://schemas.microsoft.com/office/drawing/2014/main" id="{53D415F7-E303-9C85-3155-A52AA9048490}"/>
                  </a:ext>
                </a:extLst>
              </p:cNvPr>
              <p:cNvSpPr>
                <a:spLocks/>
              </p:cNvSpPr>
              <p:nvPr/>
            </p:nvSpPr>
            <p:spPr bwMode="auto">
              <a:xfrm>
                <a:off x="5458150" y="6032291"/>
                <a:ext cx="57323" cy="54153"/>
              </a:xfrm>
              <a:custGeom>
                <a:avLst/>
                <a:gdLst>
                  <a:gd name="T0" fmla="*/ 5 w 6"/>
                  <a:gd name="T1" fmla="*/ 2 h 6"/>
                  <a:gd name="T2" fmla="*/ 0 w 6"/>
                  <a:gd name="T3" fmla="*/ 1 h 6"/>
                  <a:gd name="T4" fmla="*/ 1 w 6"/>
                  <a:gd name="T5" fmla="*/ 3 h 6"/>
                  <a:gd name="T6" fmla="*/ 1 w 6"/>
                  <a:gd name="T7" fmla="*/ 6 h 6"/>
                  <a:gd name="T8" fmla="*/ 5 w 6"/>
                  <a:gd name="T9" fmla="*/ 5 h 6"/>
                  <a:gd name="T10" fmla="*/ 3 w 6"/>
                  <a:gd name="T11" fmla="*/ 3 h 6"/>
                  <a:gd name="T12" fmla="*/ 5 w 6"/>
                  <a:gd name="T13" fmla="*/ 2 h 6"/>
                  <a:gd name="T14" fmla="*/ 5 w 6"/>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6">
                    <a:moveTo>
                      <a:pt x="5" y="2"/>
                    </a:moveTo>
                    <a:cubicBezTo>
                      <a:pt x="4" y="2"/>
                      <a:pt x="1" y="0"/>
                      <a:pt x="0" y="1"/>
                    </a:cubicBezTo>
                    <a:cubicBezTo>
                      <a:pt x="1" y="0"/>
                      <a:pt x="2" y="4"/>
                      <a:pt x="1" y="3"/>
                    </a:cubicBezTo>
                    <a:cubicBezTo>
                      <a:pt x="1" y="4"/>
                      <a:pt x="1" y="5"/>
                      <a:pt x="1" y="6"/>
                    </a:cubicBezTo>
                    <a:cubicBezTo>
                      <a:pt x="1" y="5"/>
                      <a:pt x="5" y="4"/>
                      <a:pt x="5" y="5"/>
                    </a:cubicBezTo>
                    <a:cubicBezTo>
                      <a:pt x="5" y="4"/>
                      <a:pt x="4" y="4"/>
                      <a:pt x="3" y="3"/>
                    </a:cubicBezTo>
                    <a:cubicBezTo>
                      <a:pt x="4" y="4"/>
                      <a:pt x="6" y="2"/>
                      <a:pt x="5" y="2"/>
                    </a:cubicBezTo>
                    <a:cubicBezTo>
                      <a:pt x="4" y="2"/>
                      <a:pt x="6" y="2"/>
                      <a:pt x="5"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5" name="Freeform 560">
                <a:extLst>
                  <a:ext uri="{FF2B5EF4-FFF2-40B4-BE49-F238E27FC236}">
                    <a16:creationId xmlns:a16="http://schemas.microsoft.com/office/drawing/2014/main" id="{6B8896EE-0E4B-AFDA-B677-0EF2C5FD943C}"/>
                  </a:ext>
                </a:extLst>
              </p:cNvPr>
              <p:cNvSpPr>
                <a:spLocks/>
              </p:cNvSpPr>
              <p:nvPr/>
            </p:nvSpPr>
            <p:spPr bwMode="auto">
              <a:xfrm>
                <a:off x="5432673" y="6048217"/>
                <a:ext cx="35033" cy="57338"/>
              </a:xfrm>
              <a:custGeom>
                <a:avLst/>
                <a:gdLst>
                  <a:gd name="T0" fmla="*/ 2 w 4"/>
                  <a:gd name="T1" fmla="*/ 0 h 6"/>
                  <a:gd name="T2" fmla="*/ 2 w 4"/>
                  <a:gd name="T3" fmla="*/ 2 h 6"/>
                  <a:gd name="T4" fmla="*/ 2 w 4"/>
                  <a:gd name="T5" fmla="*/ 5 h 6"/>
                  <a:gd name="T6" fmla="*/ 3 w 4"/>
                  <a:gd name="T7" fmla="*/ 3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0" y="0"/>
                      <a:pt x="2" y="1"/>
                      <a:pt x="2" y="2"/>
                    </a:cubicBezTo>
                    <a:cubicBezTo>
                      <a:pt x="2" y="3"/>
                      <a:pt x="1" y="5"/>
                      <a:pt x="2" y="5"/>
                    </a:cubicBezTo>
                    <a:cubicBezTo>
                      <a:pt x="3" y="6"/>
                      <a:pt x="3" y="3"/>
                      <a:pt x="3" y="3"/>
                    </a:cubicBezTo>
                    <a:cubicBezTo>
                      <a:pt x="3" y="2"/>
                      <a:pt x="4"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6" name="Freeform 561">
                <a:extLst>
                  <a:ext uri="{FF2B5EF4-FFF2-40B4-BE49-F238E27FC236}">
                    <a16:creationId xmlns:a16="http://schemas.microsoft.com/office/drawing/2014/main" id="{49526199-4505-C414-3850-5E7E0FED7299}"/>
                  </a:ext>
                </a:extLst>
              </p:cNvPr>
              <p:cNvSpPr>
                <a:spLocks/>
              </p:cNvSpPr>
              <p:nvPr/>
            </p:nvSpPr>
            <p:spPr bwMode="auto">
              <a:xfrm>
                <a:off x="5375347" y="5994061"/>
                <a:ext cx="47770" cy="101936"/>
              </a:xfrm>
              <a:custGeom>
                <a:avLst/>
                <a:gdLst>
                  <a:gd name="T0" fmla="*/ 4 w 5"/>
                  <a:gd name="T1" fmla="*/ 10 h 11"/>
                  <a:gd name="T2" fmla="*/ 2 w 5"/>
                  <a:gd name="T3" fmla="*/ 6 h 11"/>
                  <a:gd name="T4" fmla="*/ 1 w 5"/>
                  <a:gd name="T5" fmla="*/ 3 h 11"/>
                  <a:gd name="T6" fmla="*/ 5 w 5"/>
                  <a:gd name="T7" fmla="*/ 5 h 11"/>
                  <a:gd name="T8" fmla="*/ 4 w 5"/>
                  <a:gd name="T9" fmla="*/ 10 h 11"/>
                  <a:gd name="T10" fmla="*/ 4 w 5"/>
                  <a:gd name="T11" fmla="*/ 10 h 11"/>
                </a:gdLst>
                <a:ahLst/>
                <a:cxnLst>
                  <a:cxn ang="0">
                    <a:pos x="T0" y="T1"/>
                  </a:cxn>
                  <a:cxn ang="0">
                    <a:pos x="T2" y="T3"/>
                  </a:cxn>
                  <a:cxn ang="0">
                    <a:pos x="T4" y="T5"/>
                  </a:cxn>
                  <a:cxn ang="0">
                    <a:pos x="T6" y="T7"/>
                  </a:cxn>
                  <a:cxn ang="0">
                    <a:pos x="T8" y="T9"/>
                  </a:cxn>
                  <a:cxn ang="0">
                    <a:pos x="T10" y="T11"/>
                  </a:cxn>
                </a:cxnLst>
                <a:rect l="0" t="0" r="r" b="b"/>
                <a:pathLst>
                  <a:path w="5" h="11">
                    <a:moveTo>
                      <a:pt x="4" y="10"/>
                    </a:moveTo>
                    <a:cubicBezTo>
                      <a:pt x="4" y="9"/>
                      <a:pt x="2" y="6"/>
                      <a:pt x="2" y="6"/>
                    </a:cubicBezTo>
                    <a:cubicBezTo>
                      <a:pt x="4" y="4"/>
                      <a:pt x="0" y="4"/>
                      <a:pt x="1" y="3"/>
                    </a:cubicBezTo>
                    <a:cubicBezTo>
                      <a:pt x="2" y="0"/>
                      <a:pt x="5" y="5"/>
                      <a:pt x="5" y="5"/>
                    </a:cubicBezTo>
                    <a:cubicBezTo>
                      <a:pt x="5" y="6"/>
                      <a:pt x="5" y="11"/>
                      <a:pt x="4" y="10"/>
                    </a:cubicBezTo>
                    <a:cubicBezTo>
                      <a:pt x="4" y="9"/>
                      <a:pt x="5" y="11"/>
                      <a:pt x="4"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7" name="Freeform 562">
                <a:extLst>
                  <a:ext uri="{FF2B5EF4-FFF2-40B4-BE49-F238E27FC236}">
                    <a16:creationId xmlns:a16="http://schemas.microsoft.com/office/drawing/2014/main" id="{C46D2AA2-9B88-2546-B7A4-19C4290D5B93}"/>
                  </a:ext>
                </a:extLst>
              </p:cNvPr>
              <p:cNvSpPr>
                <a:spLocks/>
              </p:cNvSpPr>
              <p:nvPr/>
            </p:nvSpPr>
            <p:spPr bwMode="auto">
              <a:xfrm>
                <a:off x="5337130" y="5955834"/>
                <a:ext cx="66879" cy="66896"/>
              </a:xfrm>
              <a:custGeom>
                <a:avLst/>
                <a:gdLst>
                  <a:gd name="T0" fmla="*/ 4 w 7"/>
                  <a:gd name="T1" fmla="*/ 6 h 7"/>
                  <a:gd name="T2" fmla="*/ 2 w 7"/>
                  <a:gd name="T3" fmla="*/ 3 h 7"/>
                  <a:gd name="T4" fmla="*/ 0 w 7"/>
                  <a:gd name="T5" fmla="*/ 2 h 7"/>
                  <a:gd name="T6" fmla="*/ 5 w 7"/>
                  <a:gd name="T7" fmla="*/ 1 h 7"/>
                  <a:gd name="T8" fmla="*/ 4 w 7"/>
                  <a:gd name="T9" fmla="*/ 3 h 7"/>
                  <a:gd name="T10" fmla="*/ 7 w 7"/>
                  <a:gd name="T11" fmla="*/ 4 h 7"/>
                  <a:gd name="T12" fmla="*/ 5 w 7"/>
                  <a:gd name="T13" fmla="*/ 5 h 7"/>
                  <a:gd name="T14" fmla="*/ 4 w 7"/>
                  <a:gd name="T15" fmla="*/ 6 h 7"/>
                  <a:gd name="T16" fmla="*/ 4 w 7"/>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4" y="6"/>
                    </a:moveTo>
                    <a:cubicBezTo>
                      <a:pt x="2" y="4"/>
                      <a:pt x="1" y="4"/>
                      <a:pt x="2" y="3"/>
                    </a:cubicBezTo>
                    <a:cubicBezTo>
                      <a:pt x="2" y="2"/>
                      <a:pt x="0" y="2"/>
                      <a:pt x="0" y="2"/>
                    </a:cubicBezTo>
                    <a:cubicBezTo>
                      <a:pt x="0" y="1"/>
                      <a:pt x="4" y="0"/>
                      <a:pt x="5" y="1"/>
                    </a:cubicBezTo>
                    <a:cubicBezTo>
                      <a:pt x="5" y="1"/>
                      <a:pt x="3" y="2"/>
                      <a:pt x="4" y="3"/>
                    </a:cubicBezTo>
                    <a:cubicBezTo>
                      <a:pt x="5" y="3"/>
                      <a:pt x="7" y="4"/>
                      <a:pt x="7" y="4"/>
                    </a:cubicBezTo>
                    <a:cubicBezTo>
                      <a:pt x="7" y="5"/>
                      <a:pt x="5" y="5"/>
                      <a:pt x="5" y="5"/>
                    </a:cubicBezTo>
                    <a:cubicBezTo>
                      <a:pt x="4" y="5"/>
                      <a:pt x="5" y="7"/>
                      <a:pt x="4" y="6"/>
                    </a:cubicBezTo>
                    <a:cubicBezTo>
                      <a:pt x="2" y="5"/>
                      <a:pt x="4" y="6"/>
                      <a:pt x="4"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8" name="Freeform 563">
                <a:extLst>
                  <a:ext uri="{FF2B5EF4-FFF2-40B4-BE49-F238E27FC236}">
                    <a16:creationId xmlns:a16="http://schemas.microsoft.com/office/drawing/2014/main" id="{48CC73A2-216F-3FF9-207B-4E0F22D24AA3}"/>
                  </a:ext>
                </a:extLst>
              </p:cNvPr>
              <p:cNvSpPr>
                <a:spLocks/>
              </p:cNvSpPr>
              <p:nvPr/>
            </p:nvSpPr>
            <p:spPr bwMode="auto">
              <a:xfrm>
                <a:off x="5404009" y="5955834"/>
                <a:ext cx="63695" cy="86010"/>
              </a:xfrm>
              <a:custGeom>
                <a:avLst/>
                <a:gdLst>
                  <a:gd name="T0" fmla="*/ 3 w 7"/>
                  <a:gd name="T1" fmla="*/ 8 h 9"/>
                  <a:gd name="T2" fmla="*/ 4 w 7"/>
                  <a:gd name="T3" fmla="*/ 6 h 9"/>
                  <a:gd name="T4" fmla="*/ 2 w 7"/>
                  <a:gd name="T5" fmla="*/ 4 h 9"/>
                  <a:gd name="T6" fmla="*/ 3 w 7"/>
                  <a:gd name="T7" fmla="*/ 1 h 9"/>
                  <a:gd name="T8" fmla="*/ 6 w 7"/>
                  <a:gd name="T9" fmla="*/ 5 h 9"/>
                  <a:gd name="T10" fmla="*/ 3 w 7"/>
                  <a:gd name="T11" fmla="*/ 8 h 9"/>
                  <a:gd name="T12" fmla="*/ 3 w 7"/>
                  <a:gd name="T13" fmla="*/ 8 h 9"/>
                  <a:gd name="T14" fmla="*/ 3 w 7"/>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9">
                    <a:moveTo>
                      <a:pt x="3" y="8"/>
                    </a:moveTo>
                    <a:cubicBezTo>
                      <a:pt x="4" y="7"/>
                      <a:pt x="5" y="7"/>
                      <a:pt x="4" y="6"/>
                    </a:cubicBezTo>
                    <a:cubicBezTo>
                      <a:pt x="4" y="5"/>
                      <a:pt x="2" y="5"/>
                      <a:pt x="2" y="4"/>
                    </a:cubicBezTo>
                    <a:cubicBezTo>
                      <a:pt x="3" y="3"/>
                      <a:pt x="0" y="0"/>
                      <a:pt x="3" y="1"/>
                    </a:cubicBezTo>
                    <a:cubicBezTo>
                      <a:pt x="6" y="2"/>
                      <a:pt x="6" y="3"/>
                      <a:pt x="6" y="5"/>
                    </a:cubicBezTo>
                    <a:cubicBezTo>
                      <a:pt x="7" y="7"/>
                      <a:pt x="3" y="8"/>
                      <a:pt x="3" y="8"/>
                    </a:cubicBezTo>
                    <a:cubicBezTo>
                      <a:pt x="3" y="8"/>
                      <a:pt x="3" y="8"/>
                      <a:pt x="3" y="8"/>
                    </a:cubicBezTo>
                    <a:cubicBezTo>
                      <a:pt x="4" y="7"/>
                      <a:pt x="2" y="9"/>
                      <a:pt x="3"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69" name="Freeform 564">
                <a:extLst>
                  <a:ext uri="{FF2B5EF4-FFF2-40B4-BE49-F238E27FC236}">
                    <a16:creationId xmlns:a16="http://schemas.microsoft.com/office/drawing/2014/main" id="{6EA64E5F-B119-6B51-7846-EE0A288FD42C}"/>
                  </a:ext>
                </a:extLst>
              </p:cNvPr>
              <p:cNvSpPr>
                <a:spLocks/>
              </p:cNvSpPr>
              <p:nvPr/>
            </p:nvSpPr>
            <p:spPr bwMode="auto">
              <a:xfrm>
                <a:off x="5384900" y="5974948"/>
                <a:ext cx="28662" cy="9556"/>
              </a:xfrm>
              <a:custGeom>
                <a:avLst/>
                <a:gdLst>
                  <a:gd name="T0" fmla="*/ 2 w 3"/>
                  <a:gd name="T1" fmla="*/ 1 h 1"/>
                  <a:gd name="T2" fmla="*/ 0 w 3"/>
                  <a:gd name="T3" fmla="*/ 0 h 1"/>
                  <a:gd name="T4" fmla="*/ 3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1" y="1"/>
                      <a:pt x="0" y="1"/>
                      <a:pt x="0" y="0"/>
                    </a:cubicBezTo>
                    <a:cubicBezTo>
                      <a:pt x="0" y="0"/>
                      <a:pt x="2" y="0"/>
                      <a:pt x="3" y="0"/>
                    </a:cubicBezTo>
                    <a:cubicBezTo>
                      <a:pt x="3" y="0"/>
                      <a:pt x="2" y="1"/>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0" name="Freeform 565">
                <a:extLst>
                  <a:ext uri="{FF2B5EF4-FFF2-40B4-BE49-F238E27FC236}">
                    <a16:creationId xmlns:a16="http://schemas.microsoft.com/office/drawing/2014/main" id="{320FDCA8-E0DB-753E-3064-737DB1EBFB0A}"/>
                  </a:ext>
                </a:extLst>
              </p:cNvPr>
              <p:cNvSpPr>
                <a:spLocks/>
              </p:cNvSpPr>
              <p:nvPr/>
            </p:nvSpPr>
            <p:spPr bwMode="auto">
              <a:xfrm>
                <a:off x="4486812" y="5984506"/>
                <a:ext cx="124202" cy="63711"/>
              </a:xfrm>
              <a:custGeom>
                <a:avLst/>
                <a:gdLst>
                  <a:gd name="T0" fmla="*/ 10 w 13"/>
                  <a:gd name="T1" fmla="*/ 1 h 7"/>
                  <a:gd name="T2" fmla="*/ 7 w 13"/>
                  <a:gd name="T3" fmla="*/ 1 h 7"/>
                  <a:gd name="T4" fmla="*/ 5 w 13"/>
                  <a:gd name="T5" fmla="*/ 1 h 7"/>
                  <a:gd name="T6" fmla="*/ 5 w 13"/>
                  <a:gd name="T7" fmla="*/ 4 h 7"/>
                  <a:gd name="T8" fmla="*/ 1 w 13"/>
                  <a:gd name="T9" fmla="*/ 3 h 7"/>
                  <a:gd name="T10" fmla="*/ 1 w 13"/>
                  <a:gd name="T11" fmla="*/ 6 h 7"/>
                  <a:gd name="T12" fmla="*/ 11 w 13"/>
                  <a:gd name="T13" fmla="*/ 4 h 7"/>
                  <a:gd name="T14" fmla="*/ 9 w 13"/>
                  <a:gd name="T15" fmla="*/ 3 h 7"/>
                  <a:gd name="T16" fmla="*/ 12 w 13"/>
                  <a:gd name="T17" fmla="*/ 3 h 7"/>
                  <a:gd name="T18" fmla="*/ 10 w 13"/>
                  <a:gd name="T19" fmla="*/ 1 h 7"/>
                  <a:gd name="T20" fmla="*/ 10 w 13"/>
                  <a:gd name="T21"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7">
                    <a:moveTo>
                      <a:pt x="10" y="1"/>
                    </a:moveTo>
                    <a:cubicBezTo>
                      <a:pt x="9" y="1"/>
                      <a:pt x="8" y="1"/>
                      <a:pt x="7" y="1"/>
                    </a:cubicBezTo>
                    <a:cubicBezTo>
                      <a:pt x="6" y="1"/>
                      <a:pt x="6" y="1"/>
                      <a:pt x="5" y="1"/>
                    </a:cubicBezTo>
                    <a:cubicBezTo>
                      <a:pt x="3" y="2"/>
                      <a:pt x="4" y="4"/>
                      <a:pt x="5" y="4"/>
                    </a:cubicBezTo>
                    <a:cubicBezTo>
                      <a:pt x="4" y="4"/>
                      <a:pt x="2" y="1"/>
                      <a:pt x="1" y="3"/>
                    </a:cubicBezTo>
                    <a:cubicBezTo>
                      <a:pt x="0" y="4"/>
                      <a:pt x="0" y="5"/>
                      <a:pt x="1" y="6"/>
                    </a:cubicBezTo>
                    <a:cubicBezTo>
                      <a:pt x="2" y="7"/>
                      <a:pt x="10" y="5"/>
                      <a:pt x="11" y="4"/>
                    </a:cubicBezTo>
                    <a:cubicBezTo>
                      <a:pt x="11" y="4"/>
                      <a:pt x="10" y="3"/>
                      <a:pt x="9" y="3"/>
                    </a:cubicBezTo>
                    <a:cubicBezTo>
                      <a:pt x="10" y="3"/>
                      <a:pt x="12" y="3"/>
                      <a:pt x="12" y="3"/>
                    </a:cubicBezTo>
                    <a:cubicBezTo>
                      <a:pt x="13" y="2"/>
                      <a:pt x="11" y="0"/>
                      <a:pt x="10" y="1"/>
                    </a:cubicBezTo>
                    <a:cubicBezTo>
                      <a:pt x="9" y="1"/>
                      <a:pt x="11" y="0"/>
                      <a:pt x="10"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1" name="Freeform 566">
                <a:extLst>
                  <a:ext uri="{FF2B5EF4-FFF2-40B4-BE49-F238E27FC236}">
                    <a16:creationId xmlns:a16="http://schemas.microsoft.com/office/drawing/2014/main" id="{EEABB60C-F157-ABA6-FF59-C02400F30DD0}"/>
                  </a:ext>
                </a:extLst>
              </p:cNvPr>
              <p:cNvSpPr>
                <a:spLocks/>
              </p:cNvSpPr>
              <p:nvPr/>
            </p:nvSpPr>
            <p:spPr bwMode="auto">
              <a:xfrm>
                <a:off x="4534582" y="5927165"/>
                <a:ext cx="76432" cy="66896"/>
              </a:xfrm>
              <a:custGeom>
                <a:avLst/>
                <a:gdLst>
                  <a:gd name="T0" fmla="*/ 2 w 8"/>
                  <a:gd name="T1" fmla="*/ 6 h 7"/>
                  <a:gd name="T2" fmla="*/ 5 w 8"/>
                  <a:gd name="T3" fmla="*/ 4 h 7"/>
                  <a:gd name="T4" fmla="*/ 8 w 8"/>
                  <a:gd name="T5" fmla="*/ 4 h 7"/>
                  <a:gd name="T6" fmla="*/ 5 w 8"/>
                  <a:gd name="T7" fmla="*/ 2 h 7"/>
                  <a:gd name="T8" fmla="*/ 2 w 8"/>
                  <a:gd name="T9" fmla="*/ 6 h 7"/>
                  <a:gd name="T10" fmla="*/ 2 w 8"/>
                  <a:gd name="T11" fmla="*/ 6 h 7"/>
                  <a:gd name="T12" fmla="*/ 2 w 8"/>
                  <a:gd name="T13" fmla="*/ 6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2" y="6"/>
                    </a:moveTo>
                    <a:cubicBezTo>
                      <a:pt x="3" y="5"/>
                      <a:pt x="4" y="5"/>
                      <a:pt x="5" y="4"/>
                    </a:cubicBezTo>
                    <a:cubicBezTo>
                      <a:pt x="6" y="4"/>
                      <a:pt x="8" y="4"/>
                      <a:pt x="8" y="4"/>
                    </a:cubicBezTo>
                    <a:cubicBezTo>
                      <a:pt x="8" y="4"/>
                      <a:pt x="7" y="0"/>
                      <a:pt x="5" y="2"/>
                    </a:cubicBezTo>
                    <a:cubicBezTo>
                      <a:pt x="5" y="2"/>
                      <a:pt x="1" y="5"/>
                      <a:pt x="2" y="6"/>
                    </a:cubicBezTo>
                    <a:cubicBezTo>
                      <a:pt x="2" y="6"/>
                      <a:pt x="2" y="6"/>
                      <a:pt x="2" y="6"/>
                    </a:cubicBezTo>
                    <a:cubicBezTo>
                      <a:pt x="4" y="5"/>
                      <a:pt x="0" y="7"/>
                      <a:pt x="2"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2" name="Freeform 567">
                <a:extLst>
                  <a:ext uri="{FF2B5EF4-FFF2-40B4-BE49-F238E27FC236}">
                    <a16:creationId xmlns:a16="http://schemas.microsoft.com/office/drawing/2014/main" id="{43602535-10BD-E819-B760-12C80AC9933F}"/>
                  </a:ext>
                </a:extLst>
              </p:cNvPr>
              <p:cNvSpPr>
                <a:spLocks/>
              </p:cNvSpPr>
              <p:nvPr/>
            </p:nvSpPr>
            <p:spPr bwMode="auto">
              <a:xfrm>
                <a:off x="4002734" y="6182007"/>
                <a:ext cx="92356" cy="35042"/>
              </a:xfrm>
              <a:custGeom>
                <a:avLst/>
                <a:gdLst>
                  <a:gd name="T0" fmla="*/ 9 w 10"/>
                  <a:gd name="T1" fmla="*/ 2 h 4"/>
                  <a:gd name="T2" fmla="*/ 9 w 10"/>
                  <a:gd name="T3" fmla="*/ 1 h 4"/>
                  <a:gd name="T4" fmla="*/ 6 w 10"/>
                  <a:gd name="T5" fmla="*/ 0 h 4"/>
                  <a:gd name="T6" fmla="*/ 2 w 10"/>
                  <a:gd name="T7" fmla="*/ 2 h 4"/>
                  <a:gd name="T8" fmla="*/ 3 w 10"/>
                  <a:gd name="T9" fmla="*/ 4 h 4"/>
                  <a:gd name="T10" fmla="*/ 9 w 10"/>
                  <a:gd name="T11" fmla="*/ 2 h 4"/>
                  <a:gd name="T12" fmla="*/ 9 w 10"/>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9" y="2"/>
                    </a:moveTo>
                    <a:cubicBezTo>
                      <a:pt x="10" y="2"/>
                      <a:pt x="8" y="1"/>
                      <a:pt x="9" y="1"/>
                    </a:cubicBezTo>
                    <a:cubicBezTo>
                      <a:pt x="8" y="0"/>
                      <a:pt x="7" y="0"/>
                      <a:pt x="6" y="0"/>
                    </a:cubicBezTo>
                    <a:cubicBezTo>
                      <a:pt x="5" y="1"/>
                      <a:pt x="3" y="1"/>
                      <a:pt x="2" y="2"/>
                    </a:cubicBezTo>
                    <a:cubicBezTo>
                      <a:pt x="0" y="3"/>
                      <a:pt x="2" y="4"/>
                      <a:pt x="3" y="4"/>
                    </a:cubicBezTo>
                    <a:cubicBezTo>
                      <a:pt x="5" y="4"/>
                      <a:pt x="7" y="1"/>
                      <a:pt x="9" y="2"/>
                    </a:cubicBezTo>
                    <a:cubicBezTo>
                      <a:pt x="10" y="2"/>
                      <a:pt x="7" y="1"/>
                      <a:pt x="9"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3" name="Freeform 568">
                <a:extLst>
                  <a:ext uri="{FF2B5EF4-FFF2-40B4-BE49-F238E27FC236}">
                    <a16:creationId xmlns:a16="http://schemas.microsoft.com/office/drawing/2014/main" id="{704BB511-243C-4190-DCBF-FB8ACEABAF05}"/>
                  </a:ext>
                </a:extLst>
              </p:cNvPr>
              <p:cNvSpPr>
                <a:spLocks/>
              </p:cNvSpPr>
              <p:nvPr/>
            </p:nvSpPr>
            <p:spPr bwMode="auto">
              <a:xfrm>
                <a:off x="3891269" y="6236163"/>
                <a:ext cx="54139" cy="47785"/>
              </a:xfrm>
              <a:custGeom>
                <a:avLst/>
                <a:gdLst>
                  <a:gd name="T0" fmla="*/ 6 w 6"/>
                  <a:gd name="T1" fmla="*/ 2 h 5"/>
                  <a:gd name="T2" fmla="*/ 3 w 6"/>
                  <a:gd name="T3" fmla="*/ 2 h 5"/>
                  <a:gd name="T4" fmla="*/ 3 w 6"/>
                  <a:gd name="T5" fmla="*/ 4 h 5"/>
                  <a:gd name="T6" fmla="*/ 0 w 6"/>
                  <a:gd name="T7" fmla="*/ 5 h 5"/>
                  <a:gd name="T8" fmla="*/ 6 w 6"/>
                  <a:gd name="T9" fmla="*/ 2 h 5"/>
                </a:gdLst>
                <a:ahLst/>
                <a:cxnLst>
                  <a:cxn ang="0">
                    <a:pos x="T0" y="T1"/>
                  </a:cxn>
                  <a:cxn ang="0">
                    <a:pos x="T2" y="T3"/>
                  </a:cxn>
                  <a:cxn ang="0">
                    <a:pos x="T4" y="T5"/>
                  </a:cxn>
                  <a:cxn ang="0">
                    <a:pos x="T6" y="T7"/>
                  </a:cxn>
                  <a:cxn ang="0">
                    <a:pos x="T8" y="T9"/>
                  </a:cxn>
                </a:cxnLst>
                <a:rect l="0" t="0" r="r" b="b"/>
                <a:pathLst>
                  <a:path w="6" h="5">
                    <a:moveTo>
                      <a:pt x="6" y="2"/>
                    </a:moveTo>
                    <a:cubicBezTo>
                      <a:pt x="6" y="0"/>
                      <a:pt x="4" y="1"/>
                      <a:pt x="3" y="2"/>
                    </a:cubicBezTo>
                    <a:cubicBezTo>
                      <a:pt x="3" y="2"/>
                      <a:pt x="3" y="3"/>
                      <a:pt x="3" y="4"/>
                    </a:cubicBezTo>
                    <a:cubicBezTo>
                      <a:pt x="2" y="4"/>
                      <a:pt x="0" y="5"/>
                      <a:pt x="0" y="5"/>
                    </a:cubicBezTo>
                    <a:cubicBezTo>
                      <a:pt x="0" y="5"/>
                      <a:pt x="6" y="5"/>
                      <a:pt x="6"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4" name="Freeform 569">
                <a:extLst>
                  <a:ext uri="{FF2B5EF4-FFF2-40B4-BE49-F238E27FC236}">
                    <a16:creationId xmlns:a16="http://schemas.microsoft.com/office/drawing/2014/main" id="{A6C6FA70-4336-F871-3E32-87D1DF65DA66}"/>
                  </a:ext>
                </a:extLst>
              </p:cNvPr>
              <p:cNvSpPr>
                <a:spLocks/>
              </p:cNvSpPr>
              <p:nvPr/>
            </p:nvSpPr>
            <p:spPr bwMode="auto">
              <a:xfrm>
                <a:off x="7066431" y="5076623"/>
                <a:ext cx="194268" cy="121050"/>
              </a:xfrm>
              <a:custGeom>
                <a:avLst/>
                <a:gdLst>
                  <a:gd name="T0" fmla="*/ 19 w 21"/>
                  <a:gd name="T1" fmla="*/ 9 h 13"/>
                  <a:gd name="T2" fmla="*/ 18 w 21"/>
                  <a:gd name="T3" fmla="*/ 7 h 13"/>
                  <a:gd name="T4" fmla="*/ 14 w 21"/>
                  <a:gd name="T5" fmla="*/ 4 h 13"/>
                  <a:gd name="T6" fmla="*/ 8 w 21"/>
                  <a:gd name="T7" fmla="*/ 1 h 13"/>
                  <a:gd name="T8" fmla="*/ 5 w 21"/>
                  <a:gd name="T9" fmla="*/ 6 h 13"/>
                  <a:gd name="T10" fmla="*/ 0 w 21"/>
                  <a:gd name="T11" fmla="*/ 8 h 13"/>
                  <a:gd name="T12" fmla="*/ 7 w 21"/>
                  <a:gd name="T13" fmla="*/ 11 h 13"/>
                  <a:gd name="T14" fmla="*/ 15 w 21"/>
                  <a:gd name="T15" fmla="*/ 12 h 13"/>
                  <a:gd name="T16" fmla="*/ 20 w 21"/>
                  <a:gd name="T17" fmla="*/ 9 h 13"/>
                  <a:gd name="T18" fmla="*/ 19 w 21"/>
                  <a:gd name="T19" fmla="*/ 9 h 13"/>
                  <a:gd name="T20" fmla="*/ 19 w 21"/>
                  <a:gd name="T21"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3">
                    <a:moveTo>
                      <a:pt x="19" y="9"/>
                    </a:moveTo>
                    <a:cubicBezTo>
                      <a:pt x="15" y="10"/>
                      <a:pt x="19" y="8"/>
                      <a:pt x="18" y="7"/>
                    </a:cubicBezTo>
                    <a:cubicBezTo>
                      <a:pt x="17" y="7"/>
                      <a:pt x="15" y="4"/>
                      <a:pt x="14" y="4"/>
                    </a:cubicBezTo>
                    <a:cubicBezTo>
                      <a:pt x="12" y="4"/>
                      <a:pt x="10" y="1"/>
                      <a:pt x="8" y="1"/>
                    </a:cubicBezTo>
                    <a:cubicBezTo>
                      <a:pt x="6" y="0"/>
                      <a:pt x="6" y="5"/>
                      <a:pt x="5" y="6"/>
                    </a:cubicBezTo>
                    <a:cubicBezTo>
                      <a:pt x="4" y="6"/>
                      <a:pt x="0" y="6"/>
                      <a:pt x="0" y="8"/>
                    </a:cubicBezTo>
                    <a:cubicBezTo>
                      <a:pt x="1" y="10"/>
                      <a:pt x="6" y="11"/>
                      <a:pt x="7" y="11"/>
                    </a:cubicBezTo>
                    <a:cubicBezTo>
                      <a:pt x="9" y="12"/>
                      <a:pt x="13" y="13"/>
                      <a:pt x="15" y="12"/>
                    </a:cubicBezTo>
                    <a:cubicBezTo>
                      <a:pt x="15" y="12"/>
                      <a:pt x="20" y="10"/>
                      <a:pt x="20" y="9"/>
                    </a:cubicBezTo>
                    <a:cubicBezTo>
                      <a:pt x="20" y="9"/>
                      <a:pt x="19" y="9"/>
                      <a:pt x="19" y="9"/>
                    </a:cubicBezTo>
                    <a:cubicBezTo>
                      <a:pt x="18" y="10"/>
                      <a:pt x="21" y="9"/>
                      <a:pt x="19" y="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5" name="Freeform 570">
                <a:extLst>
                  <a:ext uri="{FF2B5EF4-FFF2-40B4-BE49-F238E27FC236}">
                    <a16:creationId xmlns:a16="http://schemas.microsoft.com/office/drawing/2014/main" id="{1B956B0E-D568-C8FB-E435-7FB1AE81BE75}"/>
                  </a:ext>
                </a:extLst>
              </p:cNvPr>
              <p:cNvSpPr>
                <a:spLocks/>
              </p:cNvSpPr>
              <p:nvPr/>
            </p:nvSpPr>
            <p:spPr bwMode="auto">
              <a:xfrm>
                <a:off x="6999554" y="5133964"/>
                <a:ext cx="47770" cy="35042"/>
              </a:xfrm>
              <a:custGeom>
                <a:avLst/>
                <a:gdLst>
                  <a:gd name="T0" fmla="*/ 2 w 5"/>
                  <a:gd name="T1" fmla="*/ 4 h 4"/>
                  <a:gd name="T2" fmla="*/ 4 w 5"/>
                  <a:gd name="T3" fmla="*/ 1 h 4"/>
                  <a:gd name="T4" fmla="*/ 2 w 5"/>
                  <a:gd name="T5" fmla="*/ 4 h 4"/>
                  <a:gd name="T6" fmla="*/ 2 w 5"/>
                  <a:gd name="T7" fmla="*/ 4 h 4"/>
                </a:gdLst>
                <a:ahLst/>
                <a:cxnLst>
                  <a:cxn ang="0">
                    <a:pos x="T0" y="T1"/>
                  </a:cxn>
                  <a:cxn ang="0">
                    <a:pos x="T2" y="T3"/>
                  </a:cxn>
                  <a:cxn ang="0">
                    <a:pos x="T4" y="T5"/>
                  </a:cxn>
                  <a:cxn ang="0">
                    <a:pos x="T6" y="T7"/>
                  </a:cxn>
                </a:cxnLst>
                <a:rect l="0" t="0" r="r" b="b"/>
                <a:pathLst>
                  <a:path w="5" h="4">
                    <a:moveTo>
                      <a:pt x="2" y="4"/>
                    </a:moveTo>
                    <a:cubicBezTo>
                      <a:pt x="0" y="4"/>
                      <a:pt x="4" y="0"/>
                      <a:pt x="4" y="1"/>
                    </a:cubicBezTo>
                    <a:cubicBezTo>
                      <a:pt x="5" y="1"/>
                      <a:pt x="3" y="4"/>
                      <a:pt x="2" y="4"/>
                    </a:cubicBezTo>
                    <a:cubicBezTo>
                      <a:pt x="1" y="4"/>
                      <a:pt x="4" y="4"/>
                      <a:pt x="2"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6" name="Freeform 571">
                <a:extLst>
                  <a:ext uri="{FF2B5EF4-FFF2-40B4-BE49-F238E27FC236}">
                    <a16:creationId xmlns:a16="http://schemas.microsoft.com/office/drawing/2014/main" id="{BE2448CC-F0A1-9B8B-921F-23FC4989C20B}"/>
                  </a:ext>
                </a:extLst>
              </p:cNvPr>
              <p:cNvSpPr>
                <a:spLocks/>
              </p:cNvSpPr>
              <p:nvPr/>
            </p:nvSpPr>
            <p:spPr bwMode="auto">
              <a:xfrm>
                <a:off x="6942228" y="5169003"/>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1"/>
                      <a:pt x="1" y="0"/>
                    </a:cubicBezTo>
                    <a:cubicBezTo>
                      <a:pt x="2" y="0"/>
                      <a:pt x="2" y="2"/>
                      <a:pt x="1"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7" name="Freeform 572">
                <a:extLst>
                  <a:ext uri="{FF2B5EF4-FFF2-40B4-BE49-F238E27FC236}">
                    <a16:creationId xmlns:a16="http://schemas.microsoft.com/office/drawing/2014/main" id="{58698EA1-03D9-5847-0735-6FD0D47E13F4}"/>
                  </a:ext>
                </a:extLst>
              </p:cNvPr>
              <p:cNvSpPr>
                <a:spLocks/>
              </p:cNvSpPr>
              <p:nvPr/>
            </p:nvSpPr>
            <p:spPr bwMode="auto">
              <a:xfrm>
                <a:off x="6139678" y="4777183"/>
                <a:ext cx="859874" cy="420492"/>
              </a:xfrm>
              <a:custGeom>
                <a:avLst/>
                <a:gdLst>
                  <a:gd name="T0" fmla="*/ 76 w 92"/>
                  <a:gd name="T1" fmla="*/ 41 h 45"/>
                  <a:gd name="T2" fmla="*/ 71 w 92"/>
                  <a:gd name="T3" fmla="*/ 39 h 45"/>
                  <a:gd name="T4" fmla="*/ 61 w 92"/>
                  <a:gd name="T5" fmla="*/ 38 h 45"/>
                  <a:gd name="T6" fmla="*/ 45 w 92"/>
                  <a:gd name="T7" fmla="*/ 43 h 45"/>
                  <a:gd name="T8" fmla="*/ 29 w 92"/>
                  <a:gd name="T9" fmla="*/ 41 h 45"/>
                  <a:gd name="T10" fmla="*/ 21 w 92"/>
                  <a:gd name="T11" fmla="*/ 38 h 45"/>
                  <a:gd name="T12" fmla="*/ 10 w 92"/>
                  <a:gd name="T13" fmla="*/ 31 h 45"/>
                  <a:gd name="T14" fmla="*/ 40 w 92"/>
                  <a:gd name="T15" fmla="*/ 29 h 45"/>
                  <a:gd name="T16" fmla="*/ 9 w 92"/>
                  <a:gd name="T17" fmla="*/ 26 h 45"/>
                  <a:gd name="T18" fmla="*/ 16 w 92"/>
                  <a:gd name="T19" fmla="*/ 19 h 45"/>
                  <a:gd name="T20" fmla="*/ 14 w 92"/>
                  <a:gd name="T21" fmla="*/ 18 h 45"/>
                  <a:gd name="T22" fmla="*/ 7 w 92"/>
                  <a:gd name="T23" fmla="*/ 17 h 45"/>
                  <a:gd name="T24" fmla="*/ 4 w 92"/>
                  <a:gd name="T25" fmla="*/ 11 h 45"/>
                  <a:gd name="T26" fmla="*/ 8 w 92"/>
                  <a:gd name="T27" fmla="*/ 7 h 45"/>
                  <a:gd name="T28" fmla="*/ 24 w 92"/>
                  <a:gd name="T29" fmla="*/ 1 h 45"/>
                  <a:gd name="T30" fmla="*/ 29 w 92"/>
                  <a:gd name="T31" fmla="*/ 7 h 45"/>
                  <a:gd name="T32" fmla="*/ 39 w 92"/>
                  <a:gd name="T33" fmla="*/ 6 h 45"/>
                  <a:gd name="T34" fmla="*/ 43 w 92"/>
                  <a:gd name="T35" fmla="*/ 8 h 45"/>
                  <a:gd name="T36" fmla="*/ 47 w 92"/>
                  <a:gd name="T37" fmla="*/ 9 h 45"/>
                  <a:gd name="T38" fmla="*/ 43 w 92"/>
                  <a:gd name="T39" fmla="*/ 4 h 45"/>
                  <a:gd name="T40" fmla="*/ 54 w 92"/>
                  <a:gd name="T41" fmla="*/ 10 h 45"/>
                  <a:gd name="T42" fmla="*/ 60 w 92"/>
                  <a:gd name="T43" fmla="*/ 14 h 45"/>
                  <a:gd name="T44" fmla="*/ 59 w 92"/>
                  <a:gd name="T45" fmla="*/ 1 h 45"/>
                  <a:gd name="T46" fmla="*/ 69 w 92"/>
                  <a:gd name="T47" fmla="*/ 6 h 45"/>
                  <a:gd name="T48" fmla="*/ 74 w 92"/>
                  <a:gd name="T49" fmla="*/ 19 h 45"/>
                  <a:gd name="T50" fmla="*/ 82 w 92"/>
                  <a:gd name="T51" fmla="*/ 26 h 45"/>
                  <a:gd name="T52" fmla="*/ 92 w 92"/>
                  <a:gd name="T53" fmla="*/ 33 h 45"/>
                  <a:gd name="T54" fmla="*/ 83 w 92"/>
                  <a:gd name="T55" fmla="*/ 35 h 45"/>
                  <a:gd name="T56" fmla="*/ 81 w 92"/>
                  <a:gd name="T57" fmla="*/ 36 h 45"/>
                  <a:gd name="T58" fmla="*/ 85 w 92"/>
                  <a:gd name="T59" fmla="*/ 36 h 45"/>
                  <a:gd name="T60" fmla="*/ 89 w 92"/>
                  <a:gd name="T61" fmla="*/ 39 h 45"/>
                  <a:gd name="T62" fmla="*/ 83 w 92"/>
                  <a:gd name="T63"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45">
                    <a:moveTo>
                      <a:pt x="83" y="41"/>
                    </a:moveTo>
                    <a:cubicBezTo>
                      <a:pt x="81" y="41"/>
                      <a:pt x="79" y="41"/>
                      <a:pt x="76" y="41"/>
                    </a:cubicBezTo>
                    <a:cubicBezTo>
                      <a:pt x="75" y="41"/>
                      <a:pt x="74" y="41"/>
                      <a:pt x="73" y="41"/>
                    </a:cubicBezTo>
                    <a:cubicBezTo>
                      <a:pt x="72" y="41"/>
                      <a:pt x="72" y="40"/>
                      <a:pt x="71" y="39"/>
                    </a:cubicBezTo>
                    <a:cubicBezTo>
                      <a:pt x="70" y="39"/>
                      <a:pt x="66" y="40"/>
                      <a:pt x="65" y="38"/>
                    </a:cubicBezTo>
                    <a:cubicBezTo>
                      <a:pt x="65" y="35"/>
                      <a:pt x="63" y="37"/>
                      <a:pt x="61" y="38"/>
                    </a:cubicBezTo>
                    <a:cubicBezTo>
                      <a:pt x="58" y="40"/>
                      <a:pt x="56" y="39"/>
                      <a:pt x="54" y="40"/>
                    </a:cubicBezTo>
                    <a:cubicBezTo>
                      <a:pt x="51" y="41"/>
                      <a:pt x="48" y="42"/>
                      <a:pt x="45" y="43"/>
                    </a:cubicBezTo>
                    <a:cubicBezTo>
                      <a:pt x="41" y="43"/>
                      <a:pt x="35" y="45"/>
                      <a:pt x="31" y="43"/>
                    </a:cubicBezTo>
                    <a:cubicBezTo>
                      <a:pt x="31" y="43"/>
                      <a:pt x="29" y="42"/>
                      <a:pt x="29" y="41"/>
                    </a:cubicBezTo>
                    <a:cubicBezTo>
                      <a:pt x="29" y="40"/>
                      <a:pt x="29" y="38"/>
                      <a:pt x="27" y="38"/>
                    </a:cubicBezTo>
                    <a:cubicBezTo>
                      <a:pt x="25" y="38"/>
                      <a:pt x="23" y="38"/>
                      <a:pt x="21" y="38"/>
                    </a:cubicBezTo>
                    <a:cubicBezTo>
                      <a:pt x="19" y="38"/>
                      <a:pt x="17" y="38"/>
                      <a:pt x="15" y="36"/>
                    </a:cubicBezTo>
                    <a:cubicBezTo>
                      <a:pt x="14" y="36"/>
                      <a:pt x="9" y="32"/>
                      <a:pt x="10" y="31"/>
                    </a:cubicBezTo>
                    <a:cubicBezTo>
                      <a:pt x="16" y="28"/>
                      <a:pt x="23" y="29"/>
                      <a:pt x="28" y="29"/>
                    </a:cubicBezTo>
                    <a:cubicBezTo>
                      <a:pt x="29" y="29"/>
                      <a:pt x="40" y="29"/>
                      <a:pt x="40" y="29"/>
                    </a:cubicBezTo>
                    <a:cubicBezTo>
                      <a:pt x="40" y="27"/>
                      <a:pt x="26" y="25"/>
                      <a:pt x="25" y="25"/>
                    </a:cubicBezTo>
                    <a:cubicBezTo>
                      <a:pt x="20" y="25"/>
                      <a:pt x="14" y="28"/>
                      <a:pt x="9" y="26"/>
                    </a:cubicBezTo>
                    <a:cubicBezTo>
                      <a:pt x="7" y="25"/>
                      <a:pt x="3" y="23"/>
                      <a:pt x="7" y="21"/>
                    </a:cubicBezTo>
                    <a:cubicBezTo>
                      <a:pt x="10" y="20"/>
                      <a:pt x="13" y="19"/>
                      <a:pt x="16" y="19"/>
                    </a:cubicBezTo>
                    <a:cubicBezTo>
                      <a:pt x="18" y="18"/>
                      <a:pt x="20" y="18"/>
                      <a:pt x="21" y="18"/>
                    </a:cubicBezTo>
                    <a:cubicBezTo>
                      <a:pt x="19" y="19"/>
                      <a:pt x="16" y="18"/>
                      <a:pt x="14" y="18"/>
                    </a:cubicBezTo>
                    <a:cubicBezTo>
                      <a:pt x="13" y="18"/>
                      <a:pt x="7" y="19"/>
                      <a:pt x="6" y="18"/>
                    </a:cubicBezTo>
                    <a:cubicBezTo>
                      <a:pt x="6" y="18"/>
                      <a:pt x="7" y="17"/>
                      <a:pt x="7" y="17"/>
                    </a:cubicBezTo>
                    <a:cubicBezTo>
                      <a:pt x="7" y="16"/>
                      <a:pt x="0" y="17"/>
                      <a:pt x="1" y="15"/>
                    </a:cubicBezTo>
                    <a:cubicBezTo>
                      <a:pt x="2" y="14"/>
                      <a:pt x="3" y="12"/>
                      <a:pt x="4" y="11"/>
                    </a:cubicBezTo>
                    <a:cubicBezTo>
                      <a:pt x="8" y="10"/>
                      <a:pt x="4" y="10"/>
                      <a:pt x="4" y="9"/>
                    </a:cubicBezTo>
                    <a:cubicBezTo>
                      <a:pt x="4" y="9"/>
                      <a:pt x="7" y="7"/>
                      <a:pt x="8" y="7"/>
                    </a:cubicBezTo>
                    <a:cubicBezTo>
                      <a:pt x="10" y="6"/>
                      <a:pt x="11" y="5"/>
                      <a:pt x="13" y="4"/>
                    </a:cubicBezTo>
                    <a:cubicBezTo>
                      <a:pt x="17" y="2"/>
                      <a:pt x="20" y="1"/>
                      <a:pt x="24" y="1"/>
                    </a:cubicBezTo>
                    <a:cubicBezTo>
                      <a:pt x="29" y="1"/>
                      <a:pt x="24" y="7"/>
                      <a:pt x="24" y="7"/>
                    </a:cubicBezTo>
                    <a:cubicBezTo>
                      <a:pt x="26" y="8"/>
                      <a:pt x="28" y="8"/>
                      <a:pt x="29" y="7"/>
                    </a:cubicBezTo>
                    <a:cubicBezTo>
                      <a:pt x="30" y="7"/>
                      <a:pt x="30" y="4"/>
                      <a:pt x="31" y="4"/>
                    </a:cubicBezTo>
                    <a:cubicBezTo>
                      <a:pt x="33" y="4"/>
                      <a:pt x="37" y="4"/>
                      <a:pt x="39" y="6"/>
                    </a:cubicBezTo>
                    <a:cubicBezTo>
                      <a:pt x="42" y="8"/>
                      <a:pt x="35" y="11"/>
                      <a:pt x="40" y="10"/>
                    </a:cubicBezTo>
                    <a:cubicBezTo>
                      <a:pt x="41" y="10"/>
                      <a:pt x="42" y="9"/>
                      <a:pt x="43" y="8"/>
                    </a:cubicBezTo>
                    <a:cubicBezTo>
                      <a:pt x="44" y="8"/>
                      <a:pt x="44" y="8"/>
                      <a:pt x="45" y="8"/>
                    </a:cubicBezTo>
                    <a:cubicBezTo>
                      <a:pt x="46" y="8"/>
                      <a:pt x="46" y="8"/>
                      <a:pt x="47" y="9"/>
                    </a:cubicBezTo>
                    <a:cubicBezTo>
                      <a:pt x="48" y="9"/>
                      <a:pt x="48" y="7"/>
                      <a:pt x="48" y="6"/>
                    </a:cubicBezTo>
                    <a:cubicBezTo>
                      <a:pt x="47" y="6"/>
                      <a:pt x="44" y="4"/>
                      <a:pt x="43" y="4"/>
                    </a:cubicBezTo>
                    <a:cubicBezTo>
                      <a:pt x="45" y="3"/>
                      <a:pt x="49" y="5"/>
                      <a:pt x="50" y="6"/>
                    </a:cubicBezTo>
                    <a:cubicBezTo>
                      <a:pt x="53" y="7"/>
                      <a:pt x="53" y="8"/>
                      <a:pt x="54" y="10"/>
                    </a:cubicBezTo>
                    <a:cubicBezTo>
                      <a:pt x="54" y="11"/>
                      <a:pt x="54" y="16"/>
                      <a:pt x="56" y="16"/>
                    </a:cubicBezTo>
                    <a:cubicBezTo>
                      <a:pt x="57" y="16"/>
                      <a:pt x="61" y="16"/>
                      <a:pt x="60" y="14"/>
                    </a:cubicBezTo>
                    <a:cubicBezTo>
                      <a:pt x="59" y="10"/>
                      <a:pt x="57" y="7"/>
                      <a:pt x="56" y="3"/>
                    </a:cubicBezTo>
                    <a:cubicBezTo>
                      <a:pt x="55" y="0"/>
                      <a:pt x="58" y="1"/>
                      <a:pt x="59" y="1"/>
                    </a:cubicBezTo>
                    <a:cubicBezTo>
                      <a:pt x="62" y="2"/>
                      <a:pt x="62" y="0"/>
                      <a:pt x="64" y="1"/>
                    </a:cubicBezTo>
                    <a:cubicBezTo>
                      <a:pt x="66" y="3"/>
                      <a:pt x="69" y="4"/>
                      <a:pt x="69" y="6"/>
                    </a:cubicBezTo>
                    <a:cubicBezTo>
                      <a:pt x="70" y="9"/>
                      <a:pt x="71" y="11"/>
                      <a:pt x="73" y="13"/>
                    </a:cubicBezTo>
                    <a:cubicBezTo>
                      <a:pt x="74" y="16"/>
                      <a:pt x="75" y="17"/>
                      <a:pt x="74" y="19"/>
                    </a:cubicBezTo>
                    <a:cubicBezTo>
                      <a:pt x="73" y="22"/>
                      <a:pt x="76" y="25"/>
                      <a:pt x="78" y="26"/>
                    </a:cubicBezTo>
                    <a:cubicBezTo>
                      <a:pt x="79" y="26"/>
                      <a:pt x="81" y="26"/>
                      <a:pt x="82" y="26"/>
                    </a:cubicBezTo>
                    <a:cubicBezTo>
                      <a:pt x="83" y="27"/>
                      <a:pt x="84" y="28"/>
                      <a:pt x="85" y="28"/>
                    </a:cubicBezTo>
                    <a:cubicBezTo>
                      <a:pt x="88" y="29"/>
                      <a:pt x="92" y="29"/>
                      <a:pt x="92" y="33"/>
                    </a:cubicBezTo>
                    <a:cubicBezTo>
                      <a:pt x="92" y="35"/>
                      <a:pt x="83" y="32"/>
                      <a:pt x="83" y="32"/>
                    </a:cubicBezTo>
                    <a:cubicBezTo>
                      <a:pt x="83" y="33"/>
                      <a:pt x="83" y="34"/>
                      <a:pt x="83" y="35"/>
                    </a:cubicBezTo>
                    <a:cubicBezTo>
                      <a:pt x="83" y="35"/>
                      <a:pt x="80" y="35"/>
                      <a:pt x="80" y="35"/>
                    </a:cubicBezTo>
                    <a:cubicBezTo>
                      <a:pt x="81" y="35"/>
                      <a:pt x="81" y="36"/>
                      <a:pt x="81" y="36"/>
                    </a:cubicBezTo>
                    <a:cubicBezTo>
                      <a:pt x="81" y="37"/>
                      <a:pt x="81" y="38"/>
                      <a:pt x="81" y="38"/>
                    </a:cubicBezTo>
                    <a:cubicBezTo>
                      <a:pt x="81" y="38"/>
                      <a:pt x="85" y="36"/>
                      <a:pt x="85" y="36"/>
                    </a:cubicBezTo>
                    <a:cubicBezTo>
                      <a:pt x="87" y="36"/>
                      <a:pt x="86" y="37"/>
                      <a:pt x="86" y="38"/>
                    </a:cubicBezTo>
                    <a:cubicBezTo>
                      <a:pt x="86" y="38"/>
                      <a:pt x="88" y="38"/>
                      <a:pt x="89" y="39"/>
                    </a:cubicBezTo>
                    <a:cubicBezTo>
                      <a:pt x="89" y="39"/>
                      <a:pt x="83" y="41"/>
                      <a:pt x="83" y="41"/>
                    </a:cubicBezTo>
                    <a:cubicBezTo>
                      <a:pt x="81" y="41"/>
                      <a:pt x="86" y="41"/>
                      <a:pt x="83" y="4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8" name="Freeform 573">
                <a:extLst>
                  <a:ext uri="{FF2B5EF4-FFF2-40B4-BE49-F238E27FC236}">
                    <a16:creationId xmlns:a16="http://schemas.microsoft.com/office/drawing/2014/main" id="{1DA048A6-809E-54CB-2657-2C650905CF8A}"/>
                  </a:ext>
                </a:extLst>
              </p:cNvPr>
              <p:cNvSpPr>
                <a:spLocks/>
              </p:cNvSpPr>
              <p:nvPr/>
            </p:nvSpPr>
            <p:spPr bwMode="auto">
              <a:xfrm>
                <a:off x="6709745" y="4738956"/>
                <a:ext cx="130574" cy="86010"/>
              </a:xfrm>
              <a:custGeom>
                <a:avLst/>
                <a:gdLst>
                  <a:gd name="T0" fmla="*/ 9 w 14"/>
                  <a:gd name="T1" fmla="*/ 8 h 9"/>
                  <a:gd name="T2" fmla="*/ 5 w 14"/>
                  <a:gd name="T3" fmla="*/ 5 h 9"/>
                  <a:gd name="T4" fmla="*/ 0 w 14"/>
                  <a:gd name="T5" fmla="*/ 3 h 9"/>
                  <a:gd name="T6" fmla="*/ 4 w 14"/>
                  <a:gd name="T7" fmla="*/ 0 h 9"/>
                  <a:gd name="T8" fmla="*/ 10 w 14"/>
                  <a:gd name="T9" fmla="*/ 1 h 9"/>
                  <a:gd name="T10" fmla="*/ 12 w 14"/>
                  <a:gd name="T11" fmla="*/ 4 h 9"/>
                  <a:gd name="T12" fmla="*/ 9 w 14"/>
                  <a:gd name="T13" fmla="*/ 8 h 9"/>
                  <a:gd name="T14" fmla="*/ 9 w 14"/>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9" y="8"/>
                    </a:moveTo>
                    <a:cubicBezTo>
                      <a:pt x="7" y="8"/>
                      <a:pt x="6" y="5"/>
                      <a:pt x="5" y="5"/>
                    </a:cubicBezTo>
                    <a:cubicBezTo>
                      <a:pt x="4" y="4"/>
                      <a:pt x="0" y="3"/>
                      <a:pt x="0" y="3"/>
                    </a:cubicBezTo>
                    <a:cubicBezTo>
                      <a:pt x="1" y="2"/>
                      <a:pt x="3" y="1"/>
                      <a:pt x="4" y="0"/>
                    </a:cubicBezTo>
                    <a:cubicBezTo>
                      <a:pt x="6" y="0"/>
                      <a:pt x="8" y="0"/>
                      <a:pt x="10" y="1"/>
                    </a:cubicBezTo>
                    <a:cubicBezTo>
                      <a:pt x="12" y="2"/>
                      <a:pt x="14" y="2"/>
                      <a:pt x="12" y="4"/>
                    </a:cubicBezTo>
                    <a:cubicBezTo>
                      <a:pt x="11" y="5"/>
                      <a:pt x="10" y="9"/>
                      <a:pt x="9" y="8"/>
                    </a:cubicBezTo>
                    <a:cubicBezTo>
                      <a:pt x="8" y="8"/>
                      <a:pt x="9" y="8"/>
                      <a:pt x="9"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79" name="Freeform 574">
                <a:extLst>
                  <a:ext uri="{FF2B5EF4-FFF2-40B4-BE49-F238E27FC236}">
                    <a16:creationId xmlns:a16="http://schemas.microsoft.com/office/drawing/2014/main" id="{061079AE-269D-164E-3660-26D2FC8C5466}"/>
                  </a:ext>
                </a:extLst>
              </p:cNvPr>
              <p:cNvSpPr>
                <a:spLocks/>
              </p:cNvSpPr>
              <p:nvPr/>
            </p:nvSpPr>
            <p:spPr bwMode="auto">
              <a:xfrm>
                <a:off x="6916751" y="4700729"/>
                <a:ext cx="296178" cy="273958"/>
              </a:xfrm>
              <a:custGeom>
                <a:avLst/>
                <a:gdLst>
                  <a:gd name="T0" fmla="*/ 18 w 32"/>
                  <a:gd name="T1" fmla="*/ 27 h 29"/>
                  <a:gd name="T2" fmla="*/ 10 w 32"/>
                  <a:gd name="T3" fmla="*/ 19 h 29"/>
                  <a:gd name="T4" fmla="*/ 1 w 32"/>
                  <a:gd name="T5" fmla="*/ 15 h 29"/>
                  <a:gd name="T6" fmla="*/ 0 w 32"/>
                  <a:gd name="T7" fmla="*/ 13 h 29"/>
                  <a:gd name="T8" fmla="*/ 4 w 32"/>
                  <a:gd name="T9" fmla="*/ 12 h 29"/>
                  <a:gd name="T10" fmla="*/ 11 w 32"/>
                  <a:gd name="T11" fmla="*/ 14 h 29"/>
                  <a:gd name="T12" fmla="*/ 11 w 32"/>
                  <a:gd name="T13" fmla="*/ 12 h 29"/>
                  <a:gd name="T14" fmla="*/ 13 w 32"/>
                  <a:gd name="T15" fmla="*/ 11 h 29"/>
                  <a:gd name="T16" fmla="*/ 7 w 32"/>
                  <a:gd name="T17" fmla="*/ 8 h 29"/>
                  <a:gd name="T18" fmla="*/ 7 w 32"/>
                  <a:gd name="T19" fmla="*/ 6 h 29"/>
                  <a:gd name="T20" fmla="*/ 10 w 32"/>
                  <a:gd name="T21" fmla="*/ 7 h 29"/>
                  <a:gd name="T22" fmla="*/ 11 w 32"/>
                  <a:gd name="T23" fmla="*/ 5 h 29"/>
                  <a:gd name="T24" fmla="*/ 8 w 32"/>
                  <a:gd name="T25" fmla="*/ 4 h 29"/>
                  <a:gd name="T26" fmla="*/ 10 w 32"/>
                  <a:gd name="T27" fmla="*/ 3 h 29"/>
                  <a:gd name="T28" fmla="*/ 14 w 32"/>
                  <a:gd name="T29" fmla="*/ 4 h 29"/>
                  <a:gd name="T30" fmla="*/ 13 w 32"/>
                  <a:gd name="T31" fmla="*/ 3 h 29"/>
                  <a:gd name="T32" fmla="*/ 19 w 32"/>
                  <a:gd name="T33" fmla="*/ 5 h 29"/>
                  <a:gd name="T34" fmla="*/ 18 w 32"/>
                  <a:gd name="T35" fmla="*/ 3 h 29"/>
                  <a:gd name="T36" fmla="*/ 19 w 32"/>
                  <a:gd name="T37" fmla="*/ 3 h 29"/>
                  <a:gd name="T38" fmla="*/ 17 w 32"/>
                  <a:gd name="T39" fmla="*/ 2 h 29"/>
                  <a:gd name="T40" fmla="*/ 25 w 32"/>
                  <a:gd name="T41" fmla="*/ 1 h 29"/>
                  <a:gd name="T42" fmla="*/ 23 w 32"/>
                  <a:gd name="T43" fmla="*/ 3 h 29"/>
                  <a:gd name="T44" fmla="*/ 28 w 32"/>
                  <a:gd name="T45" fmla="*/ 4 h 29"/>
                  <a:gd name="T46" fmla="*/ 27 w 32"/>
                  <a:gd name="T47" fmla="*/ 7 h 29"/>
                  <a:gd name="T48" fmla="*/ 26 w 32"/>
                  <a:gd name="T49" fmla="*/ 8 h 29"/>
                  <a:gd name="T50" fmla="*/ 23 w 32"/>
                  <a:gd name="T51" fmla="*/ 10 h 29"/>
                  <a:gd name="T52" fmla="*/ 21 w 32"/>
                  <a:gd name="T53" fmla="*/ 13 h 29"/>
                  <a:gd name="T54" fmla="*/ 24 w 32"/>
                  <a:gd name="T55" fmla="*/ 11 h 29"/>
                  <a:gd name="T56" fmla="*/ 26 w 32"/>
                  <a:gd name="T57" fmla="*/ 13 h 29"/>
                  <a:gd name="T58" fmla="*/ 29 w 32"/>
                  <a:gd name="T59" fmla="*/ 13 h 29"/>
                  <a:gd name="T60" fmla="*/ 28 w 32"/>
                  <a:gd name="T61" fmla="*/ 10 h 29"/>
                  <a:gd name="T62" fmla="*/ 30 w 32"/>
                  <a:gd name="T63" fmla="*/ 11 h 29"/>
                  <a:gd name="T64" fmla="*/ 30 w 32"/>
                  <a:gd name="T65" fmla="*/ 14 h 29"/>
                  <a:gd name="T66" fmla="*/ 31 w 32"/>
                  <a:gd name="T67" fmla="*/ 17 h 29"/>
                  <a:gd name="T68" fmla="*/ 28 w 32"/>
                  <a:gd name="T69" fmla="*/ 23 h 29"/>
                  <a:gd name="T70" fmla="*/ 22 w 32"/>
                  <a:gd name="T71" fmla="*/ 23 h 29"/>
                  <a:gd name="T72" fmla="*/ 21 w 32"/>
                  <a:gd name="T73" fmla="*/ 23 h 29"/>
                  <a:gd name="T74" fmla="*/ 23 w 32"/>
                  <a:gd name="T75" fmla="*/ 26 h 29"/>
                  <a:gd name="T76" fmla="*/ 18 w 32"/>
                  <a:gd name="T77" fmla="*/ 27 h 29"/>
                  <a:gd name="T78" fmla="*/ 18 w 32"/>
                  <a:gd name="T79" fmla="*/ 2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 h="29">
                    <a:moveTo>
                      <a:pt x="18" y="27"/>
                    </a:moveTo>
                    <a:cubicBezTo>
                      <a:pt x="15" y="25"/>
                      <a:pt x="13" y="21"/>
                      <a:pt x="10" y="19"/>
                    </a:cubicBezTo>
                    <a:cubicBezTo>
                      <a:pt x="7" y="18"/>
                      <a:pt x="4" y="16"/>
                      <a:pt x="1" y="15"/>
                    </a:cubicBezTo>
                    <a:cubicBezTo>
                      <a:pt x="0" y="14"/>
                      <a:pt x="0" y="14"/>
                      <a:pt x="0" y="13"/>
                    </a:cubicBezTo>
                    <a:cubicBezTo>
                      <a:pt x="0" y="10"/>
                      <a:pt x="2" y="11"/>
                      <a:pt x="4" y="12"/>
                    </a:cubicBezTo>
                    <a:cubicBezTo>
                      <a:pt x="6" y="13"/>
                      <a:pt x="8" y="15"/>
                      <a:pt x="11" y="14"/>
                    </a:cubicBezTo>
                    <a:cubicBezTo>
                      <a:pt x="12" y="14"/>
                      <a:pt x="11" y="12"/>
                      <a:pt x="11" y="12"/>
                    </a:cubicBezTo>
                    <a:cubicBezTo>
                      <a:pt x="11" y="11"/>
                      <a:pt x="13" y="12"/>
                      <a:pt x="13" y="11"/>
                    </a:cubicBezTo>
                    <a:cubicBezTo>
                      <a:pt x="14" y="10"/>
                      <a:pt x="7" y="8"/>
                      <a:pt x="7" y="8"/>
                    </a:cubicBezTo>
                    <a:cubicBezTo>
                      <a:pt x="5" y="7"/>
                      <a:pt x="6" y="6"/>
                      <a:pt x="7" y="6"/>
                    </a:cubicBezTo>
                    <a:cubicBezTo>
                      <a:pt x="9" y="5"/>
                      <a:pt x="9" y="6"/>
                      <a:pt x="10" y="7"/>
                    </a:cubicBezTo>
                    <a:cubicBezTo>
                      <a:pt x="10" y="7"/>
                      <a:pt x="11" y="5"/>
                      <a:pt x="11" y="5"/>
                    </a:cubicBezTo>
                    <a:cubicBezTo>
                      <a:pt x="12" y="5"/>
                      <a:pt x="8" y="4"/>
                      <a:pt x="8" y="4"/>
                    </a:cubicBezTo>
                    <a:cubicBezTo>
                      <a:pt x="8" y="4"/>
                      <a:pt x="10" y="3"/>
                      <a:pt x="10" y="3"/>
                    </a:cubicBezTo>
                    <a:cubicBezTo>
                      <a:pt x="11" y="3"/>
                      <a:pt x="13" y="4"/>
                      <a:pt x="14" y="4"/>
                    </a:cubicBezTo>
                    <a:cubicBezTo>
                      <a:pt x="14" y="4"/>
                      <a:pt x="13" y="3"/>
                      <a:pt x="13" y="3"/>
                    </a:cubicBezTo>
                    <a:cubicBezTo>
                      <a:pt x="14" y="2"/>
                      <a:pt x="18" y="5"/>
                      <a:pt x="19" y="5"/>
                    </a:cubicBezTo>
                    <a:cubicBezTo>
                      <a:pt x="20" y="4"/>
                      <a:pt x="18" y="4"/>
                      <a:pt x="18" y="3"/>
                    </a:cubicBezTo>
                    <a:cubicBezTo>
                      <a:pt x="18" y="3"/>
                      <a:pt x="19" y="3"/>
                      <a:pt x="19" y="3"/>
                    </a:cubicBezTo>
                    <a:cubicBezTo>
                      <a:pt x="19" y="3"/>
                      <a:pt x="17" y="3"/>
                      <a:pt x="17" y="2"/>
                    </a:cubicBezTo>
                    <a:cubicBezTo>
                      <a:pt x="17" y="2"/>
                      <a:pt x="24" y="0"/>
                      <a:pt x="25" y="1"/>
                    </a:cubicBezTo>
                    <a:cubicBezTo>
                      <a:pt x="26" y="1"/>
                      <a:pt x="23" y="2"/>
                      <a:pt x="23" y="3"/>
                    </a:cubicBezTo>
                    <a:cubicBezTo>
                      <a:pt x="24" y="4"/>
                      <a:pt x="27" y="3"/>
                      <a:pt x="28" y="4"/>
                    </a:cubicBezTo>
                    <a:cubicBezTo>
                      <a:pt x="28" y="5"/>
                      <a:pt x="24" y="7"/>
                      <a:pt x="27" y="7"/>
                    </a:cubicBezTo>
                    <a:cubicBezTo>
                      <a:pt x="28" y="7"/>
                      <a:pt x="27" y="8"/>
                      <a:pt x="26" y="8"/>
                    </a:cubicBezTo>
                    <a:cubicBezTo>
                      <a:pt x="25" y="8"/>
                      <a:pt x="24" y="8"/>
                      <a:pt x="23" y="10"/>
                    </a:cubicBezTo>
                    <a:cubicBezTo>
                      <a:pt x="23" y="10"/>
                      <a:pt x="21" y="13"/>
                      <a:pt x="21" y="13"/>
                    </a:cubicBezTo>
                    <a:cubicBezTo>
                      <a:pt x="22" y="13"/>
                      <a:pt x="23" y="11"/>
                      <a:pt x="24" y="11"/>
                    </a:cubicBezTo>
                    <a:cubicBezTo>
                      <a:pt x="25" y="11"/>
                      <a:pt x="25" y="12"/>
                      <a:pt x="26" y="13"/>
                    </a:cubicBezTo>
                    <a:cubicBezTo>
                      <a:pt x="27" y="13"/>
                      <a:pt x="30" y="17"/>
                      <a:pt x="29" y="13"/>
                    </a:cubicBezTo>
                    <a:cubicBezTo>
                      <a:pt x="29" y="12"/>
                      <a:pt x="27" y="11"/>
                      <a:pt x="28" y="10"/>
                    </a:cubicBezTo>
                    <a:cubicBezTo>
                      <a:pt x="29" y="10"/>
                      <a:pt x="30" y="10"/>
                      <a:pt x="30" y="11"/>
                    </a:cubicBezTo>
                    <a:cubicBezTo>
                      <a:pt x="30" y="12"/>
                      <a:pt x="29" y="13"/>
                      <a:pt x="30" y="14"/>
                    </a:cubicBezTo>
                    <a:cubicBezTo>
                      <a:pt x="31" y="15"/>
                      <a:pt x="32" y="16"/>
                      <a:pt x="31" y="17"/>
                    </a:cubicBezTo>
                    <a:cubicBezTo>
                      <a:pt x="29" y="19"/>
                      <a:pt x="32" y="22"/>
                      <a:pt x="28" y="23"/>
                    </a:cubicBezTo>
                    <a:cubicBezTo>
                      <a:pt x="28" y="23"/>
                      <a:pt x="21" y="25"/>
                      <a:pt x="22" y="23"/>
                    </a:cubicBezTo>
                    <a:cubicBezTo>
                      <a:pt x="22" y="22"/>
                      <a:pt x="21" y="22"/>
                      <a:pt x="21" y="23"/>
                    </a:cubicBezTo>
                    <a:cubicBezTo>
                      <a:pt x="22" y="24"/>
                      <a:pt x="22" y="25"/>
                      <a:pt x="23" y="26"/>
                    </a:cubicBezTo>
                    <a:cubicBezTo>
                      <a:pt x="23" y="28"/>
                      <a:pt x="19" y="27"/>
                      <a:pt x="18" y="27"/>
                    </a:cubicBezTo>
                    <a:cubicBezTo>
                      <a:pt x="17" y="26"/>
                      <a:pt x="22" y="29"/>
                      <a:pt x="18" y="2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0" name="Freeform 575">
                <a:extLst>
                  <a:ext uri="{FF2B5EF4-FFF2-40B4-BE49-F238E27FC236}">
                    <a16:creationId xmlns:a16="http://schemas.microsoft.com/office/drawing/2014/main" id="{B123BD0F-EAE4-72BF-3B9D-38B804369463}"/>
                  </a:ext>
                </a:extLst>
              </p:cNvPr>
              <p:cNvSpPr>
                <a:spLocks/>
              </p:cNvSpPr>
              <p:nvPr/>
            </p:nvSpPr>
            <p:spPr bwMode="auto">
              <a:xfrm>
                <a:off x="7232037" y="4700729"/>
                <a:ext cx="261145" cy="207060"/>
              </a:xfrm>
              <a:custGeom>
                <a:avLst/>
                <a:gdLst>
                  <a:gd name="T0" fmla="*/ 7 w 28"/>
                  <a:gd name="T1" fmla="*/ 22 h 22"/>
                  <a:gd name="T2" fmla="*/ 3 w 28"/>
                  <a:gd name="T3" fmla="*/ 19 h 22"/>
                  <a:gd name="T4" fmla="*/ 1 w 28"/>
                  <a:gd name="T5" fmla="*/ 11 h 22"/>
                  <a:gd name="T6" fmla="*/ 1 w 28"/>
                  <a:gd name="T7" fmla="*/ 4 h 22"/>
                  <a:gd name="T8" fmla="*/ 6 w 28"/>
                  <a:gd name="T9" fmla="*/ 4 h 22"/>
                  <a:gd name="T10" fmla="*/ 5 w 28"/>
                  <a:gd name="T11" fmla="*/ 1 h 22"/>
                  <a:gd name="T12" fmla="*/ 16 w 28"/>
                  <a:gd name="T13" fmla="*/ 2 h 22"/>
                  <a:gd name="T14" fmla="*/ 25 w 28"/>
                  <a:gd name="T15" fmla="*/ 3 h 22"/>
                  <a:gd name="T16" fmla="*/ 23 w 28"/>
                  <a:gd name="T17" fmla="*/ 8 h 22"/>
                  <a:gd name="T18" fmla="*/ 19 w 28"/>
                  <a:gd name="T19" fmla="*/ 13 h 22"/>
                  <a:gd name="T20" fmla="*/ 12 w 28"/>
                  <a:gd name="T21" fmla="*/ 13 h 22"/>
                  <a:gd name="T22" fmla="*/ 10 w 28"/>
                  <a:gd name="T23" fmla="*/ 14 h 22"/>
                  <a:gd name="T24" fmla="*/ 11 w 28"/>
                  <a:gd name="T25" fmla="*/ 17 h 22"/>
                  <a:gd name="T26" fmla="*/ 7 w 28"/>
                  <a:gd name="T27" fmla="*/ 22 h 22"/>
                  <a:gd name="T28" fmla="*/ 7 w 28"/>
                  <a:gd name="T2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22">
                    <a:moveTo>
                      <a:pt x="7" y="22"/>
                    </a:moveTo>
                    <a:cubicBezTo>
                      <a:pt x="5" y="21"/>
                      <a:pt x="3" y="21"/>
                      <a:pt x="3" y="19"/>
                    </a:cubicBezTo>
                    <a:cubicBezTo>
                      <a:pt x="3" y="16"/>
                      <a:pt x="0" y="14"/>
                      <a:pt x="1" y="11"/>
                    </a:cubicBezTo>
                    <a:cubicBezTo>
                      <a:pt x="1" y="9"/>
                      <a:pt x="0" y="6"/>
                      <a:pt x="1" y="4"/>
                    </a:cubicBezTo>
                    <a:cubicBezTo>
                      <a:pt x="2" y="4"/>
                      <a:pt x="6" y="5"/>
                      <a:pt x="6" y="4"/>
                    </a:cubicBezTo>
                    <a:cubicBezTo>
                      <a:pt x="6" y="3"/>
                      <a:pt x="0" y="3"/>
                      <a:pt x="5" y="1"/>
                    </a:cubicBezTo>
                    <a:cubicBezTo>
                      <a:pt x="9" y="0"/>
                      <a:pt x="12" y="1"/>
                      <a:pt x="16" y="2"/>
                    </a:cubicBezTo>
                    <a:cubicBezTo>
                      <a:pt x="19" y="2"/>
                      <a:pt x="22" y="2"/>
                      <a:pt x="25" y="3"/>
                    </a:cubicBezTo>
                    <a:cubicBezTo>
                      <a:pt x="28" y="4"/>
                      <a:pt x="25" y="6"/>
                      <a:pt x="23" y="8"/>
                    </a:cubicBezTo>
                    <a:cubicBezTo>
                      <a:pt x="22" y="10"/>
                      <a:pt x="21" y="12"/>
                      <a:pt x="19" y="13"/>
                    </a:cubicBezTo>
                    <a:cubicBezTo>
                      <a:pt x="18" y="15"/>
                      <a:pt x="14" y="13"/>
                      <a:pt x="12" y="13"/>
                    </a:cubicBezTo>
                    <a:cubicBezTo>
                      <a:pt x="12" y="13"/>
                      <a:pt x="9" y="13"/>
                      <a:pt x="10" y="14"/>
                    </a:cubicBezTo>
                    <a:cubicBezTo>
                      <a:pt x="10" y="15"/>
                      <a:pt x="12" y="15"/>
                      <a:pt x="11" y="17"/>
                    </a:cubicBezTo>
                    <a:cubicBezTo>
                      <a:pt x="10" y="17"/>
                      <a:pt x="8" y="22"/>
                      <a:pt x="7" y="22"/>
                    </a:cubicBezTo>
                    <a:cubicBezTo>
                      <a:pt x="5" y="21"/>
                      <a:pt x="8" y="22"/>
                      <a:pt x="7" y="2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1" name="Freeform 576">
                <a:extLst>
                  <a:ext uri="{FF2B5EF4-FFF2-40B4-BE49-F238E27FC236}">
                    <a16:creationId xmlns:a16="http://schemas.microsoft.com/office/drawing/2014/main" id="{D80F45B4-36A6-EBE2-779B-EFB29EDF3881}"/>
                  </a:ext>
                </a:extLst>
              </p:cNvPr>
              <p:cNvSpPr>
                <a:spLocks/>
              </p:cNvSpPr>
              <p:nvPr/>
            </p:nvSpPr>
            <p:spPr bwMode="auto">
              <a:xfrm>
                <a:off x="5833947" y="4675245"/>
                <a:ext cx="503186" cy="308998"/>
              </a:xfrm>
              <a:custGeom>
                <a:avLst/>
                <a:gdLst>
                  <a:gd name="T0" fmla="*/ 52 w 54"/>
                  <a:gd name="T1" fmla="*/ 10 h 33"/>
                  <a:gd name="T2" fmla="*/ 45 w 54"/>
                  <a:gd name="T3" fmla="*/ 4 h 33"/>
                  <a:gd name="T4" fmla="*/ 41 w 54"/>
                  <a:gd name="T5" fmla="*/ 3 h 33"/>
                  <a:gd name="T6" fmla="*/ 35 w 54"/>
                  <a:gd name="T7" fmla="*/ 4 h 33"/>
                  <a:gd name="T8" fmla="*/ 32 w 54"/>
                  <a:gd name="T9" fmla="*/ 3 h 33"/>
                  <a:gd name="T10" fmla="*/ 27 w 54"/>
                  <a:gd name="T11" fmla="*/ 1 h 33"/>
                  <a:gd name="T12" fmla="*/ 20 w 54"/>
                  <a:gd name="T13" fmla="*/ 0 h 33"/>
                  <a:gd name="T14" fmla="*/ 11 w 54"/>
                  <a:gd name="T15" fmla="*/ 1 h 33"/>
                  <a:gd name="T16" fmla="*/ 8 w 54"/>
                  <a:gd name="T17" fmla="*/ 3 h 33"/>
                  <a:gd name="T18" fmla="*/ 7 w 54"/>
                  <a:gd name="T19" fmla="*/ 11 h 33"/>
                  <a:gd name="T20" fmla="*/ 7 w 54"/>
                  <a:gd name="T21" fmla="*/ 15 h 33"/>
                  <a:gd name="T22" fmla="*/ 4 w 54"/>
                  <a:gd name="T23" fmla="*/ 18 h 33"/>
                  <a:gd name="T24" fmla="*/ 0 w 54"/>
                  <a:gd name="T25" fmla="*/ 24 h 33"/>
                  <a:gd name="T26" fmla="*/ 7 w 54"/>
                  <a:gd name="T27" fmla="*/ 26 h 33"/>
                  <a:gd name="T28" fmla="*/ 15 w 54"/>
                  <a:gd name="T29" fmla="*/ 32 h 33"/>
                  <a:gd name="T30" fmla="*/ 19 w 54"/>
                  <a:gd name="T31" fmla="*/ 30 h 33"/>
                  <a:gd name="T32" fmla="*/ 25 w 54"/>
                  <a:gd name="T33" fmla="*/ 29 h 33"/>
                  <a:gd name="T34" fmla="*/ 28 w 54"/>
                  <a:gd name="T35" fmla="*/ 26 h 33"/>
                  <a:gd name="T36" fmla="*/ 31 w 54"/>
                  <a:gd name="T37" fmla="*/ 21 h 33"/>
                  <a:gd name="T38" fmla="*/ 37 w 54"/>
                  <a:gd name="T39" fmla="*/ 17 h 33"/>
                  <a:gd name="T40" fmla="*/ 46 w 54"/>
                  <a:gd name="T41" fmla="*/ 13 h 33"/>
                  <a:gd name="T42" fmla="*/ 52 w 54"/>
                  <a:gd name="T43" fmla="*/ 10 h 33"/>
                  <a:gd name="T44" fmla="*/ 52 w 54"/>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33">
                    <a:moveTo>
                      <a:pt x="52" y="10"/>
                    </a:moveTo>
                    <a:cubicBezTo>
                      <a:pt x="50" y="8"/>
                      <a:pt x="48" y="6"/>
                      <a:pt x="45" y="4"/>
                    </a:cubicBezTo>
                    <a:cubicBezTo>
                      <a:pt x="44" y="4"/>
                      <a:pt x="42" y="3"/>
                      <a:pt x="41" y="3"/>
                    </a:cubicBezTo>
                    <a:cubicBezTo>
                      <a:pt x="38" y="2"/>
                      <a:pt x="37" y="3"/>
                      <a:pt x="35" y="4"/>
                    </a:cubicBezTo>
                    <a:cubicBezTo>
                      <a:pt x="34" y="4"/>
                      <a:pt x="33" y="3"/>
                      <a:pt x="32" y="3"/>
                    </a:cubicBezTo>
                    <a:cubicBezTo>
                      <a:pt x="31" y="2"/>
                      <a:pt x="29" y="2"/>
                      <a:pt x="27" y="1"/>
                    </a:cubicBezTo>
                    <a:cubicBezTo>
                      <a:pt x="25" y="1"/>
                      <a:pt x="22" y="0"/>
                      <a:pt x="20" y="0"/>
                    </a:cubicBezTo>
                    <a:cubicBezTo>
                      <a:pt x="17" y="0"/>
                      <a:pt x="14" y="1"/>
                      <a:pt x="11" y="1"/>
                    </a:cubicBezTo>
                    <a:cubicBezTo>
                      <a:pt x="9" y="2"/>
                      <a:pt x="6" y="1"/>
                      <a:pt x="8" y="3"/>
                    </a:cubicBezTo>
                    <a:cubicBezTo>
                      <a:pt x="10" y="7"/>
                      <a:pt x="10" y="8"/>
                      <a:pt x="7" y="11"/>
                    </a:cubicBezTo>
                    <a:cubicBezTo>
                      <a:pt x="5" y="13"/>
                      <a:pt x="7" y="14"/>
                      <a:pt x="7" y="15"/>
                    </a:cubicBezTo>
                    <a:cubicBezTo>
                      <a:pt x="6" y="16"/>
                      <a:pt x="4" y="16"/>
                      <a:pt x="4" y="18"/>
                    </a:cubicBezTo>
                    <a:cubicBezTo>
                      <a:pt x="3" y="20"/>
                      <a:pt x="1" y="22"/>
                      <a:pt x="0" y="24"/>
                    </a:cubicBezTo>
                    <a:cubicBezTo>
                      <a:pt x="0" y="25"/>
                      <a:pt x="6" y="26"/>
                      <a:pt x="7" y="26"/>
                    </a:cubicBezTo>
                    <a:cubicBezTo>
                      <a:pt x="10" y="28"/>
                      <a:pt x="12" y="32"/>
                      <a:pt x="15" y="32"/>
                    </a:cubicBezTo>
                    <a:cubicBezTo>
                      <a:pt x="16" y="33"/>
                      <a:pt x="18" y="31"/>
                      <a:pt x="19" y="30"/>
                    </a:cubicBezTo>
                    <a:cubicBezTo>
                      <a:pt x="21" y="29"/>
                      <a:pt x="23" y="30"/>
                      <a:pt x="25" y="29"/>
                    </a:cubicBezTo>
                    <a:cubicBezTo>
                      <a:pt x="27" y="29"/>
                      <a:pt x="27" y="28"/>
                      <a:pt x="28" y="26"/>
                    </a:cubicBezTo>
                    <a:cubicBezTo>
                      <a:pt x="28" y="24"/>
                      <a:pt x="28" y="23"/>
                      <a:pt x="31" y="21"/>
                    </a:cubicBezTo>
                    <a:cubicBezTo>
                      <a:pt x="33" y="20"/>
                      <a:pt x="34" y="18"/>
                      <a:pt x="37" y="17"/>
                    </a:cubicBezTo>
                    <a:cubicBezTo>
                      <a:pt x="40" y="15"/>
                      <a:pt x="43" y="14"/>
                      <a:pt x="46" y="13"/>
                    </a:cubicBezTo>
                    <a:cubicBezTo>
                      <a:pt x="46" y="13"/>
                      <a:pt x="53" y="10"/>
                      <a:pt x="52" y="10"/>
                    </a:cubicBezTo>
                    <a:cubicBezTo>
                      <a:pt x="51" y="9"/>
                      <a:pt x="54" y="11"/>
                      <a:pt x="52"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2" name="Freeform 577">
                <a:extLst>
                  <a:ext uri="{FF2B5EF4-FFF2-40B4-BE49-F238E27FC236}">
                    <a16:creationId xmlns:a16="http://schemas.microsoft.com/office/drawing/2014/main" id="{ED6EF4B5-7C1C-B1EB-8C6C-ADE48CA18EA0}"/>
                  </a:ext>
                </a:extLst>
              </p:cNvPr>
              <p:cNvSpPr>
                <a:spLocks/>
              </p:cNvSpPr>
              <p:nvPr/>
            </p:nvSpPr>
            <p:spPr bwMode="auto">
              <a:xfrm>
                <a:off x="6811655" y="4589235"/>
                <a:ext cx="66879" cy="38227"/>
              </a:xfrm>
              <a:custGeom>
                <a:avLst/>
                <a:gdLst>
                  <a:gd name="T0" fmla="*/ 4 w 7"/>
                  <a:gd name="T1" fmla="*/ 4 h 4"/>
                  <a:gd name="T2" fmla="*/ 1 w 7"/>
                  <a:gd name="T3" fmla="*/ 3 h 4"/>
                  <a:gd name="T4" fmla="*/ 3 w 7"/>
                  <a:gd name="T5" fmla="*/ 0 h 4"/>
                  <a:gd name="T6" fmla="*/ 4 w 7"/>
                  <a:gd name="T7" fmla="*/ 4 h 4"/>
                  <a:gd name="T8" fmla="*/ 4 w 7"/>
                  <a:gd name="T9" fmla="*/ 4 h 4"/>
                </a:gdLst>
                <a:ahLst/>
                <a:cxnLst>
                  <a:cxn ang="0">
                    <a:pos x="T0" y="T1"/>
                  </a:cxn>
                  <a:cxn ang="0">
                    <a:pos x="T2" y="T3"/>
                  </a:cxn>
                  <a:cxn ang="0">
                    <a:pos x="T4" y="T5"/>
                  </a:cxn>
                  <a:cxn ang="0">
                    <a:pos x="T6" y="T7"/>
                  </a:cxn>
                  <a:cxn ang="0">
                    <a:pos x="T8" y="T9"/>
                  </a:cxn>
                </a:cxnLst>
                <a:rect l="0" t="0" r="r" b="b"/>
                <a:pathLst>
                  <a:path w="7" h="4">
                    <a:moveTo>
                      <a:pt x="4" y="4"/>
                    </a:moveTo>
                    <a:cubicBezTo>
                      <a:pt x="3" y="4"/>
                      <a:pt x="1" y="4"/>
                      <a:pt x="1" y="3"/>
                    </a:cubicBezTo>
                    <a:cubicBezTo>
                      <a:pt x="0" y="2"/>
                      <a:pt x="3" y="0"/>
                      <a:pt x="3" y="0"/>
                    </a:cubicBezTo>
                    <a:cubicBezTo>
                      <a:pt x="6" y="0"/>
                      <a:pt x="7" y="4"/>
                      <a:pt x="4" y="4"/>
                    </a:cubicBezTo>
                    <a:cubicBezTo>
                      <a:pt x="1" y="3"/>
                      <a:pt x="6" y="4"/>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3" name="Freeform 578">
                <a:extLst>
                  <a:ext uri="{FF2B5EF4-FFF2-40B4-BE49-F238E27FC236}">
                    <a16:creationId xmlns:a16="http://schemas.microsoft.com/office/drawing/2014/main" id="{81BA64AB-CBB1-34D1-6F80-167D0C602180}"/>
                  </a:ext>
                </a:extLst>
              </p:cNvPr>
              <p:cNvSpPr>
                <a:spLocks/>
              </p:cNvSpPr>
              <p:nvPr/>
            </p:nvSpPr>
            <p:spPr bwMode="auto">
              <a:xfrm>
                <a:off x="6235221" y="4420403"/>
                <a:ext cx="560509" cy="264400"/>
              </a:xfrm>
              <a:custGeom>
                <a:avLst/>
                <a:gdLst>
                  <a:gd name="T0" fmla="*/ 50 w 60"/>
                  <a:gd name="T1" fmla="*/ 22 h 28"/>
                  <a:gd name="T2" fmla="*/ 48 w 60"/>
                  <a:gd name="T3" fmla="*/ 21 h 28"/>
                  <a:gd name="T4" fmla="*/ 46 w 60"/>
                  <a:gd name="T5" fmla="*/ 23 h 28"/>
                  <a:gd name="T6" fmla="*/ 43 w 60"/>
                  <a:gd name="T7" fmla="*/ 22 h 28"/>
                  <a:gd name="T8" fmla="*/ 40 w 60"/>
                  <a:gd name="T9" fmla="*/ 23 h 28"/>
                  <a:gd name="T10" fmla="*/ 24 w 60"/>
                  <a:gd name="T11" fmla="*/ 27 h 28"/>
                  <a:gd name="T12" fmla="*/ 19 w 60"/>
                  <a:gd name="T13" fmla="*/ 28 h 28"/>
                  <a:gd name="T14" fmla="*/ 17 w 60"/>
                  <a:gd name="T15" fmla="*/ 24 h 28"/>
                  <a:gd name="T16" fmla="*/ 24 w 60"/>
                  <a:gd name="T17" fmla="*/ 22 h 28"/>
                  <a:gd name="T18" fmla="*/ 29 w 60"/>
                  <a:gd name="T19" fmla="*/ 22 h 28"/>
                  <a:gd name="T20" fmla="*/ 31 w 60"/>
                  <a:gd name="T21" fmla="*/ 20 h 28"/>
                  <a:gd name="T22" fmla="*/ 24 w 60"/>
                  <a:gd name="T23" fmla="*/ 20 h 28"/>
                  <a:gd name="T24" fmla="*/ 19 w 60"/>
                  <a:gd name="T25" fmla="*/ 21 h 28"/>
                  <a:gd name="T26" fmla="*/ 19 w 60"/>
                  <a:gd name="T27" fmla="*/ 19 h 28"/>
                  <a:gd name="T28" fmla="*/ 12 w 60"/>
                  <a:gd name="T29" fmla="*/ 21 h 28"/>
                  <a:gd name="T30" fmla="*/ 11 w 60"/>
                  <a:gd name="T31" fmla="*/ 22 h 28"/>
                  <a:gd name="T32" fmla="*/ 9 w 60"/>
                  <a:gd name="T33" fmla="*/ 23 h 28"/>
                  <a:gd name="T34" fmla="*/ 5 w 60"/>
                  <a:gd name="T35" fmla="*/ 21 h 28"/>
                  <a:gd name="T36" fmla="*/ 0 w 60"/>
                  <a:gd name="T37" fmla="*/ 20 h 28"/>
                  <a:gd name="T38" fmla="*/ 4 w 60"/>
                  <a:gd name="T39" fmla="*/ 18 h 28"/>
                  <a:gd name="T40" fmla="*/ 9 w 60"/>
                  <a:gd name="T41" fmla="*/ 17 h 28"/>
                  <a:gd name="T42" fmla="*/ 11 w 60"/>
                  <a:gd name="T43" fmla="*/ 16 h 28"/>
                  <a:gd name="T44" fmla="*/ 5 w 60"/>
                  <a:gd name="T45" fmla="*/ 16 h 28"/>
                  <a:gd name="T46" fmla="*/ 4 w 60"/>
                  <a:gd name="T47" fmla="*/ 14 h 28"/>
                  <a:gd name="T48" fmla="*/ 12 w 60"/>
                  <a:gd name="T49" fmla="*/ 13 h 28"/>
                  <a:gd name="T50" fmla="*/ 4 w 60"/>
                  <a:gd name="T51" fmla="*/ 12 h 28"/>
                  <a:gd name="T52" fmla="*/ 13 w 60"/>
                  <a:gd name="T53" fmla="*/ 10 h 28"/>
                  <a:gd name="T54" fmla="*/ 9 w 60"/>
                  <a:gd name="T55" fmla="*/ 8 h 28"/>
                  <a:gd name="T56" fmla="*/ 14 w 60"/>
                  <a:gd name="T57" fmla="*/ 6 h 28"/>
                  <a:gd name="T58" fmla="*/ 17 w 60"/>
                  <a:gd name="T59" fmla="*/ 10 h 28"/>
                  <a:gd name="T60" fmla="*/ 25 w 60"/>
                  <a:gd name="T61" fmla="*/ 11 h 28"/>
                  <a:gd name="T62" fmla="*/ 29 w 60"/>
                  <a:gd name="T63" fmla="*/ 14 h 28"/>
                  <a:gd name="T64" fmla="*/ 32 w 60"/>
                  <a:gd name="T65" fmla="*/ 17 h 28"/>
                  <a:gd name="T66" fmla="*/ 39 w 60"/>
                  <a:gd name="T67" fmla="*/ 16 h 28"/>
                  <a:gd name="T68" fmla="*/ 37 w 60"/>
                  <a:gd name="T69" fmla="*/ 13 h 28"/>
                  <a:gd name="T70" fmla="*/ 38 w 60"/>
                  <a:gd name="T71" fmla="*/ 9 h 28"/>
                  <a:gd name="T72" fmla="*/ 36 w 60"/>
                  <a:gd name="T73" fmla="*/ 8 h 28"/>
                  <a:gd name="T74" fmla="*/ 38 w 60"/>
                  <a:gd name="T75" fmla="*/ 5 h 28"/>
                  <a:gd name="T76" fmla="*/ 43 w 60"/>
                  <a:gd name="T77" fmla="*/ 3 h 28"/>
                  <a:gd name="T78" fmla="*/ 44 w 60"/>
                  <a:gd name="T79" fmla="*/ 7 h 28"/>
                  <a:gd name="T80" fmla="*/ 45 w 60"/>
                  <a:gd name="T81" fmla="*/ 9 h 28"/>
                  <a:gd name="T82" fmla="*/ 44 w 60"/>
                  <a:gd name="T83" fmla="*/ 10 h 28"/>
                  <a:gd name="T84" fmla="*/ 47 w 60"/>
                  <a:gd name="T85" fmla="*/ 11 h 28"/>
                  <a:gd name="T86" fmla="*/ 51 w 60"/>
                  <a:gd name="T87" fmla="*/ 14 h 28"/>
                  <a:gd name="T88" fmla="*/ 53 w 60"/>
                  <a:gd name="T89" fmla="*/ 13 h 28"/>
                  <a:gd name="T90" fmla="*/ 57 w 60"/>
                  <a:gd name="T91" fmla="*/ 12 h 28"/>
                  <a:gd name="T92" fmla="*/ 59 w 60"/>
                  <a:gd name="T93" fmla="*/ 15 h 28"/>
                  <a:gd name="T94" fmla="*/ 58 w 60"/>
                  <a:gd name="T95" fmla="*/ 20 h 28"/>
                  <a:gd name="T96" fmla="*/ 50 w 60"/>
                  <a:gd name="T97" fmla="*/ 22 h 28"/>
                  <a:gd name="T98" fmla="*/ 50 w 60"/>
                  <a:gd name="T99"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28">
                    <a:moveTo>
                      <a:pt x="50" y="22"/>
                    </a:moveTo>
                    <a:cubicBezTo>
                      <a:pt x="49" y="22"/>
                      <a:pt x="49" y="21"/>
                      <a:pt x="48" y="21"/>
                    </a:cubicBezTo>
                    <a:cubicBezTo>
                      <a:pt x="48" y="21"/>
                      <a:pt x="46" y="22"/>
                      <a:pt x="46" y="23"/>
                    </a:cubicBezTo>
                    <a:cubicBezTo>
                      <a:pt x="45" y="23"/>
                      <a:pt x="44" y="23"/>
                      <a:pt x="43" y="22"/>
                    </a:cubicBezTo>
                    <a:cubicBezTo>
                      <a:pt x="42" y="22"/>
                      <a:pt x="41" y="22"/>
                      <a:pt x="40" y="23"/>
                    </a:cubicBezTo>
                    <a:cubicBezTo>
                      <a:pt x="35" y="25"/>
                      <a:pt x="30" y="26"/>
                      <a:pt x="24" y="27"/>
                    </a:cubicBezTo>
                    <a:cubicBezTo>
                      <a:pt x="23" y="27"/>
                      <a:pt x="20" y="28"/>
                      <a:pt x="19" y="28"/>
                    </a:cubicBezTo>
                    <a:cubicBezTo>
                      <a:pt x="17" y="27"/>
                      <a:pt x="13" y="26"/>
                      <a:pt x="17" y="24"/>
                    </a:cubicBezTo>
                    <a:cubicBezTo>
                      <a:pt x="19" y="24"/>
                      <a:pt x="22" y="22"/>
                      <a:pt x="24" y="22"/>
                    </a:cubicBezTo>
                    <a:cubicBezTo>
                      <a:pt x="26" y="22"/>
                      <a:pt x="28" y="22"/>
                      <a:pt x="29" y="22"/>
                    </a:cubicBezTo>
                    <a:cubicBezTo>
                      <a:pt x="29" y="22"/>
                      <a:pt x="32" y="20"/>
                      <a:pt x="31" y="20"/>
                    </a:cubicBezTo>
                    <a:cubicBezTo>
                      <a:pt x="30" y="19"/>
                      <a:pt x="25" y="20"/>
                      <a:pt x="24" y="20"/>
                    </a:cubicBezTo>
                    <a:cubicBezTo>
                      <a:pt x="22" y="21"/>
                      <a:pt x="21" y="21"/>
                      <a:pt x="19" y="21"/>
                    </a:cubicBezTo>
                    <a:cubicBezTo>
                      <a:pt x="17" y="21"/>
                      <a:pt x="19" y="20"/>
                      <a:pt x="19" y="19"/>
                    </a:cubicBezTo>
                    <a:cubicBezTo>
                      <a:pt x="19" y="16"/>
                      <a:pt x="13" y="21"/>
                      <a:pt x="12" y="21"/>
                    </a:cubicBezTo>
                    <a:cubicBezTo>
                      <a:pt x="12" y="21"/>
                      <a:pt x="11" y="22"/>
                      <a:pt x="11" y="22"/>
                    </a:cubicBezTo>
                    <a:cubicBezTo>
                      <a:pt x="9" y="20"/>
                      <a:pt x="9" y="22"/>
                      <a:pt x="9" y="23"/>
                    </a:cubicBezTo>
                    <a:cubicBezTo>
                      <a:pt x="9" y="23"/>
                      <a:pt x="6" y="21"/>
                      <a:pt x="5" y="21"/>
                    </a:cubicBezTo>
                    <a:cubicBezTo>
                      <a:pt x="4" y="21"/>
                      <a:pt x="0" y="22"/>
                      <a:pt x="0" y="20"/>
                    </a:cubicBezTo>
                    <a:cubicBezTo>
                      <a:pt x="0" y="18"/>
                      <a:pt x="2" y="19"/>
                      <a:pt x="4" y="18"/>
                    </a:cubicBezTo>
                    <a:cubicBezTo>
                      <a:pt x="6" y="18"/>
                      <a:pt x="8" y="18"/>
                      <a:pt x="9" y="17"/>
                    </a:cubicBezTo>
                    <a:cubicBezTo>
                      <a:pt x="9" y="17"/>
                      <a:pt x="12" y="16"/>
                      <a:pt x="11" y="16"/>
                    </a:cubicBezTo>
                    <a:cubicBezTo>
                      <a:pt x="9" y="15"/>
                      <a:pt x="6" y="16"/>
                      <a:pt x="5" y="16"/>
                    </a:cubicBezTo>
                    <a:cubicBezTo>
                      <a:pt x="2" y="16"/>
                      <a:pt x="0" y="14"/>
                      <a:pt x="4" y="14"/>
                    </a:cubicBezTo>
                    <a:cubicBezTo>
                      <a:pt x="6" y="14"/>
                      <a:pt x="10" y="13"/>
                      <a:pt x="12" y="13"/>
                    </a:cubicBezTo>
                    <a:cubicBezTo>
                      <a:pt x="11" y="13"/>
                      <a:pt x="4" y="14"/>
                      <a:pt x="4" y="12"/>
                    </a:cubicBezTo>
                    <a:cubicBezTo>
                      <a:pt x="3" y="10"/>
                      <a:pt x="12" y="11"/>
                      <a:pt x="13" y="10"/>
                    </a:cubicBezTo>
                    <a:cubicBezTo>
                      <a:pt x="13" y="10"/>
                      <a:pt x="9" y="9"/>
                      <a:pt x="9" y="8"/>
                    </a:cubicBezTo>
                    <a:cubicBezTo>
                      <a:pt x="8" y="7"/>
                      <a:pt x="14" y="6"/>
                      <a:pt x="14" y="6"/>
                    </a:cubicBezTo>
                    <a:cubicBezTo>
                      <a:pt x="17" y="6"/>
                      <a:pt x="15" y="10"/>
                      <a:pt x="17" y="10"/>
                    </a:cubicBezTo>
                    <a:cubicBezTo>
                      <a:pt x="20" y="10"/>
                      <a:pt x="22" y="10"/>
                      <a:pt x="25" y="11"/>
                    </a:cubicBezTo>
                    <a:cubicBezTo>
                      <a:pt x="26" y="12"/>
                      <a:pt x="28" y="13"/>
                      <a:pt x="29" y="14"/>
                    </a:cubicBezTo>
                    <a:cubicBezTo>
                      <a:pt x="31" y="16"/>
                      <a:pt x="30" y="17"/>
                      <a:pt x="32" y="17"/>
                    </a:cubicBezTo>
                    <a:cubicBezTo>
                      <a:pt x="35" y="17"/>
                      <a:pt x="37" y="17"/>
                      <a:pt x="39" y="16"/>
                    </a:cubicBezTo>
                    <a:cubicBezTo>
                      <a:pt x="43" y="15"/>
                      <a:pt x="37" y="14"/>
                      <a:pt x="37" y="13"/>
                    </a:cubicBezTo>
                    <a:cubicBezTo>
                      <a:pt x="37" y="13"/>
                      <a:pt x="45" y="12"/>
                      <a:pt x="38" y="9"/>
                    </a:cubicBezTo>
                    <a:cubicBezTo>
                      <a:pt x="37" y="9"/>
                      <a:pt x="35" y="9"/>
                      <a:pt x="36" y="8"/>
                    </a:cubicBezTo>
                    <a:cubicBezTo>
                      <a:pt x="37" y="7"/>
                      <a:pt x="38" y="6"/>
                      <a:pt x="38" y="5"/>
                    </a:cubicBezTo>
                    <a:cubicBezTo>
                      <a:pt x="39" y="4"/>
                      <a:pt x="43" y="0"/>
                      <a:pt x="43" y="3"/>
                    </a:cubicBezTo>
                    <a:cubicBezTo>
                      <a:pt x="43" y="4"/>
                      <a:pt x="44" y="5"/>
                      <a:pt x="44" y="7"/>
                    </a:cubicBezTo>
                    <a:cubicBezTo>
                      <a:pt x="45" y="7"/>
                      <a:pt x="45" y="8"/>
                      <a:pt x="45" y="9"/>
                    </a:cubicBezTo>
                    <a:cubicBezTo>
                      <a:pt x="46" y="10"/>
                      <a:pt x="44" y="9"/>
                      <a:pt x="44" y="10"/>
                    </a:cubicBezTo>
                    <a:cubicBezTo>
                      <a:pt x="44" y="12"/>
                      <a:pt x="47" y="10"/>
                      <a:pt x="47" y="11"/>
                    </a:cubicBezTo>
                    <a:cubicBezTo>
                      <a:pt x="47" y="13"/>
                      <a:pt x="50" y="14"/>
                      <a:pt x="51" y="14"/>
                    </a:cubicBezTo>
                    <a:cubicBezTo>
                      <a:pt x="53" y="14"/>
                      <a:pt x="53" y="15"/>
                      <a:pt x="53" y="13"/>
                    </a:cubicBezTo>
                    <a:cubicBezTo>
                      <a:pt x="53" y="11"/>
                      <a:pt x="55" y="11"/>
                      <a:pt x="57" y="12"/>
                    </a:cubicBezTo>
                    <a:cubicBezTo>
                      <a:pt x="58" y="12"/>
                      <a:pt x="60" y="14"/>
                      <a:pt x="59" y="15"/>
                    </a:cubicBezTo>
                    <a:cubicBezTo>
                      <a:pt x="59" y="16"/>
                      <a:pt x="58" y="19"/>
                      <a:pt x="58" y="20"/>
                    </a:cubicBezTo>
                    <a:cubicBezTo>
                      <a:pt x="57" y="21"/>
                      <a:pt x="51" y="22"/>
                      <a:pt x="50" y="22"/>
                    </a:cubicBezTo>
                    <a:cubicBezTo>
                      <a:pt x="48" y="21"/>
                      <a:pt x="51" y="22"/>
                      <a:pt x="50" y="2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4" name="Freeform 579">
                <a:extLst>
                  <a:ext uri="{FF2B5EF4-FFF2-40B4-BE49-F238E27FC236}">
                    <a16:creationId xmlns:a16="http://schemas.microsoft.com/office/drawing/2014/main" id="{C765336E-6886-D247-9C06-D816E5E31092}"/>
                  </a:ext>
                </a:extLst>
              </p:cNvPr>
              <p:cNvSpPr>
                <a:spLocks/>
              </p:cNvSpPr>
              <p:nvPr/>
            </p:nvSpPr>
            <p:spPr bwMode="auto">
              <a:xfrm>
                <a:off x="6139678" y="4525526"/>
                <a:ext cx="95541" cy="63711"/>
              </a:xfrm>
              <a:custGeom>
                <a:avLst/>
                <a:gdLst>
                  <a:gd name="T0" fmla="*/ 9 w 10"/>
                  <a:gd name="T1" fmla="*/ 1 h 7"/>
                  <a:gd name="T2" fmla="*/ 0 w 10"/>
                  <a:gd name="T3" fmla="*/ 5 h 7"/>
                  <a:gd name="T4" fmla="*/ 6 w 10"/>
                  <a:gd name="T5" fmla="*/ 5 h 7"/>
                  <a:gd name="T6" fmla="*/ 9 w 10"/>
                  <a:gd name="T7" fmla="*/ 1 h 7"/>
                  <a:gd name="T8" fmla="*/ 9 w 10"/>
                  <a:gd name="T9" fmla="*/ 1 h 7"/>
                </a:gdLst>
                <a:ahLst/>
                <a:cxnLst>
                  <a:cxn ang="0">
                    <a:pos x="T0" y="T1"/>
                  </a:cxn>
                  <a:cxn ang="0">
                    <a:pos x="T2" y="T3"/>
                  </a:cxn>
                  <a:cxn ang="0">
                    <a:pos x="T4" y="T5"/>
                  </a:cxn>
                  <a:cxn ang="0">
                    <a:pos x="T6" y="T7"/>
                  </a:cxn>
                  <a:cxn ang="0">
                    <a:pos x="T8" y="T9"/>
                  </a:cxn>
                </a:cxnLst>
                <a:rect l="0" t="0" r="r" b="b"/>
                <a:pathLst>
                  <a:path w="10" h="7">
                    <a:moveTo>
                      <a:pt x="9" y="1"/>
                    </a:moveTo>
                    <a:cubicBezTo>
                      <a:pt x="8" y="1"/>
                      <a:pt x="0" y="5"/>
                      <a:pt x="0" y="5"/>
                    </a:cubicBezTo>
                    <a:cubicBezTo>
                      <a:pt x="2" y="6"/>
                      <a:pt x="5" y="7"/>
                      <a:pt x="6" y="5"/>
                    </a:cubicBezTo>
                    <a:cubicBezTo>
                      <a:pt x="7" y="4"/>
                      <a:pt x="9" y="0"/>
                      <a:pt x="9" y="1"/>
                    </a:cubicBezTo>
                    <a:cubicBezTo>
                      <a:pt x="7" y="1"/>
                      <a:pt x="10" y="0"/>
                      <a:pt x="9"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5" name="Freeform 580">
                <a:extLst>
                  <a:ext uri="{FF2B5EF4-FFF2-40B4-BE49-F238E27FC236}">
                    <a16:creationId xmlns:a16="http://schemas.microsoft.com/office/drawing/2014/main" id="{BAA22357-C3F3-6179-AEBA-058AEAE7BCC9}"/>
                  </a:ext>
                </a:extLst>
              </p:cNvPr>
              <p:cNvSpPr>
                <a:spLocks/>
              </p:cNvSpPr>
              <p:nvPr/>
            </p:nvSpPr>
            <p:spPr bwMode="auto">
              <a:xfrm>
                <a:off x="5974074" y="4385363"/>
                <a:ext cx="343950" cy="159279"/>
              </a:xfrm>
              <a:custGeom>
                <a:avLst/>
                <a:gdLst>
                  <a:gd name="T0" fmla="*/ 30 w 37"/>
                  <a:gd name="T1" fmla="*/ 12 h 17"/>
                  <a:gd name="T2" fmla="*/ 27 w 37"/>
                  <a:gd name="T3" fmla="*/ 13 h 17"/>
                  <a:gd name="T4" fmla="*/ 26 w 37"/>
                  <a:gd name="T5" fmla="*/ 10 h 17"/>
                  <a:gd name="T6" fmla="*/ 23 w 37"/>
                  <a:gd name="T7" fmla="*/ 8 h 17"/>
                  <a:gd name="T8" fmla="*/ 22 w 37"/>
                  <a:gd name="T9" fmla="*/ 10 h 17"/>
                  <a:gd name="T10" fmla="*/ 21 w 37"/>
                  <a:gd name="T11" fmla="*/ 9 h 17"/>
                  <a:gd name="T12" fmla="*/ 20 w 37"/>
                  <a:gd name="T13" fmla="*/ 13 h 17"/>
                  <a:gd name="T14" fmla="*/ 17 w 37"/>
                  <a:gd name="T15" fmla="*/ 14 h 17"/>
                  <a:gd name="T16" fmla="*/ 16 w 37"/>
                  <a:gd name="T17" fmla="*/ 16 h 17"/>
                  <a:gd name="T18" fmla="*/ 12 w 37"/>
                  <a:gd name="T19" fmla="*/ 17 h 17"/>
                  <a:gd name="T20" fmla="*/ 10 w 37"/>
                  <a:gd name="T21" fmla="*/ 15 h 17"/>
                  <a:gd name="T22" fmla="*/ 5 w 37"/>
                  <a:gd name="T23" fmla="*/ 16 h 17"/>
                  <a:gd name="T24" fmla="*/ 1 w 37"/>
                  <a:gd name="T25" fmla="*/ 17 h 17"/>
                  <a:gd name="T26" fmla="*/ 2 w 37"/>
                  <a:gd name="T27" fmla="*/ 13 h 17"/>
                  <a:gd name="T28" fmla="*/ 0 w 37"/>
                  <a:gd name="T29" fmla="*/ 14 h 17"/>
                  <a:gd name="T30" fmla="*/ 6 w 37"/>
                  <a:gd name="T31" fmla="*/ 12 h 17"/>
                  <a:gd name="T32" fmla="*/ 9 w 37"/>
                  <a:gd name="T33" fmla="*/ 10 h 17"/>
                  <a:gd name="T34" fmla="*/ 13 w 37"/>
                  <a:gd name="T35" fmla="*/ 7 h 17"/>
                  <a:gd name="T36" fmla="*/ 18 w 37"/>
                  <a:gd name="T37" fmla="*/ 3 h 17"/>
                  <a:gd name="T38" fmla="*/ 24 w 37"/>
                  <a:gd name="T39" fmla="*/ 3 h 17"/>
                  <a:gd name="T40" fmla="*/ 30 w 37"/>
                  <a:gd name="T41" fmla="*/ 3 h 17"/>
                  <a:gd name="T42" fmla="*/ 32 w 37"/>
                  <a:gd name="T43" fmla="*/ 0 h 17"/>
                  <a:gd name="T44" fmla="*/ 36 w 37"/>
                  <a:gd name="T45" fmla="*/ 2 h 17"/>
                  <a:gd name="T46" fmla="*/ 34 w 37"/>
                  <a:gd name="T47" fmla="*/ 4 h 17"/>
                  <a:gd name="T48" fmla="*/ 34 w 37"/>
                  <a:gd name="T49" fmla="*/ 7 h 17"/>
                  <a:gd name="T50" fmla="*/ 35 w 37"/>
                  <a:gd name="T51" fmla="*/ 9 h 17"/>
                  <a:gd name="T52" fmla="*/ 31 w 37"/>
                  <a:gd name="T53" fmla="*/ 10 h 17"/>
                  <a:gd name="T54" fmla="*/ 30 w 37"/>
                  <a:gd name="T55" fmla="*/ 12 h 17"/>
                  <a:gd name="T56" fmla="*/ 30 w 37"/>
                  <a:gd name="T5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17">
                    <a:moveTo>
                      <a:pt x="30" y="12"/>
                    </a:moveTo>
                    <a:cubicBezTo>
                      <a:pt x="29" y="13"/>
                      <a:pt x="27" y="13"/>
                      <a:pt x="27" y="13"/>
                    </a:cubicBezTo>
                    <a:cubicBezTo>
                      <a:pt x="24" y="13"/>
                      <a:pt x="25" y="11"/>
                      <a:pt x="26" y="10"/>
                    </a:cubicBezTo>
                    <a:cubicBezTo>
                      <a:pt x="27" y="8"/>
                      <a:pt x="24" y="7"/>
                      <a:pt x="23" y="8"/>
                    </a:cubicBezTo>
                    <a:cubicBezTo>
                      <a:pt x="23" y="9"/>
                      <a:pt x="23" y="10"/>
                      <a:pt x="22" y="10"/>
                    </a:cubicBezTo>
                    <a:cubicBezTo>
                      <a:pt x="22" y="10"/>
                      <a:pt x="21" y="10"/>
                      <a:pt x="21" y="9"/>
                    </a:cubicBezTo>
                    <a:cubicBezTo>
                      <a:pt x="20" y="10"/>
                      <a:pt x="21" y="12"/>
                      <a:pt x="20" y="13"/>
                    </a:cubicBezTo>
                    <a:cubicBezTo>
                      <a:pt x="19" y="15"/>
                      <a:pt x="18" y="13"/>
                      <a:pt x="17" y="14"/>
                    </a:cubicBezTo>
                    <a:cubicBezTo>
                      <a:pt x="16" y="14"/>
                      <a:pt x="17" y="16"/>
                      <a:pt x="16" y="16"/>
                    </a:cubicBezTo>
                    <a:cubicBezTo>
                      <a:pt x="16" y="17"/>
                      <a:pt x="13" y="17"/>
                      <a:pt x="12" y="17"/>
                    </a:cubicBezTo>
                    <a:cubicBezTo>
                      <a:pt x="11" y="16"/>
                      <a:pt x="11" y="14"/>
                      <a:pt x="10" y="15"/>
                    </a:cubicBezTo>
                    <a:cubicBezTo>
                      <a:pt x="8" y="16"/>
                      <a:pt x="7" y="16"/>
                      <a:pt x="5" y="16"/>
                    </a:cubicBezTo>
                    <a:cubicBezTo>
                      <a:pt x="4" y="16"/>
                      <a:pt x="2" y="17"/>
                      <a:pt x="1" y="17"/>
                    </a:cubicBezTo>
                    <a:cubicBezTo>
                      <a:pt x="0" y="17"/>
                      <a:pt x="3" y="14"/>
                      <a:pt x="2" y="13"/>
                    </a:cubicBezTo>
                    <a:cubicBezTo>
                      <a:pt x="2" y="13"/>
                      <a:pt x="1" y="14"/>
                      <a:pt x="0" y="14"/>
                    </a:cubicBezTo>
                    <a:cubicBezTo>
                      <a:pt x="0" y="13"/>
                      <a:pt x="5" y="12"/>
                      <a:pt x="6" y="12"/>
                    </a:cubicBezTo>
                    <a:cubicBezTo>
                      <a:pt x="8" y="12"/>
                      <a:pt x="8" y="11"/>
                      <a:pt x="9" y="10"/>
                    </a:cubicBezTo>
                    <a:cubicBezTo>
                      <a:pt x="11" y="8"/>
                      <a:pt x="12" y="8"/>
                      <a:pt x="13" y="7"/>
                    </a:cubicBezTo>
                    <a:cubicBezTo>
                      <a:pt x="15" y="5"/>
                      <a:pt x="16" y="3"/>
                      <a:pt x="18" y="3"/>
                    </a:cubicBezTo>
                    <a:cubicBezTo>
                      <a:pt x="20" y="2"/>
                      <a:pt x="22" y="2"/>
                      <a:pt x="24" y="3"/>
                    </a:cubicBezTo>
                    <a:cubicBezTo>
                      <a:pt x="26" y="3"/>
                      <a:pt x="29" y="4"/>
                      <a:pt x="30" y="3"/>
                    </a:cubicBezTo>
                    <a:cubicBezTo>
                      <a:pt x="31" y="2"/>
                      <a:pt x="30" y="0"/>
                      <a:pt x="32" y="0"/>
                    </a:cubicBezTo>
                    <a:cubicBezTo>
                      <a:pt x="32" y="0"/>
                      <a:pt x="36" y="1"/>
                      <a:pt x="36" y="2"/>
                    </a:cubicBezTo>
                    <a:cubicBezTo>
                      <a:pt x="37" y="2"/>
                      <a:pt x="34" y="3"/>
                      <a:pt x="34" y="4"/>
                    </a:cubicBezTo>
                    <a:cubicBezTo>
                      <a:pt x="34" y="5"/>
                      <a:pt x="37" y="6"/>
                      <a:pt x="34" y="7"/>
                    </a:cubicBezTo>
                    <a:cubicBezTo>
                      <a:pt x="33" y="8"/>
                      <a:pt x="36" y="9"/>
                      <a:pt x="35" y="9"/>
                    </a:cubicBezTo>
                    <a:cubicBezTo>
                      <a:pt x="33" y="10"/>
                      <a:pt x="32" y="10"/>
                      <a:pt x="31" y="10"/>
                    </a:cubicBezTo>
                    <a:cubicBezTo>
                      <a:pt x="31" y="11"/>
                      <a:pt x="31" y="11"/>
                      <a:pt x="30" y="12"/>
                    </a:cubicBezTo>
                    <a:cubicBezTo>
                      <a:pt x="29" y="13"/>
                      <a:pt x="31" y="11"/>
                      <a:pt x="30" y="1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6" name="Freeform 581">
                <a:extLst>
                  <a:ext uri="{FF2B5EF4-FFF2-40B4-BE49-F238E27FC236}">
                    <a16:creationId xmlns:a16="http://schemas.microsoft.com/office/drawing/2014/main" id="{F43B67E1-98D0-65B8-CB82-B9BB12B6933E}"/>
                  </a:ext>
                </a:extLst>
              </p:cNvPr>
              <p:cNvSpPr>
                <a:spLocks/>
              </p:cNvSpPr>
              <p:nvPr/>
            </p:nvSpPr>
            <p:spPr bwMode="auto">
              <a:xfrm>
                <a:off x="6346686" y="4449069"/>
                <a:ext cx="73248" cy="19114"/>
              </a:xfrm>
              <a:custGeom>
                <a:avLst/>
                <a:gdLst>
                  <a:gd name="T0" fmla="*/ 6 w 8"/>
                  <a:gd name="T1" fmla="*/ 2 h 2"/>
                  <a:gd name="T2" fmla="*/ 3 w 8"/>
                  <a:gd name="T3" fmla="*/ 0 h 2"/>
                  <a:gd name="T4" fmla="*/ 6 w 8"/>
                  <a:gd name="T5" fmla="*/ 2 h 2"/>
                </a:gdLst>
                <a:ahLst/>
                <a:cxnLst>
                  <a:cxn ang="0">
                    <a:pos x="T0" y="T1"/>
                  </a:cxn>
                  <a:cxn ang="0">
                    <a:pos x="T2" y="T3"/>
                  </a:cxn>
                  <a:cxn ang="0">
                    <a:pos x="T4" y="T5"/>
                  </a:cxn>
                </a:cxnLst>
                <a:rect l="0" t="0" r="r" b="b"/>
                <a:pathLst>
                  <a:path w="8" h="2">
                    <a:moveTo>
                      <a:pt x="6" y="2"/>
                    </a:moveTo>
                    <a:cubicBezTo>
                      <a:pt x="4" y="2"/>
                      <a:pt x="0" y="1"/>
                      <a:pt x="3" y="0"/>
                    </a:cubicBezTo>
                    <a:cubicBezTo>
                      <a:pt x="5" y="0"/>
                      <a:pt x="8" y="2"/>
                      <a:pt x="6"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7" name="Freeform 582">
                <a:extLst>
                  <a:ext uri="{FF2B5EF4-FFF2-40B4-BE49-F238E27FC236}">
                    <a16:creationId xmlns:a16="http://schemas.microsoft.com/office/drawing/2014/main" id="{495E2770-719A-1E1B-9994-42751DA15051}"/>
                  </a:ext>
                </a:extLst>
              </p:cNvPr>
              <p:cNvSpPr>
                <a:spLocks/>
              </p:cNvSpPr>
              <p:nvPr/>
            </p:nvSpPr>
            <p:spPr bwMode="auto">
              <a:xfrm>
                <a:off x="6410381" y="4318467"/>
                <a:ext cx="197453" cy="92380"/>
              </a:xfrm>
              <a:custGeom>
                <a:avLst/>
                <a:gdLst>
                  <a:gd name="T0" fmla="*/ 7 w 21"/>
                  <a:gd name="T1" fmla="*/ 9 h 10"/>
                  <a:gd name="T2" fmla="*/ 2 w 21"/>
                  <a:gd name="T3" fmla="*/ 4 h 10"/>
                  <a:gd name="T4" fmla="*/ 9 w 21"/>
                  <a:gd name="T5" fmla="*/ 2 h 10"/>
                  <a:gd name="T6" fmla="*/ 17 w 21"/>
                  <a:gd name="T7" fmla="*/ 0 h 10"/>
                  <a:gd name="T8" fmla="*/ 19 w 21"/>
                  <a:gd name="T9" fmla="*/ 2 h 10"/>
                  <a:gd name="T10" fmla="*/ 14 w 21"/>
                  <a:gd name="T11" fmla="*/ 4 h 10"/>
                  <a:gd name="T12" fmla="*/ 15 w 21"/>
                  <a:gd name="T13" fmla="*/ 7 h 10"/>
                  <a:gd name="T14" fmla="*/ 7 w 21"/>
                  <a:gd name="T15" fmla="*/ 9 h 10"/>
                  <a:gd name="T16" fmla="*/ 7 w 21"/>
                  <a:gd name="T1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
                    <a:moveTo>
                      <a:pt x="7" y="9"/>
                    </a:moveTo>
                    <a:cubicBezTo>
                      <a:pt x="6" y="9"/>
                      <a:pt x="0" y="6"/>
                      <a:pt x="2" y="4"/>
                    </a:cubicBezTo>
                    <a:cubicBezTo>
                      <a:pt x="4" y="2"/>
                      <a:pt x="7" y="2"/>
                      <a:pt x="9" y="2"/>
                    </a:cubicBezTo>
                    <a:cubicBezTo>
                      <a:pt x="12" y="1"/>
                      <a:pt x="15" y="0"/>
                      <a:pt x="17" y="0"/>
                    </a:cubicBezTo>
                    <a:cubicBezTo>
                      <a:pt x="18" y="0"/>
                      <a:pt x="21" y="1"/>
                      <a:pt x="19" y="2"/>
                    </a:cubicBezTo>
                    <a:cubicBezTo>
                      <a:pt x="18" y="3"/>
                      <a:pt x="15" y="2"/>
                      <a:pt x="14" y="4"/>
                    </a:cubicBezTo>
                    <a:cubicBezTo>
                      <a:pt x="14" y="4"/>
                      <a:pt x="19" y="6"/>
                      <a:pt x="15" y="7"/>
                    </a:cubicBezTo>
                    <a:cubicBezTo>
                      <a:pt x="13" y="8"/>
                      <a:pt x="10" y="10"/>
                      <a:pt x="7" y="9"/>
                    </a:cubicBezTo>
                    <a:cubicBezTo>
                      <a:pt x="5" y="9"/>
                      <a:pt x="9" y="10"/>
                      <a:pt x="7" y="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8" name="Freeform 583">
                <a:extLst>
                  <a:ext uri="{FF2B5EF4-FFF2-40B4-BE49-F238E27FC236}">
                    <a16:creationId xmlns:a16="http://schemas.microsoft.com/office/drawing/2014/main" id="{EF2CE633-13F0-455A-1A4E-CCCFADBAA539}"/>
                  </a:ext>
                </a:extLst>
              </p:cNvPr>
              <p:cNvSpPr>
                <a:spLocks/>
              </p:cNvSpPr>
              <p:nvPr/>
            </p:nvSpPr>
            <p:spPr bwMode="auto">
              <a:xfrm>
                <a:off x="6327577" y="4337578"/>
                <a:ext cx="73248" cy="38227"/>
              </a:xfrm>
              <a:custGeom>
                <a:avLst/>
                <a:gdLst>
                  <a:gd name="T0" fmla="*/ 6 w 8"/>
                  <a:gd name="T1" fmla="*/ 4 h 4"/>
                  <a:gd name="T2" fmla="*/ 3 w 8"/>
                  <a:gd name="T3" fmla="*/ 0 h 4"/>
                  <a:gd name="T4" fmla="*/ 6 w 8"/>
                  <a:gd name="T5" fmla="*/ 4 h 4"/>
                </a:gdLst>
                <a:ahLst/>
                <a:cxnLst>
                  <a:cxn ang="0">
                    <a:pos x="T0" y="T1"/>
                  </a:cxn>
                  <a:cxn ang="0">
                    <a:pos x="T2" y="T3"/>
                  </a:cxn>
                  <a:cxn ang="0">
                    <a:pos x="T4" y="T5"/>
                  </a:cxn>
                </a:cxnLst>
                <a:rect l="0" t="0" r="r" b="b"/>
                <a:pathLst>
                  <a:path w="8" h="4">
                    <a:moveTo>
                      <a:pt x="6" y="4"/>
                    </a:moveTo>
                    <a:cubicBezTo>
                      <a:pt x="4" y="4"/>
                      <a:pt x="0" y="0"/>
                      <a:pt x="3" y="0"/>
                    </a:cubicBezTo>
                    <a:cubicBezTo>
                      <a:pt x="6" y="0"/>
                      <a:pt x="8" y="3"/>
                      <a:pt x="6"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89" name="Freeform 584">
                <a:extLst>
                  <a:ext uri="{FF2B5EF4-FFF2-40B4-BE49-F238E27FC236}">
                    <a16:creationId xmlns:a16="http://schemas.microsoft.com/office/drawing/2014/main" id="{AAC59AC0-8A28-BFAC-728D-9770E60C0E6C}"/>
                  </a:ext>
                </a:extLst>
              </p:cNvPr>
              <p:cNvSpPr>
                <a:spLocks/>
              </p:cNvSpPr>
              <p:nvPr/>
            </p:nvSpPr>
            <p:spPr bwMode="auto">
              <a:xfrm>
                <a:off x="6429489" y="4251568"/>
                <a:ext cx="197453" cy="66896"/>
              </a:xfrm>
              <a:custGeom>
                <a:avLst/>
                <a:gdLst>
                  <a:gd name="T0" fmla="*/ 1 w 21"/>
                  <a:gd name="T1" fmla="*/ 5 h 7"/>
                  <a:gd name="T2" fmla="*/ 4 w 21"/>
                  <a:gd name="T3" fmla="*/ 4 h 7"/>
                  <a:gd name="T4" fmla="*/ 9 w 21"/>
                  <a:gd name="T5" fmla="*/ 1 h 7"/>
                  <a:gd name="T6" fmla="*/ 18 w 21"/>
                  <a:gd name="T7" fmla="*/ 3 h 7"/>
                  <a:gd name="T8" fmla="*/ 11 w 21"/>
                  <a:gd name="T9" fmla="*/ 6 h 7"/>
                  <a:gd name="T10" fmla="*/ 6 w 21"/>
                  <a:gd name="T11" fmla="*/ 6 h 7"/>
                  <a:gd name="T12" fmla="*/ 1 w 21"/>
                  <a:gd name="T13" fmla="*/ 5 h 7"/>
                  <a:gd name="T14" fmla="*/ 1 w 21"/>
                  <a:gd name="T15" fmla="*/ 5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7">
                    <a:moveTo>
                      <a:pt x="1" y="5"/>
                    </a:moveTo>
                    <a:cubicBezTo>
                      <a:pt x="0" y="5"/>
                      <a:pt x="3" y="4"/>
                      <a:pt x="4" y="4"/>
                    </a:cubicBezTo>
                    <a:cubicBezTo>
                      <a:pt x="6" y="3"/>
                      <a:pt x="7" y="2"/>
                      <a:pt x="9" y="1"/>
                    </a:cubicBezTo>
                    <a:cubicBezTo>
                      <a:pt x="12" y="0"/>
                      <a:pt x="15" y="1"/>
                      <a:pt x="18" y="3"/>
                    </a:cubicBezTo>
                    <a:cubicBezTo>
                      <a:pt x="21" y="6"/>
                      <a:pt x="12" y="6"/>
                      <a:pt x="11" y="6"/>
                    </a:cubicBezTo>
                    <a:cubicBezTo>
                      <a:pt x="9" y="6"/>
                      <a:pt x="8" y="7"/>
                      <a:pt x="6" y="6"/>
                    </a:cubicBezTo>
                    <a:cubicBezTo>
                      <a:pt x="4" y="5"/>
                      <a:pt x="2" y="6"/>
                      <a:pt x="1" y="5"/>
                    </a:cubicBezTo>
                    <a:cubicBezTo>
                      <a:pt x="0" y="4"/>
                      <a:pt x="2" y="6"/>
                      <a:pt x="1"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0" name="Freeform 585">
                <a:extLst>
                  <a:ext uri="{FF2B5EF4-FFF2-40B4-BE49-F238E27FC236}">
                    <a16:creationId xmlns:a16="http://schemas.microsoft.com/office/drawing/2014/main" id="{FB8D3ED9-C157-5C4A-30C8-02A53D3431F3}"/>
                  </a:ext>
                </a:extLst>
              </p:cNvPr>
              <p:cNvSpPr>
                <a:spLocks/>
              </p:cNvSpPr>
              <p:nvPr/>
            </p:nvSpPr>
            <p:spPr bwMode="auto">
              <a:xfrm>
                <a:off x="6907195" y="4449069"/>
                <a:ext cx="261145" cy="178393"/>
              </a:xfrm>
              <a:custGeom>
                <a:avLst/>
                <a:gdLst>
                  <a:gd name="T0" fmla="*/ 22 w 28"/>
                  <a:gd name="T1" fmla="*/ 19 h 19"/>
                  <a:gd name="T2" fmla="*/ 15 w 28"/>
                  <a:gd name="T3" fmla="*/ 19 h 19"/>
                  <a:gd name="T4" fmla="*/ 15 w 28"/>
                  <a:gd name="T5" fmla="*/ 17 h 19"/>
                  <a:gd name="T6" fmla="*/ 12 w 28"/>
                  <a:gd name="T7" fmla="*/ 15 h 19"/>
                  <a:gd name="T8" fmla="*/ 17 w 28"/>
                  <a:gd name="T9" fmla="*/ 13 h 19"/>
                  <a:gd name="T10" fmla="*/ 16 w 28"/>
                  <a:gd name="T11" fmla="*/ 12 h 19"/>
                  <a:gd name="T12" fmla="*/ 9 w 28"/>
                  <a:gd name="T13" fmla="*/ 13 h 19"/>
                  <a:gd name="T14" fmla="*/ 2 w 28"/>
                  <a:gd name="T15" fmla="*/ 13 h 19"/>
                  <a:gd name="T16" fmla="*/ 1 w 28"/>
                  <a:gd name="T17" fmla="*/ 12 h 19"/>
                  <a:gd name="T18" fmla="*/ 7 w 28"/>
                  <a:gd name="T19" fmla="*/ 10 h 19"/>
                  <a:gd name="T20" fmla="*/ 4 w 28"/>
                  <a:gd name="T21" fmla="*/ 8 h 19"/>
                  <a:gd name="T22" fmla="*/ 7 w 28"/>
                  <a:gd name="T23" fmla="*/ 6 h 19"/>
                  <a:gd name="T24" fmla="*/ 3 w 28"/>
                  <a:gd name="T25" fmla="*/ 6 h 19"/>
                  <a:gd name="T26" fmla="*/ 7 w 28"/>
                  <a:gd name="T27" fmla="*/ 4 h 19"/>
                  <a:gd name="T28" fmla="*/ 13 w 28"/>
                  <a:gd name="T29" fmla="*/ 8 h 19"/>
                  <a:gd name="T30" fmla="*/ 16 w 28"/>
                  <a:gd name="T31" fmla="*/ 9 h 19"/>
                  <a:gd name="T32" fmla="*/ 13 w 28"/>
                  <a:gd name="T33" fmla="*/ 7 h 19"/>
                  <a:gd name="T34" fmla="*/ 14 w 28"/>
                  <a:gd name="T35" fmla="*/ 5 h 19"/>
                  <a:gd name="T36" fmla="*/ 11 w 28"/>
                  <a:gd name="T37" fmla="*/ 4 h 19"/>
                  <a:gd name="T38" fmla="*/ 11 w 28"/>
                  <a:gd name="T39" fmla="*/ 2 h 19"/>
                  <a:gd name="T40" fmla="*/ 7 w 28"/>
                  <a:gd name="T41" fmla="*/ 3 h 19"/>
                  <a:gd name="T42" fmla="*/ 13 w 28"/>
                  <a:gd name="T43" fmla="*/ 1 h 19"/>
                  <a:gd name="T44" fmla="*/ 12 w 28"/>
                  <a:gd name="T45" fmla="*/ 2 h 19"/>
                  <a:gd name="T46" fmla="*/ 15 w 28"/>
                  <a:gd name="T47" fmla="*/ 3 h 19"/>
                  <a:gd name="T48" fmla="*/ 21 w 28"/>
                  <a:gd name="T49" fmla="*/ 2 h 19"/>
                  <a:gd name="T50" fmla="*/ 26 w 28"/>
                  <a:gd name="T51" fmla="*/ 8 h 19"/>
                  <a:gd name="T52" fmla="*/ 27 w 28"/>
                  <a:gd name="T53" fmla="*/ 12 h 19"/>
                  <a:gd name="T54" fmla="*/ 26 w 28"/>
                  <a:gd name="T55" fmla="*/ 14 h 19"/>
                  <a:gd name="T56" fmla="*/ 26 w 28"/>
                  <a:gd name="T57" fmla="*/ 17 h 19"/>
                  <a:gd name="T58" fmla="*/ 22 w 28"/>
                  <a:gd name="T59"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19">
                    <a:moveTo>
                      <a:pt x="22" y="19"/>
                    </a:moveTo>
                    <a:cubicBezTo>
                      <a:pt x="20" y="19"/>
                      <a:pt x="17" y="19"/>
                      <a:pt x="15" y="19"/>
                    </a:cubicBezTo>
                    <a:cubicBezTo>
                      <a:pt x="12" y="19"/>
                      <a:pt x="15" y="18"/>
                      <a:pt x="15" y="17"/>
                    </a:cubicBezTo>
                    <a:cubicBezTo>
                      <a:pt x="16" y="16"/>
                      <a:pt x="11" y="16"/>
                      <a:pt x="12" y="15"/>
                    </a:cubicBezTo>
                    <a:cubicBezTo>
                      <a:pt x="13" y="14"/>
                      <a:pt x="15" y="13"/>
                      <a:pt x="17" y="13"/>
                    </a:cubicBezTo>
                    <a:cubicBezTo>
                      <a:pt x="18" y="12"/>
                      <a:pt x="17" y="12"/>
                      <a:pt x="16" y="12"/>
                    </a:cubicBezTo>
                    <a:cubicBezTo>
                      <a:pt x="14" y="11"/>
                      <a:pt x="12" y="12"/>
                      <a:pt x="9" y="13"/>
                    </a:cubicBezTo>
                    <a:cubicBezTo>
                      <a:pt x="7" y="13"/>
                      <a:pt x="5" y="13"/>
                      <a:pt x="2" y="13"/>
                    </a:cubicBezTo>
                    <a:cubicBezTo>
                      <a:pt x="2" y="14"/>
                      <a:pt x="0" y="14"/>
                      <a:pt x="1" y="12"/>
                    </a:cubicBezTo>
                    <a:cubicBezTo>
                      <a:pt x="3" y="10"/>
                      <a:pt x="5" y="11"/>
                      <a:pt x="7" y="10"/>
                    </a:cubicBezTo>
                    <a:cubicBezTo>
                      <a:pt x="11" y="9"/>
                      <a:pt x="4" y="9"/>
                      <a:pt x="4" y="8"/>
                    </a:cubicBezTo>
                    <a:cubicBezTo>
                      <a:pt x="3" y="8"/>
                      <a:pt x="7" y="6"/>
                      <a:pt x="7" y="6"/>
                    </a:cubicBezTo>
                    <a:cubicBezTo>
                      <a:pt x="7" y="6"/>
                      <a:pt x="4" y="6"/>
                      <a:pt x="3" y="6"/>
                    </a:cubicBezTo>
                    <a:cubicBezTo>
                      <a:pt x="3" y="5"/>
                      <a:pt x="6" y="4"/>
                      <a:pt x="7" y="4"/>
                    </a:cubicBezTo>
                    <a:cubicBezTo>
                      <a:pt x="9" y="4"/>
                      <a:pt x="11" y="7"/>
                      <a:pt x="13" y="8"/>
                    </a:cubicBezTo>
                    <a:cubicBezTo>
                      <a:pt x="14" y="8"/>
                      <a:pt x="15" y="10"/>
                      <a:pt x="16" y="9"/>
                    </a:cubicBezTo>
                    <a:cubicBezTo>
                      <a:pt x="19" y="7"/>
                      <a:pt x="13" y="7"/>
                      <a:pt x="13" y="7"/>
                    </a:cubicBezTo>
                    <a:cubicBezTo>
                      <a:pt x="14" y="7"/>
                      <a:pt x="18" y="6"/>
                      <a:pt x="14" y="5"/>
                    </a:cubicBezTo>
                    <a:cubicBezTo>
                      <a:pt x="13" y="5"/>
                      <a:pt x="12" y="5"/>
                      <a:pt x="11" y="4"/>
                    </a:cubicBezTo>
                    <a:cubicBezTo>
                      <a:pt x="9" y="3"/>
                      <a:pt x="11" y="3"/>
                      <a:pt x="11" y="2"/>
                    </a:cubicBezTo>
                    <a:cubicBezTo>
                      <a:pt x="10" y="2"/>
                      <a:pt x="7" y="3"/>
                      <a:pt x="7" y="3"/>
                    </a:cubicBezTo>
                    <a:cubicBezTo>
                      <a:pt x="6" y="2"/>
                      <a:pt x="13" y="1"/>
                      <a:pt x="13" y="1"/>
                    </a:cubicBezTo>
                    <a:cubicBezTo>
                      <a:pt x="13" y="1"/>
                      <a:pt x="12" y="2"/>
                      <a:pt x="12" y="2"/>
                    </a:cubicBezTo>
                    <a:cubicBezTo>
                      <a:pt x="11" y="3"/>
                      <a:pt x="14" y="3"/>
                      <a:pt x="15" y="3"/>
                    </a:cubicBezTo>
                    <a:cubicBezTo>
                      <a:pt x="18" y="4"/>
                      <a:pt x="19" y="4"/>
                      <a:pt x="21" y="2"/>
                    </a:cubicBezTo>
                    <a:cubicBezTo>
                      <a:pt x="24" y="0"/>
                      <a:pt x="27" y="6"/>
                      <a:pt x="26" y="8"/>
                    </a:cubicBezTo>
                    <a:cubicBezTo>
                      <a:pt x="26" y="10"/>
                      <a:pt x="26" y="11"/>
                      <a:pt x="27" y="12"/>
                    </a:cubicBezTo>
                    <a:cubicBezTo>
                      <a:pt x="28" y="14"/>
                      <a:pt x="28" y="15"/>
                      <a:pt x="26" y="14"/>
                    </a:cubicBezTo>
                    <a:cubicBezTo>
                      <a:pt x="24" y="12"/>
                      <a:pt x="25" y="16"/>
                      <a:pt x="26" y="17"/>
                    </a:cubicBezTo>
                    <a:cubicBezTo>
                      <a:pt x="27" y="18"/>
                      <a:pt x="23" y="19"/>
                      <a:pt x="22" y="1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1" name="Freeform 586">
                <a:extLst>
                  <a:ext uri="{FF2B5EF4-FFF2-40B4-BE49-F238E27FC236}">
                    <a16:creationId xmlns:a16="http://schemas.microsoft.com/office/drawing/2014/main" id="{55DF8EAC-1B4E-344D-FFA0-F67F6554AB7E}"/>
                  </a:ext>
                </a:extLst>
              </p:cNvPr>
              <p:cNvSpPr>
                <a:spLocks/>
              </p:cNvSpPr>
              <p:nvPr/>
            </p:nvSpPr>
            <p:spPr bwMode="auto">
              <a:xfrm>
                <a:off x="6878534" y="4535082"/>
                <a:ext cx="82803" cy="25484"/>
              </a:xfrm>
              <a:custGeom>
                <a:avLst/>
                <a:gdLst>
                  <a:gd name="T0" fmla="*/ 1 w 9"/>
                  <a:gd name="T1" fmla="*/ 3 h 3"/>
                  <a:gd name="T2" fmla="*/ 7 w 9"/>
                  <a:gd name="T3" fmla="*/ 0 h 3"/>
                  <a:gd name="T4" fmla="*/ 1 w 9"/>
                  <a:gd name="T5" fmla="*/ 3 h 3"/>
                </a:gdLst>
                <a:ahLst/>
                <a:cxnLst>
                  <a:cxn ang="0">
                    <a:pos x="T0" y="T1"/>
                  </a:cxn>
                  <a:cxn ang="0">
                    <a:pos x="T2" y="T3"/>
                  </a:cxn>
                  <a:cxn ang="0">
                    <a:pos x="T4" y="T5"/>
                  </a:cxn>
                </a:cxnLst>
                <a:rect l="0" t="0" r="r" b="b"/>
                <a:pathLst>
                  <a:path w="9" h="3">
                    <a:moveTo>
                      <a:pt x="1" y="3"/>
                    </a:moveTo>
                    <a:cubicBezTo>
                      <a:pt x="4" y="2"/>
                      <a:pt x="9" y="0"/>
                      <a:pt x="7" y="0"/>
                    </a:cubicBezTo>
                    <a:cubicBezTo>
                      <a:pt x="4" y="0"/>
                      <a:pt x="0" y="3"/>
                      <a:pt x="1"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2" name="Freeform 587">
                <a:extLst>
                  <a:ext uri="{FF2B5EF4-FFF2-40B4-BE49-F238E27FC236}">
                    <a16:creationId xmlns:a16="http://schemas.microsoft.com/office/drawing/2014/main" id="{F283E0BD-1D13-A33A-50E2-A66A7B76727A}"/>
                  </a:ext>
                </a:extLst>
              </p:cNvPr>
              <p:cNvSpPr>
                <a:spLocks/>
              </p:cNvSpPr>
              <p:nvPr/>
            </p:nvSpPr>
            <p:spPr bwMode="auto">
              <a:xfrm>
                <a:off x="6859425" y="4525526"/>
                <a:ext cx="76432" cy="19114"/>
              </a:xfrm>
              <a:custGeom>
                <a:avLst/>
                <a:gdLst>
                  <a:gd name="T0" fmla="*/ 1 w 8"/>
                  <a:gd name="T1" fmla="*/ 2 h 2"/>
                  <a:gd name="T2" fmla="*/ 6 w 8"/>
                  <a:gd name="T3" fmla="*/ 0 h 2"/>
                  <a:gd name="T4" fmla="*/ 1 w 8"/>
                  <a:gd name="T5" fmla="*/ 2 h 2"/>
                </a:gdLst>
                <a:ahLst/>
                <a:cxnLst>
                  <a:cxn ang="0">
                    <a:pos x="T0" y="T1"/>
                  </a:cxn>
                  <a:cxn ang="0">
                    <a:pos x="T2" y="T3"/>
                  </a:cxn>
                  <a:cxn ang="0">
                    <a:pos x="T4" y="T5"/>
                  </a:cxn>
                </a:cxnLst>
                <a:rect l="0" t="0" r="r" b="b"/>
                <a:pathLst>
                  <a:path w="8" h="2">
                    <a:moveTo>
                      <a:pt x="1" y="2"/>
                    </a:moveTo>
                    <a:cubicBezTo>
                      <a:pt x="0" y="2"/>
                      <a:pt x="4" y="0"/>
                      <a:pt x="6" y="0"/>
                    </a:cubicBezTo>
                    <a:cubicBezTo>
                      <a:pt x="8" y="0"/>
                      <a:pt x="4" y="2"/>
                      <a:pt x="1"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3" name="Freeform 588">
                <a:extLst>
                  <a:ext uri="{FF2B5EF4-FFF2-40B4-BE49-F238E27FC236}">
                    <a16:creationId xmlns:a16="http://schemas.microsoft.com/office/drawing/2014/main" id="{8D1582D9-17EA-AF6A-F8FA-745C3FCA2D05}"/>
                  </a:ext>
                </a:extLst>
              </p:cNvPr>
              <p:cNvSpPr>
                <a:spLocks/>
              </p:cNvSpPr>
              <p:nvPr/>
            </p:nvSpPr>
            <p:spPr bwMode="auto">
              <a:xfrm>
                <a:off x="6821208" y="4496854"/>
                <a:ext cx="95541" cy="47785"/>
              </a:xfrm>
              <a:custGeom>
                <a:avLst/>
                <a:gdLst>
                  <a:gd name="T0" fmla="*/ 2 w 10"/>
                  <a:gd name="T1" fmla="*/ 3 h 5"/>
                  <a:gd name="T2" fmla="*/ 10 w 10"/>
                  <a:gd name="T3" fmla="*/ 1 h 5"/>
                  <a:gd name="T4" fmla="*/ 2 w 10"/>
                  <a:gd name="T5" fmla="*/ 3 h 5"/>
                </a:gdLst>
                <a:ahLst/>
                <a:cxnLst>
                  <a:cxn ang="0">
                    <a:pos x="T0" y="T1"/>
                  </a:cxn>
                  <a:cxn ang="0">
                    <a:pos x="T2" y="T3"/>
                  </a:cxn>
                  <a:cxn ang="0">
                    <a:pos x="T4" y="T5"/>
                  </a:cxn>
                </a:cxnLst>
                <a:rect l="0" t="0" r="r" b="b"/>
                <a:pathLst>
                  <a:path w="10" h="5">
                    <a:moveTo>
                      <a:pt x="2" y="3"/>
                    </a:moveTo>
                    <a:cubicBezTo>
                      <a:pt x="0" y="2"/>
                      <a:pt x="10" y="0"/>
                      <a:pt x="10" y="1"/>
                    </a:cubicBezTo>
                    <a:cubicBezTo>
                      <a:pt x="10" y="2"/>
                      <a:pt x="6" y="5"/>
                      <a:pt x="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4" name="Freeform 589">
                <a:extLst>
                  <a:ext uri="{FF2B5EF4-FFF2-40B4-BE49-F238E27FC236}">
                    <a16:creationId xmlns:a16="http://schemas.microsoft.com/office/drawing/2014/main" id="{E1C1156A-DF1F-6C24-3B88-7F22ECFF093C}"/>
                  </a:ext>
                </a:extLst>
              </p:cNvPr>
              <p:cNvSpPr>
                <a:spLocks/>
              </p:cNvSpPr>
              <p:nvPr/>
            </p:nvSpPr>
            <p:spPr bwMode="auto">
              <a:xfrm>
                <a:off x="6830763" y="4458630"/>
                <a:ext cx="66879" cy="47785"/>
              </a:xfrm>
              <a:custGeom>
                <a:avLst/>
                <a:gdLst>
                  <a:gd name="T0" fmla="*/ 1 w 7"/>
                  <a:gd name="T1" fmla="*/ 5 h 5"/>
                  <a:gd name="T2" fmla="*/ 0 w 7"/>
                  <a:gd name="T3" fmla="*/ 1 h 5"/>
                  <a:gd name="T4" fmla="*/ 4 w 7"/>
                  <a:gd name="T5" fmla="*/ 2 h 5"/>
                  <a:gd name="T6" fmla="*/ 7 w 7"/>
                  <a:gd name="T7" fmla="*/ 4 h 5"/>
                  <a:gd name="T8" fmla="*/ 1 w 7"/>
                  <a:gd name="T9" fmla="*/ 5 h 5"/>
                  <a:gd name="T10" fmla="*/ 1 w 7"/>
                  <a:gd name="T11" fmla="*/ 5 h 5"/>
                </a:gdLst>
                <a:ahLst/>
                <a:cxnLst>
                  <a:cxn ang="0">
                    <a:pos x="T0" y="T1"/>
                  </a:cxn>
                  <a:cxn ang="0">
                    <a:pos x="T2" y="T3"/>
                  </a:cxn>
                  <a:cxn ang="0">
                    <a:pos x="T4" y="T5"/>
                  </a:cxn>
                  <a:cxn ang="0">
                    <a:pos x="T6" y="T7"/>
                  </a:cxn>
                  <a:cxn ang="0">
                    <a:pos x="T8" y="T9"/>
                  </a:cxn>
                  <a:cxn ang="0">
                    <a:pos x="T10" y="T11"/>
                  </a:cxn>
                </a:cxnLst>
                <a:rect l="0" t="0" r="r" b="b"/>
                <a:pathLst>
                  <a:path w="7" h="5">
                    <a:moveTo>
                      <a:pt x="1" y="5"/>
                    </a:moveTo>
                    <a:cubicBezTo>
                      <a:pt x="0" y="4"/>
                      <a:pt x="0" y="2"/>
                      <a:pt x="0" y="1"/>
                    </a:cubicBezTo>
                    <a:cubicBezTo>
                      <a:pt x="1" y="0"/>
                      <a:pt x="3" y="1"/>
                      <a:pt x="4" y="2"/>
                    </a:cubicBezTo>
                    <a:cubicBezTo>
                      <a:pt x="4" y="2"/>
                      <a:pt x="7" y="3"/>
                      <a:pt x="7" y="4"/>
                    </a:cubicBezTo>
                    <a:cubicBezTo>
                      <a:pt x="7" y="4"/>
                      <a:pt x="2" y="5"/>
                      <a:pt x="1" y="5"/>
                    </a:cubicBezTo>
                    <a:cubicBezTo>
                      <a:pt x="0" y="4"/>
                      <a:pt x="4" y="5"/>
                      <a:pt x="1"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5" name="Freeform 590">
                <a:extLst>
                  <a:ext uri="{FF2B5EF4-FFF2-40B4-BE49-F238E27FC236}">
                    <a16:creationId xmlns:a16="http://schemas.microsoft.com/office/drawing/2014/main" id="{D69D4B17-2008-0EBF-A26D-E8B24AFFDB9C}"/>
                  </a:ext>
                </a:extLst>
              </p:cNvPr>
              <p:cNvSpPr>
                <a:spLocks/>
              </p:cNvSpPr>
              <p:nvPr/>
            </p:nvSpPr>
            <p:spPr bwMode="auto">
              <a:xfrm>
                <a:off x="6738407" y="4347133"/>
                <a:ext cx="111465" cy="82827"/>
              </a:xfrm>
              <a:custGeom>
                <a:avLst/>
                <a:gdLst>
                  <a:gd name="T0" fmla="*/ 8 w 12"/>
                  <a:gd name="T1" fmla="*/ 8 h 9"/>
                  <a:gd name="T2" fmla="*/ 3 w 12"/>
                  <a:gd name="T3" fmla="*/ 1 h 9"/>
                  <a:gd name="T4" fmla="*/ 8 w 12"/>
                  <a:gd name="T5" fmla="*/ 8 h 9"/>
                </a:gdLst>
                <a:ahLst/>
                <a:cxnLst>
                  <a:cxn ang="0">
                    <a:pos x="T0" y="T1"/>
                  </a:cxn>
                  <a:cxn ang="0">
                    <a:pos x="T2" y="T3"/>
                  </a:cxn>
                  <a:cxn ang="0">
                    <a:pos x="T4" y="T5"/>
                  </a:cxn>
                </a:cxnLst>
                <a:rect l="0" t="0" r="r" b="b"/>
                <a:pathLst>
                  <a:path w="12" h="9">
                    <a:moveTo>
                      <a:pt x="8" y="8"/>
                    </a:moveTo>
                    <a:cubicBezTo>
                      <a:pt x="6" y="9"/>
                      <a:pt x="0" y="0"/>
                      <a:pt x="3" y="1"/>
                    </a:cubicBezTo>
                    <a:cubicBezTo>
                      <a:pt x="6" y="3"/>
                      <a:pt x="12" y="8"/>
                      <a:pt x="8"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6" name="Freeform 591">
                <a:extLst>
                  <a:ext uri="{FF2B5EF4-FFF2-40B4-BE49-F238E27FC236}">
                    <a16:creationId xmlns:a16="http://schemas.microsoft.com/office/drawing/2014/main" id="{EA372B3B-FC20-3B15-B3B8-3D7E5AD38D23}"/>
                  </a:ext>
                </a:extLst>
              </p:cNvPr>
              <p:cNvSpPr>
                <a:spLocks/>
              </p:cNvSpPr>
              <p:nvPr/>
            </p:nvSpPr>
            <p:spPr bwMode="auto">
              <a:xfrm>
                <a:off x="6916751" y="4337578"/>
                <a:ext cx="82803" cy="28669"/>
              </a:xfrm>
              <a:custGeom>
                <a:avLst/>
                <a:gdLst>
                  <a:gd name="T0" fmla="*/ 2 w 9"/>
                  <a:gd name="T1" fmla="*/ 1 h 3"/>
                  <a:gd name="T2" fmla="*/ 8 w 9"/>
                  <a:gd name="T3" fmla="*/ 2 h 3"/>
                  <a:gd name="T4" fmla="*/ 2 w 9"/>
                  <a:gd name="T5" fmla="*/ 1 h 3"/>
                </a:gdLst>
                <a:ahLst/>
                <a:cxnLst>
                  <a:cxn ang="0">
                    <a:pos x="T0" y="T1"/>
                  </a:cxn>
                  <a:cxn ang="0">
                    <a:pos x="T2" y="T3"/>
                  </a:cxn>
                  <a:cxn ang="0">
                    <a:pos x="T4" y="T5"/>
                  </a:cxn>
                </a:cxnLst>
                <a:rect l="0" t="0" r="r" b="b"/>
                <a:pathLst>
                  <a:path w="9" h="3">
                    <a:moveTo>
                      <a:pt x="2" y="1"/>
                    </a:moveTo>
                    <a:cubicBezTo>
                      <a:pt x="5" y="0"/>
                      <a:pt x="9" y="2"/>
                      <a:pt x="8" y="2"/>
                    </a:cubicBezTo>
                    <a:cubicBezTo>
                      <a:pt x="3" y="3"/>
                      <a:pt x="0" y="2"/>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7" name="Freeform 592">
                <a:extLst>
                  <a:ext uri="{FF2B5EF4-FFF2-40B4-BE49-F238E27FC236}">
                    <a16:creationId xmlns:a16="http://schemas.microsoft.com/office/drawing/2014/main" id="{8BFDAE74-122F-4963-AF7A-276303180966}"/>
                  </a:ext>
                </a:extLst>
              </p:cNvPr>
              <p:cNvSpPr>
                <a:spLocks/>
              </p:cNvSpPr>
              <p:nvPr/>
            </p:nvSpPr>
            <p:spPr bwMode="auto">
              <a:xfrm>
                <a:off x="6757513" y="4187857"/>
                <a:ext cx="334395" cy="178393"/>
              </a:xfrm>
              <a:custGeom>
                <a:avLst/>
                <a:gdLst>
                  <a:gd name="T0" fmla="*/ 28 w 36"/>
                  <a:gd name="T1" fmla="*/ 17 h 19"/>
                  <a:gd name="T2" fmla="*/ 27 w 36"/>
                  <a:gd name="T3" fmla="*/ 15 h 19"/>
                  <a:gd name="T4" fmla="*/ 22 w 36"/>
                  <a:gd name="T5" fmla="*/ 13 h 19"/>
                  <a:gd name="T6" fmla="*/ 14 w 36"/>
                  <a:gd name="T7" fmla="*/ 14 h 19"/>
                  <a:gd name="T8" fmla="*/ 18 w 36"/>
                  <a:gd name="T9" fmla="*/ 12 h 19"/>
                  <a:gd name="T10" fmla="*/ 8 w 36"/>
                  <a:gd name="T11" fmla="*/ 12 h 19"/>
                  <a:gd name="T12" fmla="*/ 13 w 36"/>
                  <a:gd name="T13" fmla="*/ 10 h 19"/>
                  <a:gd name="T14" fmla="*/ 12 w 36"/>
                  <a:gd name="T15" fmla="*/ 9 h 19"/>
                  <a:gd name="T16" fmla="*/ 13 w 36"/>
                  <a:gd name="T17" fmla="*/ 8 h 19"/>
                  <a:gd name="T18" fmla="*/ 11 w 36"/>
                  <a:gd name="T19" fmla="*/ 8 h 19"/>
                  <a:gd name="T20" fmla="*/ 10 w 36"/>
                  <a:gd name="T21" fmla="*/ 6 h 19"/>
                  <a:gd name="T22" fmla="*/ 6 w 36"/>
                  <a:gd name="T23" fmla="*/ 6 h 19"/>
                  <a:gd name="T24" fmla="*/ 3 w 36"/>
                  <a:gd name="T25" fmla="*/ 5 h 19"/>
                  <a:gd name="T26" fmla="*/ 9 w 36"/>
                  <a:gd name="T27" fmla="*/ 2 h 19"/>
                  <a:gd name="T28" fmla="*/ 16 w 36"/>
                  <a:gd name="T29" fmla="*/ 1 h 19"/>
                  <a:gd name="T30" fmla="*/ 18 w 36"/>
                  <a:gd name="T31" fmla="*/ 5 h 19"/>
                  <a:gd name="T32" fmla="*/ 22 w 36"/>
                  <a:gd name="T33" fmla="*/ 4 h 19"/>
                  <a:gd name="T34" fmla="*/ 25 w 36"/>
                  <a:gd name="T35" fmla="*/ 7 h 19"/>
                  <a:gd name="T36" fmla="*/ 30 w 36"/>
                  <a:gd name="T37" fmla="*/ 7 h 19"/>
                  <a:gd name="T38" fmla="*/ 33 w 36"/>
                  <a:gd name="T39" fmla="*/ 12 h 19"/>
                  <a:gd name="T40" fmla="*/ 34 w 36"/>
                  <a:gd name="T41" fmla="*/ 16 h 19"/>
                  <a:gd name="T42" fmla="*/ 28 w 36"/>
                  <a:gd name="T43" fmla="*/ 17 h 19"/>
                  <a:gd name="T44" fmla="*/ 28 w 36"/>
                  <a:gd name="T45" fmla="*/ 17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19">
                    <a:moveTo>
                      <a:pt x="28" y="17"/>
                    </a:moveTo>
                    <a:cubicBezTo>
                      <a:pt x="27" y="17"/>
                      <a:pt x="27" y="16"/>
                      <a:pt x="27" y="15"/>
                    </a:cubicBezTo>
                    <a:cubicBezTo>
                      <a:pt x="26" y="14"/>
                      <a:pt x="23" y="13"/>
                      <a:pt x="22" y="13"/>
                    </a:cubicBezTo>
                    <a:cubicBezTo>
                      <a:pt x="21" y="13"/>
                      <a:pt x="14" y="15"/>
                      <a:pt x="14" y="14"/>
                    </a:cubicBezTo>
                    <a:cubicBezTo>
                      <a:pt x="14" y="14"/>
                      <a:pt x="18" y="12"/>
                      <a:pt x="18" y="12"/>
                    </a:cubicBezTo>
                    <a:cubicBezTo>
                      <a:pt x="15" y="11"/>
                      <a:pt x="11" y="14"/>
                      <a:pt x="8" y="12"/>
                    </a:cubicBezTo>
                    <a:cubicBezTo>
                      <a:pt x="2" y="9"/>
                      <a:pt x="13" y="10"/>
                      <a:pt x="13" y="10"/>
                    </a:cubicBezTo>
                    <a:cubicBezTo>
                      <a:pt x="13" y="10"/>
                      <a:pt x="12" y="9"/>
                      <a:pt x="12" y="9"/>
                    </a:cubicBezTo>
                    <a:cubicBezTo>
                      <a:pt x="12" y="9"/>
                      <a:pt x="13" y="8"/>
                      <a:pt x="13" y="8"/>
                    </a:cubicBezTo>
                    <a:cubicBezTo>
                      <a:pt x="14" y="7"/>
                      <a:pt x="11" y="8"/>
                      <a:pt x="11" y="8"/>
                    </a:cubicBezTo>
                    <a:cubicBezTo>
                      <a:pt x="10" y="7"/>
                      <a:pt x="12" y="6"/>
                      <a:pt x="10" y="6"/>
                    </a:cubicBezTo>
                    <a:cubicBezTo>
                      <a:pt x="9" y="6"/>
                      <a:pt x="7" y="7"/>
                      <a:pt x="6" y="6"/>
                    </a:cubicBezTo>
                    <a:cubicBezTo>
                      <a:pt x="6" y="5"/>
                      <a:pt x="4" y="6"/>
                      <a:pt x="3" y="5"/>
                    </a:cubicBezTo>
                    <a:cubicBezTo>
                      <a:pt x="0" y="0"/>
                      <a:pt x="7" y="2"/>
                      <a:pt x="9" y="2"/>
                    </a:cubicBezTo>
                    <a:cubicBezTo>
                      <a:pt x="11" y="1"/>
                      <a:pt x="14" y="0"/>
                      <a:pt x="16" y="1"/>
                    </a:cubicBezTo>
                    <a:cubicBezTo>
                      <a:pt x="19" y="2"/>
                      <a:pt x="14" y="7"/>
                      <a:pt x="18" y="5"/>
                    </a:cubicBezTo>
                    <a:cubicBezTo>
                      <a:pt x="19" y="5"/>
                      <a:pt x="21" y="3"/>
                      <a:pt x="22" y="4"/>
                    </a:cubicBezTo>
                    <a:cubicBezTo>
                      <a:pt x="23" y="5"/>
                      <a:pt x="24" y="7"/>
                      <a:pt x="25" y="7"/>
                    </a:cubicBezTo>
                    <a:cubicBezTo>
                      <a:pt x="26" y="7"/>
                      <a:pt x="29" y="6"/>
                      <a:pt x="30" y="7"/>
                    </a:cubicBezTo>
                    <a:cubicBezTo>
                      <a:pt x="32" y="8"/>
                      <a:pt x="32" y="11"/>
                      <a:pt x="33" y="12"/>
                    </a:cubicBezTo>
                    <a:cubicBezTo>
                      <a:pt x="34" y="14"/>
                      <a:pt x="36" y="15"/>
                      <a:pt x="34" y="16"/>
                    </a:cubicBezTo>
                    <a:cubicBezTo>
                      <a:pt x="33" y="18"/>
                      <a:pt x="30" y="18"/>
                      <a:pt x="28" y="17"/>
                    </a:cubicBezTo>
                    <a:cubicBezTo>
                      <a:pt x="27" y="16"/>
                      <a:pt x="31" y="19"/>
                      <a:pt x="28" y="1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8" name="Freeform 593">
                <a:extLst>
                  <a:ext uri="{FF2B5EF4-FFF2-40B4-BE49-F238E27FC236}">
                    <a16:creationId xmlns:a16="http://schemas.microsoft.com/office/drawing/2014/main" id="{44BC35EC-21AC-EE37-E5A7-9C457698DB1A}"/>
                  </a:ext>
                </a:extLst>
              </p:cNvPr>
              <p:cNvSpPr>
                <a:spLocks/>
              </p:cNvSpPr>
              <p:nvPr/>
            </p:nvSpPr>
            <p:spPr bwMode="auto">
              <a:xfrm>
                <a:off x="7018660" y="4101847"/>
                <a:ext cx="101909" cy="47785"/>
              </a:xfrm>
              <a:custGeom>
                <a:avLst/>
                <a:gdLst>
                  <a:gd name="T0" fmla="*/ 8 w 11"/>
                  <a:gd name="T1" fmla="*/ 5 h 5"/>
                  <a:gd name="T2" fmla="*/ 4 w 11"/>
                  <a:gd name="T3" fmla="*/ 4 h 5"/>
                  <a:gd name="T4" fmla="*/ 2 w 11"/>
                  <a:gd name="T5" fmla="*/ 3 h 5"/>
                  <a:gd name="T6" fmla="*/ 7 w 11"/>
                  <a:gd name="T7" fmla="*/ 2 h 5"/>
                  <a:gd name="T8" fmla="*/ 8 w 11"/>
                  <a:gd name="T9" fmla="*/ 5 h 5"/>
                </a:gdLst>
                <a:ahLst/>
                <a:cxnLst>
                  <a:cxn ang="0">
                    <a:pos x="T0" y="T1"/>
                  </a:cxn>
                  <a:cxn ang="0">
                    <a:pos x="T2" y="T3"/>
                  </a:cxn>
                  <a:cxn ang="0">
                    <a:pos x="T4" y="T5"/>
                  </a:cxn>
                  <a:cxn ang="0">
                    <a:pos x="T6" y="T7"/>
                  </a:cxn>
                  <a:cxn ang="0">
                    <a:pos x="T8" y="T9"/>
                  </a:cxn>
                </a:cxnLst>
                <a:rect l="0" t="0" r="r" b="b"/>
                <a:pathLst>
                  <a:path w="11" h="5">
                    <a:moveTo>
                      <a:pt x="8" y="5"/>
                    </a:moveTo>
                    <a:cubicBezTo>
                      <a:pt x="6" y="5"/>
                      <a:pt x="6" y="4"/>
                      <a:pt x="4" y="4"/>
                    </a:cubicBezTo>
                    <a:cubicBezTo>
                      <a:pt x="4" y="4"/>
                      <a:pt x="0" y="4"/>
                      <a:pt x="2" y="3"/>
                    </a:cubicBezTo>
                    <a:cubicBezTo>
                      <a:pt x="3" y="1"/>
                      <a:pt x="6" y="0"/>
                      <a:pt x="7" y="2"/>
                    </a:cubicBezTo>
                    <a:cubicBezTo>
                      <a:pt x="9" y="3"/>
                      <a:pt x="11" y="5"/>
                      <a:pt x="8"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199" name="Freeform 594">
                <a:extLst>
                  <a:ext uri="{FF2B5EF4-FFF2-40B4-BE49-F238E27FC236}">
                    <a16:creationId xmlns:a16="http://schemas.microsoft.com/office/drawing/2014/main" id="{546CBF92-8D11-9ACA-7D73-5C0A7835E477}"/>
                  </a:ext>
                </a:extLst>
              </p:cNvPr>
              <p:cNvSpPr>
                <a:spLocks/>
              </p:cNvSpPr>
              <p:nvPr/>
            </p:nvSpPr>
            <p:spPr bwMode="auto">
              <a:xfrm>
                <a:off x="7101463" y="4251568"/>
                <a:ext cx="187897" cy="105124"/>
              </a:xfrm>
              <a:custGeom>
                <a:avLst/>
                <a:gdLst>
                  <a:gd name="T0" fmla="*/ 8 w 20"/>
                  <a:gd name="T1" fmla="*/ 7 h 11"/>
                  <a:gd name="T2" fmla="*/ 3 w 20"/>
                  <a:gd name="T3" fmla="*/ 5 h 11"/>
                  <a:gd name="T4" fmla="*/ 4 w 20"/>
                  <a:gd name="T5" fmla="*/ 3 h 11"/>
                  <a:gd name="T6" fmla="*/ 1 w 20"/>
                  <a:gd name="T7" fmla="*/ 1 h 11"/>
                  <a:gd name="T8" fmla="*/ 6 w 20"/>
                  <a:gd name="T9" fmla="*/ 1 h 11"/>
                  <a:gd name="T10" fmla="*/ 12 w 20"/>
                  <a:gd name="T11" fmla="*/ 3 h 11"/>
                  <a:gd name="T12" fmla="*/ 16 w 20"/>
                  <a:gd name="T13" fmla="*/ 3 h 11"/>
                  <a:gd name="T14" fmla="*/ 19 w 20"/>
                  <a:gd name="T15" fmla="*/ 4 h 11"/>
                  <a:gd name="T16" fmla="*/ 18 w 20"/>
                  <a:gd name="T17" fmla="*/ 8 h 11"/>
                  <a:gd name="T18" fmla="*/ 15 w 20"/>
                  <a:gd name="T19" fmla="*/ 10 h 11"/>
                  <a:gd name="T20" fmla="*/ 9 w 20"/>
                  <a:gd name="T21" fmla="*/ 11 h 11"/>
                  <a:gd name="T22" fmla="*/ 4 w 20"/>
                  <a:gd name="T23" fmla="*/ 8 h 11"/>
                  <a:gd name="T24" fmla="*/ 8 w 20"/>
                  <a:gd name="T25" fmla="*/ 7 h 11"/>
                  <a:gd name="T26" fmla="*/ 8 w 20"/>
                  <a:gd name="T2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 h="11">
                    <a:moveTo>
                      <a:pt x="8" y="7"/>
                    </a:moveTo>
                    <a:cubicBezTo>
                      <a:pt x="6" y="7"/>
                      <a:pt x="4" y="6"/>
                      <a:pt x="3" y="5"/>
                    </a:cubicBezTo>
                    <a:cubicBezTo>
                      <a:pt x="0" y="4"/>
                      <a:pt x="4" y="3"/>
                      <a:pt x="4" y="3"/>
                    </a:cubicBezTo>
                    <a:cubicBezTo>
                      <a:pt x="4" y="2"/>
                      <a:pt x="2" y="1"/>
                      <a:pt x="1" y="1"/>
                    </a:cubicBezTo>
                    <a:cubicBezTo>
                      <a:pt x="1" y="0"/>
                      <a:pt x="6" y="1"/>
                      <a:pt x="6" y="1"/>
                    </a:cubicBezTo>
                    <a:cubicBezTo>
                      <a:pt x="8" y="1"/>
                      <a:pt x="10" y="2"/>
                      <a:pt x="12" y="3"/>
                    </a:cubicBezTo>
                    <a:cubicBezTo>
                      <a:pt x="14" y="3"/>
                      <a:pt x="15" y="3"/>
                      <a:pt x="16" y="3"/>
                    </a:cubicBezTo>
                    <a:cubicBezTo>
                      <a:pt x="17" y="3"/>
                      <a:pt x="20" y="4"/>
                      <a:pt x="19" y="4"/>
                    </a:cubicBezTo>
                    <a:cubicBezTo>
                      <a:pt x="17" y="6"/>
                      <a:pt x="16" y="5"/>
                      <a:pt x="18" y="8"/>
                    </a:cubicBezTo>
                    <a:cubicBezTo>
                      <a:pt x="19" y="9"/>
                      <a:pt x="16" y="9"/>
                      <a:pt x="15" y="10"/>
                    </a:cubicBezTo>
                    <a:cubicBezTo>
                      <a:pt x="13" y="10"/>
                      <a:pt x="11" y="11"/>
                      <a:pt x="9" y="11"/>
                    </a:cubicBezTo>
                    <a:cubicBezTo>
                      <a:pt x="8" y="10"/>
                      <a:pt x="4" y="9"/>
                      <a:pt x="4" y="8"/>
                    </a:cubicBezTo>
                    <a:cubicBezTo>
                      <a:pt x="4" y="8"/>
                      <a:pt x="10" y="7"/>
                      <a:pt x="8" y="7"/>
                    </a:cubicBezTo>
                    <a:cubicBezTo>
                      <a:pt x="5" y="6"/>
                      <a:pt x="10" y="7"/>
                      <a:pt x="8"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0" name="Freeform 595">
                <a:extLst>
                  <a:ext uri="{FF2B5EF4-FFF2-40B4-BE49-F238E27FC236}">
                    <a16:creationId xmlns:a16="http://schemas.microsoft.com/office/drawing/2014/main" id="{25818BF0-7BFE-5651-DDC6-36111A4C1B87}"/>
                  </a:ext>
                </a:extLst>
              </p:cNvPr>
              <p:cNvSpPr>
                <a:spLocks/>
              </p:cNvSpPr>
              <p:nvPr/>
            </p:nvSpPr>
            <p:spPr bwMode="auto">
              <a:xfrm>
                <a:off x="7206560" y="4347133"/>
                <a:ext cx="165604" cy="47785"/>
              </a:xfrm>
              <a:custGeom>
                <a:avLst/>
                <a:gdLst>
                  <a:gd name="T0" fmla="*/ 14 w 18"/>
                  <a:gd name="T1" fmla="*/ 5 h 5"/>
                  <a:gd name="T2" fmla="*/ 16 w 18"/>
                  <a:gd name="T3" fmla="*/ 2 h 5"/>
                  <a:gd name="T4" fmla="*/ 13 w 18"/>
                  <a:gd name="T5" fmla="*/ 1 h 5"/>
                  <a:gd name="T6" fmla="*/ 3 w 18"/>
                  <a:gd name="T7" fmla="*/ 1 h 5"/>
                  <a:gd name="T8" fmla="*/ 4 w 18"/>
                  <a:gd name="T9" fmla="*/ 4 h 5"/>
                  <a:gd name="T10" fmla="*/ 14 w 18"/>
                  <a:gd name="T11" fmla="*/ 5 h 5"/>
                  <a:gd name="T12" fmla="*/ 14 w 18"/>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8" h="5">
                    <a:moveTo>
                      <a:pt x="14" y="5"/>
                    </a:moveTo>
                    <a:cubicBezTo>
                      <a:pt x="14" y="4"/>
                      <a:pt x="18" y="2"/>
                      <a:pt x="16" y="2"/>
                    </a:cubicBezTo>
                    <a:cubicBezTo>
                      <a:pt x="15" y="1"/>
                      <a:pt x="14" y="1"/>
                      <a:pt x="13" y="1"/>
                    </a:cubicBezTo>
                    <a:cubicBezTo>
                      <a:pt x="10" y="1"/>
                      <a:pt x="6" y="0"/>
                      <a:pt x="3" y="1"/>
                    </a:cubicBezTo>
                    <a:cubicBezTo>
                      <a:pt x="0" y="1"/>
                      <a:pt x="1" y="4"/>
                      <a:pt x="4" y="4"/>
                    </a:cubicBezTo>
                    <a:cubicBezTo>
                      <a:pt x="7" y="4"/>
                      <a:pt x="11" y="5"/>
                      <a:pt x="14" y="5"/>
                    </a:cubicBezTo>
                    <a:cubicBezTo>
                      <a:pt x="16" y="4"/>
                      <a:pt x="12" y="5"/>
                      <a:pt x="14"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1" name="Freeform 596">
                <a:extLst>
                  <a:ext uri="{FF2B5EF4-FFF2-40B4-BE49-F238E27FC236}">
                    <a16:creationId xmlns:a16="http://schemas.microsoft.com/office/drawing/2014/main" id="{73650803-77B2-60C2-5369-BE83355ED409}"/>
                  </a:ext>
                </a:extLst>
              </p:cNvPr>
              <p:cNvSpPr>
                <a:spLocks/>
              </p:cNvSpPr>
              <p:nvPr/>
            </p:nvSpPr>
            <p:spPr bwMode="auto">
              <a:xfrm>
                <a:off x="7197007" y="4560566"/>
                <a:ext cx="156051" cy="105124"/>
              </a:xfrm>
              <a:custGeom>
                <a:avLst/>
                <a:gdLst>
                  <a:gd name="T0" fmla="*/ 7 w 17"/>
                  <a:gd name="T1" fmla="*/ 1 h 11"/>
                  <a:gd name="T2" fmla="*/ 1 w 17"/>
                  <a:gd name="T3" fmla="*/ 6 h 11"/>
                  <a:gd name="T4" fmla="*/ 10 w 17"/>
                  <a:gd name="T5" fmla="*/ 10 h 11"/>
                  <a:gd name="T6" fmla="*/ 15 w 17"/>
                  <a:gd name="T7" fmla="*/ 10 h 11"/>
                  <a:gd name="T8" fmla="*/ 15 w 17"/>
                  <a:gd name="T9" fmla="*/ 8 h 11"/>
                  <a:gd name="T10" fmla="*/ 16 w 17"/>
                  <a:gd name="T11" fmla="*/ 6 h 11"/>
                  <a:gd name="T12" fmla="*/ 7 w 17"/>
                  <a:gd name="T13" fmla="*/ 1 h 11"/>
                  <a:gd name="T14" fmla="*/ 7 w 17"/>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1">
                    <a:moveTo>
                      <a:pt x="7" y="1"/>
                    </a:moveTo>
                    <a:cubicBezTo>
                      <a:pt x="5" y="0"/>
                      <a:pt x="2" y="4"/>
                      <a:pt x="1" y="6"/>
                    </a:cubicBezTo>
                    <a:cubicBezTo>
                      <a:pt x="0" y="8"/>
                      <a:pt x="8" y="10"/>
                      <a:pt x="10" y="10"/>
                    </a:cubicBezTo>
                    <a:cubicBezTo>
                      <a:pt x="11" y="11"/>
                      <a:pt x="14" y="11"/>
                      <a:pt x="15" y="10"/>
                    </a:cubicBezTo>
                    <a:cubicBezTo>
                      <a:pt x="16" y="10"/>
                      <a:pt x="15" y="9"/>
                      <a:pt x="15" y="8"/>
                    </a:cubicBezTo>
                    <a:cubicBezTo>
                      <a:pt x="15" y="7"/>
                      <a:pt x="15" y="6"/>
                      <a:pt x="16" y="6"/>
                    </a:cubicBezTo>
                    <a:cubicBezTo>
                      <a:pt x="17" y="4"/>
                      <a:pt x="9" y="1"/>
                      <a:pt x="7" y="1"/>
                    </a:cubicBezTo>
                    <a:cubicBezTo>
                      <a:pt x="5" y="0"/>
                      <a:pt x="8" y="1"/>
                      <a:pt x="7"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2" name="Freeform 597">
                <a:extLst>
                  <a:ext uri="{FF2B5EF4-FFF2-40B4-BE49-F238E27FC236}">
                    <a16:creationId xmlns:a16="http://schemas.microsoft.com/office/drawing/2014/main" id="{B5F39DB7-1261-4BBE-586E-FB04005A72AF}"/>
                  </a:ext>
                </a:extLst>
              </p:cNvPr>
              <p:cNvSpPr>
                <a:spLocks/>
              </p:cNvSpPr>
              <p:nvPr/>
            </p:nvSpPr>
            <p:spPr bwMode="auto">
              <a:xfrm>
                <a:off x="7270254" y="4535082"/>
                <a:ext cx="38217" cy="25484"/>
              </a:xfrm>
              <a:custGeom>
                <a:avLst/>
                <a:gdLst>
                  <a:gd name="T0" fmla="*/ 3 w 4"/>
                  <a:gd name="T1" fmla="*/ 2 h 3"/>
                  <a:gd name="T2" fmla="*/ 1 w 4"/>
                  <a:gd name="T3" fmla="*/ 1 h 3"/>
                  <a:gd name="T4" fmla="*/ 3 w 4"/>
                  <a:gd name="T5" fmla="*/ 2 h 3"/>
                </a:gdLst>
                <a:ahLst/>
                <a:cxnLst>
                  <a:cxn ang="0">
                    <a:pos x="T0" y="T1"/>
                  </a:cxn>
                  <a:cxn ang="0">
                    <a:pos x="T2" y="T3"/>
                  </a:cxn>
                  <a:cxn ang="0">
                    <a:pos x="T4" y="T5"/>
                  </a:cxn>
                </a:cxnLst>
                <a:rect l="0" t="0" r="r" b="b"/>
                <a:pathLst>
                  <a:path w="4" h="3">
                    <a:moveTo>
                      <a:pt x="3" y="2"/>
                    </a:moveTo>
                    <a:cubicBezTo>
                      <a:pt x="1" y="3"/>
                      <a:pt x="0" y="1"/>
                      <a:pt x="1" y="1"/>
                    </a:cubicBezTo>
                    <a:cubicBezTo>
                      <a:pt x="2" y="0"/>
                      <a:pt x="4" y="2"/>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3" name="Freeform 598">
                <a:extLst>
                  <a:ext uri="{FF2B5EF4-FFF2-40B4-BE49-F238E27FC236}">
                    <a16:creationId xmlns:a16="http://schemas.microsoft.com/office/drawing/2014/main" id="{DC3FF61D-E255-E8EE-A9E6-9E3714F33CD8}"/>
                  </a:ext>
                </a:extLst>
              </p:cNvPr>
              <p:cNvSpPr>
                <a:spLocks/>
              </p:cNvSpPr>
              <p:nvPr/>
            </p:nvSpPr>
            <p:spPr bwMode="auto">
              <a:xfrm>
                <a:off x="7439043" y="4366247"/>
                <a:ext cx="82803" cy="54153"/>
              </a:xfrm>
              <a:custGeom>
                <a:avLst/>
                <a:gdLst>
                  <a:gd name="T0" fmla="*/ 1 w 9"/>
                  <a:gd name="T1" fmla="*/ 5 h 6"/>
                  <a:gd name="T2" fmla="*/ 1 w 9"/>
                  <a:gd name="T3" fmla="*/ 1 h 6"/>
                  <a:gd name="T4" fmla="*/ 5 w 9"/>
                  <a:gd name="T5" fmla="*/ 1 h 6"/>
                  <a:gd name="T6" fmla="*/ 9 w 9"/>
                  <a:gd name="T7" fmla="*/ 3 h 6"/>
                  <a:gd name="T8" fmla="*/ 5 w 9"/>
                  <a:gd name="T9" fmla="*/ 5 h 6"/>
                  <a:gd name="T10" fmla="*/ 1 w 9"/>
                  <a:gd name="T11" fmla="*/ 5 h 6"/>
                  <a:gd name="T12" fmla="*/ 1 w 9"/>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1" y="5"/>
                    </a:moveTo>
                    <a:cubicBezTo>
                      <a:pt x="1" y="5"/>
                      <a:pt x="2" y="2"/>
                      <a:pt x="1" y="1"/>
                    </a:cubicBezTo>
                    <a:cubicBezTo>
                      <a:pt x="1" y="0"/>
                      <a:pt x="4" y="1"/>
                      <a:pt x="5" y="1"/>
                    </a:cubicBezTo>
                    <a:cubicBezTo>
                      <a:pt x="6" y="1"/>
                      <a:pt x="9" y="2"/>
                      <a:pt x="9" y="3"/>
                    </a:cubicBezTo>
                    <a:cubicBezTo>
                      <a:pt x="8" y="4"/>
                      <a:pt x="6" y="5"/>
                      <a:pt x="5" y="5"/>
                    </a:cubicBezTo>
                    <a:cubicBezTo>
                      <a:pt x="3" y="6"/>
                      <a:pt x="3" y="6"/>
                      <a:pt x="1" y="5"/>
                    </a:cubicBezTo>
                    <a:cubicBezTo>
                      <a:pt x="0" y="4"/>
                      <a:pt x="2" y="6"/>
                      <a:pt x="1"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4" name="Freeform 599">
                <a:extLst>
                  <a:ext uri="{FF2B5EF4-FFF2-40B4-BE49-F238E27FC236}">
                    <a16:creationId xmlns:a16="http://schemas.microsoft.com/office/drawing/2014/main" id="{0B439B16-AF6D-DDBC-ECE0-425EDA702675}"/>
                  </a:ext>
                </a:extLst>
              </p:cNvPr>
              <p:cNvSpPr>
                <a:spLocks/>
              </p:cNvSpPr>
              <p:nvPr/>
            </p:nvSpPr>
            <p:spPr bwMode="auto">
              <a:xfrm>
                <a:off x="7483629" y="4449069"/>
                <a:ext cx="28662" cy="38227"/>
              </a:xfrm>
              <a:custGeom>
                <a:avLst/>
                <a:gdLst>
                  <a:gd name="T0" fmla="*/ 2 w 3"/>
                  <a:gd name="T1" fmla="*/ 1 h 4"/>
                  <a:gd name="T2" fmla="*/ 1 w 3"/>
                  <a:gd name="T3" fmla="*/ 3 h 4"/>
                  <a:gd name="T4" fmla="*/ 2 w 3"/>
                  <a:gd name="T5" fmla="*/ 1 h 4"/>
                </a:gdLst>
                <a:ahLst/>
                <a:cxnLst>
                  <a:cxn ang="0">
                    <a:pos x="T0" y="T1"/>
                  </a:cxn>
                  <a:cxn ang="0">
                    <a:pos x="T2" y="T3"/>
                  </a:cxn>
                  <a:cxn ang="0">
                    <a:pos x="T4" y="T5"/>
                  </a:cxn>
                </a:cxnLst>
                <a:rect l="0" t="0" r="r" b="b"/>
                <a:pathLst>
                  <a:path w="3" h="4">
                    <a:moveTo>
                      <a:pt x="2" y="1"/>
                    </a:moveTo>
                    <a:cubicBezTo>
                      <a:pt x="0" y="0"/>
                      <a:pt x="0" y="3"/>
                      <a:pt x="1" y="3"/>
                    </a:cubicBezTo>
                    <a:cubicBezTo>
                      <a:pt x="2" y="4"/>
                      <a:pt x="3" y="2"/>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5" name="Freeform 600">
                <a:extLst>
                  <a:ext uri="{FF2B5EF4-FFF2-40B4-BE49-F238E27FC236}">
                    <a16:creationId xmlns:a16="http://schemas.microsoft.com/office/drawing/2014/main" id="{16CADC27-41DA-8F2C-F82B-19AD186E5858}"/>
                  </a:ext>
                </a:extLst>
              </p:cNvPr>
              <p:cNvSpPr>
                <a:spLocks/>
              </p:cNvSpPr>
              <p:nvPr/>
            </p:nvSpPr>
            <p:spPr bwMode="auto">
              <a:xfrm>
                <a:off x="7177896" y="4420403"/>
                <a:ext cx="831212" cy="254845"/>
              </a:xfrm>
              <a:custGeom>
                <a:avLst/>
                <a:gdLst>
                  <a:gd name="T0" fmla="*/ 17 w 89"/>
                  <a:gd name="T1" fmla="*/ 7 h 27"/>
                  <a:gd name="T2" fmla="*/ 19 w 89"/>
                  <a:gd name="T3" fmla="*/ 4 h 27"/>
                  <a:gd name="T4" fmla="*/ 15 w 89"/>
                  <a:gd name="T5" fmla="*/ 2 h 27"/>
                  <a:gd name="T6" fmla="*/ 12 w 89"/>
                  <a:gd name="T7" fmla="*/ 2 h 27"/>
                  <a:gd name="T8" fmla="*/ 4 w 89"/>
                  <a:gd name="T9" fmla="*/ 1 h 27"/>
                  <a:gd name="T10" fmla="*/ 4 w 89"/>
                  <a:gd name="T11" fmla="*/ 3 h 27"/>
                  <a:gd name="T12" fmla="*/ 0 w 89"/>
                  <a:gd name="T13" fmla="*/ 4 h 27"/>
                  <a:gd name="T14" fmla="*/ 5 w 89"/>
                  <a:gd name="T15" fmla="*/ 5 h 27"/>
                  <a:gd name="T16" fmla="*/ 7 w 89"/>
                  <a:gd name="T17" fmla="*/ 6 h 27"/>
                  <a:gd name="T18" fmla="*/ 6 w 89"/>
                  <a:gd name="T19" fmla="*/ 7 h 27"/>
                  <a:gd name="T20" fmla="*/ 24 w 89"/>
                  <a:gd name="T21" fmla="*/ 13 h 27"/>
                  <a:gd name="T22" fmla="*/ 25 w 89"/>
                  <a:gd name="T23" fmla="*/ 16 h 27"/>
                  <a:gd name="T24" fmla="*/ 24 w 89"/>
                  <a:gd name="T25" fmla="*/ 21 h 27"/>
                  <a:gd name="T26" fmla="*/ 27 w 89"/>
                  <a:gd name="T27" fmla="*/ 25 h 27"/>
                  <a:gd name="T28" fmla="*/ 30 w 89"/>
                  <a:gd name="T29" fmla="*/ 24 h 27"/>
                  <a:gd name="T30" fmla="*/ 33 w 89"/>
                  <a:gd name="T31" fmla="*/ 26 h 27"/>
                  <a:gd name="T32" fmla="*/ 38 w 89"/>
                  <a:gd name="T33" fmla="*/ 26 h 27"/>
                  <a:gd name="T34" fmla="*/ 42 w 89"/>
                  <a:gd name="T35" fmla="*/ 23 h 27"/>
                  <a:gd name="T36" fmla="*/ 45 w 89"/>
                  <a:gd name="T37" fmla="*/ 26 h 27"/>
                  <a:gd name="T38" fmla="*/ 52 w 89"/>
                  <a:gd name="T39" fmla="*/ 27 h 27"/>
                  <a:gd name="T40" fmla="*/ 62 w 89"/>
                  <a:gd name="T41" fmla="*/ 27 h 27"/>
                  <a:gd name="T42" fmla="*/ 65 w 89"/>
                  <a:gd name="T43" fmla="*/ 27 h 27"/>
                  <a:gd name="T44" fmla="*/ 67 w 89"/>
                  <a:gd name="T45" fmla="*/ 24 h 27"/>
                  <a:gd name="T46" fmla="*/ 70 w 89"/>
                  <a:gd name="T47" fmla="*/ 25 h 27"/>
                  <a:gd name="T48" fmla="*/ 76 w 89"/>
                  <a:gd name="T49" fmla="*/ 27 h 27"/>
                  <a:gd name="T50" fmla="*/ 82 w 89"/>
                  <a:gd name="T51" fmla="*/ 26 h 27"/>
                  <a:gd name="T52" fmla="*/ 85 w 89"/>
                  <a:gd name="T53" fmla="*/ 24 h 27"/>
                  <a:gd name="T54" fmla="*/ 85 w 89"/>
                  <a:gd name="T55" fmla="*/ 22 h 27"/>
                  <a:gd name="T56" fmla="*/ 82 w 89"/>
                  <a:gd name="T57" fmla="*/ 22 h 27"/>
                  <a:gd name="T58" fmla="*/ 85 w 89"/>
                  <a:gd name="T59" fmla="*/ 17 h 27"/>
                  <a:gd name="T60" fmla="*/ 80 w 89"/>
                  <a:gd name="T61" fmla="*/ 16 h 27"/>
                  <a:gd name="T62" fmla="*/ 78 w 89"/>
                  <a:gd name="T63" fmla="*/ 14 h 27"/>
                  <a:gd name="T64" fmla="*/ 70 w 89"/>
                  <a:gd name="T65" fmla="*/ 14 h 27"/>
                  <a:gd name="T66" fmla="*/ 65 w 89"/>
                  <a:gd name="T67" fmla="*/ 14 h 27"/>
                  <a:gd name="T68" fmla="*/ 55 w 89"/>
                  <a:gd name="T69" fmla="*/ 17 h 27"/>
                  <a:gd name="T70" fmla="*/ 56 w 89"/>
                  <a:gd name="T71" fmla="*/ 18 h 27"/>
                  <a:gd name="T72" fmla="*/ 52 w 89"/>
                  <a:gd name="T73" fmla="*/ 18 h 27"/>
                  <a:gd name="T74" fmla="*/ 49 w 89"/>
                  <a:gd name="T75" fmla="*/ 16 h 27"/>
                  <a:gd name="T76" fmla="*/ 46 w 89"/>
                  <a:gd name="T77" fmla="*/ 17 h 27"/>
                  <a:gd name="T78" fmla="*/ 42 w 89"/>
                  <a:gd name="T79" fmla="*/ 16 h 27"/>
                  <a:gd name="T80" fmla="*/ 41 w 89"/>
                  <a:gd name="T81" fmla="*/ 18 h 27"/>
                  <a:gd name="T82" fmla="*/ 38 w 89"/>
                  <a:gd name="T83" fmla="*/ 16 h 27"/>
                  <a:gd name="T84" fmla="*/ 39 w 89"/>
                  <a:gd name="T85" fmla="*/ 14 h 27"/>
                  <a:gd name="T86" fmla="*/ 34 w 89"/>
                  <a:gd name="T87" fmla="*/ 12 h 27"/>
                  <a:gd name="T88" fmla="*/ 30 w 89"/>
                  <a:gd name="T89" fmla="*/ 13 h 27"/>
                  <a:gd name="T90" fmla="*/ 32 w 89"/>
                  <a:gd name="T91" fmla="*/ 12 h 27"/>
                  <a:gd name="T92" fmla="*/ 28 w 89"/>
                  <a:gd name="T93" fmla="*/ 9 h 27"/>
                  <a:gd name="T94" fmla="*/ 38 w 89"/>
                  <a:gd name="T95" fmla="*/ 10 h 27"/>
                  <a:gd name="T96" fmla="*/ 33 w 89"/>
                  <a:gd name="T97" fmla="*/ 7 h 27"/>
                  <a:gd name="T98" fmla="*/ 28 w 89"/>
                  <a:gd name="T99" fmla="*/ 7 h 27"/>
                  <a:gd name="T100" fmla="*/ 32 w 89"/>
                  <a:gd name="T101" fmla="*/ 6 h 27"/>
                  <a:gd name="T102" fmla="*/ 27 w 89"/>
                  <a:gd name="T103" fmla="*/ 5 h 27"/>
                  <a:gd name="T104" fmla="*/ 17 w 89"/>
                  <a:gd name="T105" fmla="*/ 7 h 27"/>
                  <a:gd name="T106" fmla="*/ 17 w 89"/>
                  <a:gd name="T107"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27">
                    <a:moveTo>
                      <a:pt x="17" y="7"/>
                    </a:moveTo>
                    <a:cubicBezTo>
                      <a:pt x="18" y="7"/>
                      <a:pt x="20" y="5"/>
                      <a:pt x="19" y="4"/>
                    </a:cubicBezTo>
                    <a:cubicBezTo>
                      <a:pt x="18" y="3"/>
                      <a:pt x="16" y="2"/>
                      <a:pt x="15" y="2"/>
                    </a:cubicBezTo>
                    <a:cubicBezTo>
                      <a:pt x="14" y="2"/>
                      <a:pt x="13" y="2"/>
                      <a:pt x="12" y="2"/>
                    </a:cubicBezTo>
                    <a:cubicBezTo>
                      <a:pt x="9" y="1"/>
                      <a:pt x="7" y="0"/>
                      <a:pt x="4" y="1"/>
                    </a:cubicBezTo>
                    <a:cubicBezTo>
                      <a:pt x="0" y="2"/>
                      <a:pt x="3" y="2"/>
                      <a:pt x="4" y="3"/>
                    </a:cubicBezTo>
                    <a:cubicBezTo>
                      <a:pt x="4" y="3"/>
                      <a:pt x="0" y="3"/>
                      <a:pt x="0" y="4"/>
                    </a:cubicBezTo>
                    <a:cubicBezTo>
                      <a:pt x="0" y="5"/>
                      <a:pt x="4" y="5"/>
                      <a:pt x="5" y="5"/>
                    </a:cubicBezTo>
                    <a:cubicBezTo>
                      <a:pt x="5" y="6"/>
                      <a:pt x="7" y="6"/>
                      <a:pt x="7" y="6"/>
                    </a:cubicBezTo>
                    <a:cubicBezTo>
                      <a:pt x="7" y="7"/>
                      <a:pt x="6" y="7"/>
                      <a:pt x="6" y="7"/>
                    </a:cubicBezTo>
                    <a:cubicBezTo>
                      <a:pt x="12" y="11"/>
                      <a:pt x="21" y="5"/>
                      <a:pt x="24" y="13"/>
                    </a:cubicBezTo>
                    <a:cubicBezTo>
                      <a:pt x="24" y="14"/>
                      <a:pt x="26" y="15"/>
                      <a:pt x="25" y="16"/>
                    </a:cubicBezTo>
                    <a:cubicBezTo>
                      <a:pt x="24" y="18"/>
                      <a:pt x="23" y="19"/>
                      <a:pt x="24" y="21"/>
                    </a:cubicBezTo>
                    <a:cubicBezTo>
                      <a:pt x="24" y="21"/>
                      <a:pt x="26" y="25"/>
                      <a:pt x="27" y="25"/>
                    </a:cubicBezTo>
                    <a:cubicBezTo>
                      <a:pt x="28" y="26"/>
                      <a:pt x="30" y="23"/>
                      <a:pt x="30" y="24"/>
                    </a:cubicBezTo>
                    <a:cubicBezTo>
                      <a:pt x="31" y="24"/>
                      <a:pt x="32" y="26"/>
                      <a:pt x="33" y="26"/>
                    </a:cubicBezTo>
                    <a:cubicBezTo>
                      <a:pt x="35" y="27"/>
                      <a:pt x="37" y="26"/>
                      <a:pt x="38" y="26"/>
                    </a:cubicBezTo>
                    <a:cubicBezTo>
                      <a:pt x="39" y="25"/>
                      <a:pt x="41" y="23"/>
                      <a:pt x="42" y="23"/>
                    </a:cubicBezTo>
                    <a:cubicBezTo>
                      <a:pt x="42" y="23"/>
                      <a:pt x="44" y="26"/>
                      <a:pt x="45" y="26"/>
                    </a:cubicBezTo>
                    <a:cubicBezTo>
                      <a:pt x="47" y="27"/>
                      <a:pt x="50" y="27"/>
                      <a:pt x="52" y="27"/>
                    </a:cubicBezTo>
                    <a:cubicBezTo>
                      <a:pt x="56" y="27"/>
                      <a:pt x="59" y="27"/>
                      <a:pt x="62" y="27"/>
                    </a:cubicBezTo>
                    <a:cubicBezTo>
                      <a:pt x="63" y="27"/>
                      <a:pt x="64" y="27"/>
                      <a:pt x="65" y="27"/>
                    </a:cubicBezTo>
                    <a:cubicBezTo>
                      <a:pt x="67" y="26"/>
                      <a:pt x="66" y="24"/>
                      <a:pt x="67" y="24"/>
                    </a:cubicBezTo>
                    <a:cubicBezTo>
                      <a:pt x="68" y="23"/>
                      <a:pt x="69" y="24"/>
                      <a:pt x="70" y="25"/>
                    </a:cubicBezTo>
                    <a:cubicBezTo>
                      <a:pt x="71" y="26"/>
                      <a:pt x="74" y="27"/>
                      <a:pt x="76" y="27"/>
                    </a:cubicBezTo>
                    <a:cubicBezTo>
                      <a:pt x="78" y="27"/>
                      <a:pt x="80" y="27"/>
                      <a:pt x="82" y="26"/>
                    </a:cubicBezTo>
                    <a:cubicBezTo>
                      <a:pt x="84" y="26"/>
                      <a:pt x="83" y="24"/>
                      <a:pt x="85" y="24"/>
                    </a:cubicBezTo>
                    <a:cubicBezTo>
                      <a:pt x="86" y="24"/>
                      <a:pt x="87" y="21"/>
                      <a:pt x="85" y="22"/>
                    </a:cubicBezTo>
                    <a:cubicBezTo>
                      <a:pt x="85" y="22"/>
                      <a:pt x="83" y="22"/>
                      <a:pt x="82" y="22"/>
                    </a:cubicBezTo>
                    <a:cubicBezTo>
                      <a:pt x="82" y="22"/>
                      <a:pt x="89" y="18"/>
                      <a:pt x="85" y="17"/>
                    </a:cubicBezTo>
                    <a:cubicBezTo>
                      <a:pt x="84" y="17"/>
                      <a:pt x="82" y="16"/>
                      <a:pt x="80" y="16"/>
                    </a:cubicBezTo>
                    <a:cubicBezTo>
                      <a:pt x="78" y="16"/>
                      <a:pt x="80" y="14"/>
                      <a:pt x="78" y="14"/>
                    </a:cubicBezTo>
                    <a:cubicBezTo>
                      <a:pt x="75" y="14"/>
                      <a:pt x="73" y="14"/>
                      <a:pt x="70" y="14"/>
                    </a:cubicBezTo>
                    <a:cubicBezTo>
                      <a:pt x="68" y="14"/>
                      <a:pt x="67" y="13"/>
                      <a:pt x="65" y="14"/>
                    </a:cubicBezTo>
                    <a:cubicBezTo>
                      <a:pt x="64" y="14"/>
                      <a:pt x="55" y="16"/>
                      <a:pt x="55" y="17"/>
                    </a:cubicBezTo>
                    <a:cubicBezTo>
                      <a:pt x="55" y="17"/>
                      <a:pt x="56" y="17"/>
                      <a:pt x="56" y="18"/>
                    </a:cubicBezTo>
                    <a:cubicBezTo>
                      <a:pt x="56" y="18"/>
                      <a:pt x="53" y="18"/>
                      <a:pt x="52" y="18"/>
                    </a:cubicBezTo>
                    <a:cubicBezTo>
                      <a:pt x="51" y="18"/>
                      <a:pt x="50" y="17"/>
                      <a:pt x="49" y="16"/>
                    </a:cubicBezTo>
                    <a:cubicBezTo>
                      <a:pt x="48" y="16"/>
                      <a:pt x="47" y="17"/>
                      <a:pt x="46" y="17"/>
                    </a:cubicBezTo>
                    <a:cubicBezTo>
                      <a:pt x="45" y="17"/>
                      <a:pt x="43" y="16"/>
                      <a:pt x="42" y="16"/>
                    </a:cubicBezTo>
                    <a:cubicBezTo>
                      <a:pt x="41" y="16"/>
                      <a:pt x="42" y="18"/>
                      <a:pt x="41" y="18"/>
                    </a:cubicBezTo>
                    <a:cubicBezTo>
                      <a:pt x="40" y="18"/>
                      <a:pt x="39" y="16"/>
                      <a:pt x="38" y="16"/>
                    </a:cubicBezTo>
                    <a:cubicBezTo>
                      <a:pt x="35" y="16"/>
                      <a:pt x="39" y="15"/>
                      <a:pt x="39" y="14"/>
                    </a:cubicBezTo>
                    <a:cubicBezTo>
                      <a:pt x="39" y="13"/>
                      <a:pt x="35" y="12"/>
                      <a:pt x="34" y="12"/>
                    </a:cubicBezTo>
                    <a:cubicBezTo>
                      <a:pt x="34" y="12"/>
                      <a:pt x="30" y="13"/>
                      <a:pt x="30" y="13"/>
                    </a:cubicBezTo>
                    <a:cubicBezTo>
                      <a:pt x="30" y="12"/>
                      <a:pt x="32" y="12"/>
                      <a:pt x="32" y="12"/>
                    </a:cubicBezTo>
                    <a:cubicBezTo>
                      <a:pt x="32" y="11"/>
                      <a:pt x="27" y="10"/>
                      <a:pt x="28" y="9"/>
                    </a:cubicBezTo>
                    <a:cubicBezTo>
                      <a:pt x="28" y="9"/>
                      <a:pt x="38" y="10"/>
                      <a:pt x="38" y="10"/>
                    </a:cubicBezTo>
                    <a:cubicBezTo>
                      <a:pt x="38" y="9"/>
                      <a:pt x="34" y="8"/>
                      <a:pt x="33" y="7"/>
                    </a:cubicBezTo>
                    <a:cubicBezTo>
                      <a:pt x="32" y="7"/>
                      <a:pt x="30" y="7"/>
                      <a:pt x="28" y="7"/>
                    </a:cubicBezTo>
                    <a:cubicBezTo>
                      <a:pt x="29" y="7"/>
                      <a:pt x="31" y="7"/>
                      <a:pt x="32" y="6"/>
                    </a:cubicBezTo>
                    <a:cubicBezTo>
                      <a:pt x="32" y="5"/>
                      <a:pt x="27" y="5"/>
                      <a:pt x="27" y="5"/>
                    </a:cubicBezTo>
                    <a:cubicBezTo>
                      <a:pt x="23" y="5"/>
                      <a:pt x="21" y="6"/>
                      <a:pt x="17" y="7"/>
                    </a:cubicBezTo>
                    <a:cubicBezTo>
                      <a:pt x="17" y="7"/>
                      <a:pt x="18" y="7"/>
                      <a:pt x="17"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6" name="Freeform 601">
                <a:extLst>
                  <a:ext uri="{FF2B5EF4-FFF2-40B4-BE49-F238E27FC236}">
                    <a16:creationId xmlns:a16="http://schemas.microsoft.com/office/drawing/2014/main" id="{9C8D495C-9308-8F90-C7C4-E603FC3FD5CE}"/>
                  </a:ext>
                </a:extLst>
              </p:cNvPr>
              <p:cNvSpPr>
                <a:spLocks/>
              </p:cNvSpPr>
              <p:nvPr/>
            </p:nvSpPr>
            <p:spPr bwMode="auto">
              <a:xfrm>
                <a:off x="7197007" y="3980797"/>
                <a:ext cx="550956" cy="347225"/>
              </a:xfrm>
              <a:custGeom>
                <a:avLst/>
                <a:gdLst>
                  <a:gd name="T0" fmla="*/ 55 w 59"/>
                  <a:gd name="T1" fmla="*/ 21 h 37"/>
                  <a:gd name="T2" fmla="*/ 46 w 59"/>
                  <a:gd name="T3" fmla="*/ 20 h 37"/>
                  <a:gd name="T4" fmla="*/ 46 w 59"/>
                  <a:gd name="T5" fmla="*/ 18 h 37"/>
                  <a:gd name="T6" fmla="*/ 44 w 59"/>
                  <a:gd name="T7" fmla="*/ 15 h 37"/>
                  <a:gd name="T8" fmla="*/ 44 w 59"/>
                  <a:gd name="T9" fmla="*/ 11 h 37"/>
                  <a:gd name="T10" fmla="*/ 43 w 59"/>
                  <a:gd name="T11" fmla="*/ 15 h 37"/>
                  <a:gd name="T12" fmla="*/ 35 w 59"/>
                  <a:gd name="T13" fmla="*/ 10 h 37"/>
                  <a:gd name="T14" fmla="*/ 24 w 59"/>
                  <a:gd name="T15" fmla="*/ 2 h 37"/>
                  <a:gd name="T16" fmla="*/ 12 w 59"/>
                  <a:gd name="T17" fmla="*/ 1 h 37"/>
                  <a:gd name="T18" fmla="*/ 12 w 59"/>
                  <a:gd name="T19" fmla="*/ 3 h 37"/>
                  <a:gd name="T20" fmla="*/ 6 w 59"/>
                  <a:gd name="T21" fmla="*/ 5 h 37"/>
                  <a:gd name="T22" fmla="*/ 11 w 59"/>
                  <a:gd name="T23" fmla="*/ 9 h 37"/>
                  <a:gd name="T24" fmla="*/ 6 w 59"/>
                  <a:gd name="T25" fmla="*/ 9 h 37"/>
                  <a:gd name="T26" fmla="*/ 5 w 59"/>
                  <a:gd name="T27" fmla="*/ 11 h 37"/>
                  <a:gd name="T28" fmla="*/ 6 w 59"/>
                  <a:gd name="T29" fmla="*/ 14 h 37"/>
                  <a:gd name="T30" fmla="*/ 10 w 59"/>
                  <a:gd name="T31" fmla="*/ 14 h 37"/>
                  <a:gd name="T32" fmla="*/ 0 w 59"/>
                  <a:gd name="T33" fmla="*/ 15 h 37"/>
                  <a:gd name="T34" fmla="*/ 7 w 59"/>
                  <a:gd name="T35" fmla="*/ 20 h 37"/>
                  <a:gd name="T36" fmla="*/ 8 w 59"/>
                  <a:gd name="T37" fmla="*/ 23 h 37"/>
                  <a:gd name="T38" fmla="*/ 14 w 59"/>
                  <a:gd name="T39" fmla="*/ 23 h 37"/>
                  <a:gd name="T40" fmla="*/ 26 w 59"/>
                  <a:gd name="T41" fmla="*/ 23 h 37"/>
                  <a:gd name="T42" fmla="*/ 28 w 59"/>
                  <a:gd name="T43" fmla="*/ 24 h 37"/>
                  <a:gd name="T44" fmla="*/ 16 w 59"/>
                  <a:gd name="T45" fmla="*/ 25 h 37"/>
                  <a:gd name="T46" fmla="*/ 16 w 59"/>
                  <a:gd name="T47" fmla="*/ 30 h 37"/>
                  <a:gd name="T48" fmla="*/ 19 w 59"/>
                  <a:gd name="T49" fmla="*/ 33 h 37"/>
                  <a:gd name="T50" fmla="*/ 32 w 59"/>
                  <a:gd name="T51" fmla="*/ 35 h 37"/>
                  <a:gd name="T52" fmla="*/ 34 w 59"/>
                  <a:gd name="T53" fmla="*/ 36 h 37"/>
                  <a:gd name="T54" fmla="*/ 40 w 59"/>
                  <a:gd name="T55" fmla="*/ 35 h 37"/>
                  <a:gd name="T56" fmla="*/ 41 w 59"/>
                  <a:gd name="T57" fmla="*/ 35 h 37"/>
                  <a:gd name="T58" fmla="*/ 41 w 59"/>
                  <a:gd name="T59" fmla="*/ 29 h 37"/>
                  <a:gd name="T60" fmla="*/ 46 w 59"/>
                  <a:gd name="T61" fmla="*/ 30 h 37"/>
                  <a:gd name="T62" fmla="*/ 51 w 59"/>
                  <a:gd name="T63" fmla="*/ 28 h 37"/>
                  <a:gd name="T64" fmla="*/ 54 w 59"/>
                  <a:gd name="T65" fmla="*/ 26 h 37"/>
                  <a:gd name="T66" fmla="*/ 58 w 59"/>
                  <a:gd name="T67"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 h="37">
                    <a:moveTo>
                      <a:pt x="58" y="24"/>
                    </a:moveTo>
                    <a:cubicBezTo>
                      <a:pt x="58" y="22"/>
                      <a:pt x="56" y="22"/>
                      <a:pt x="55" y="21"/>
                    </a:cubicBezTo>
                    <a:cubicBezTo>
                      <a:pt x="54" y="20"/>
                      <a:pt x="53" y="22"/>
                      <a:pt x="52" y="21"/>
                    </a:cubicBezTo>
                    <a:cubicBezTo>
                      <a:pt x="50" y="19"/>
                      <a:pt x="48" y="21"/>
                      <a:pt x="46" y="20"/>
                    </a:cubicBezTo>
                    <a:cubicBezTo>
                      <a:pt x="46" y="20"/>
                      <a:pt x="48" y="19"/>
                      <a:pt x="48" y="18"/>
                    </a:cubicBezTo>
                    <a:cubicBezTo>
                      <a:pt x="48" y="18"/>
                      <a:pt x="46" y="18"/>
                      <a:pt x="46" y="18"/>
                    </a:cubicBezTo>
                    <a:cubicBezTo>
                      <a:pt x="46" y="17"/>
                      <a:pt x="47" y="17"/>
                      <a:pt x="47" y="16"/>
                    </a:cubicBezTo>
                    <a:cubicBezTo>
                      <a:pt x="47" y="15"/>
                      <a:pt x="44" y="16"/>
                      <a:pt x="44" y="15"/>
                    </a:cubicBezTo>
                    <a:cubicBezTo>
                      <a:pt x="43" y="15"/>
                      <a:pt x="45" y="14"/>
                      <a:pt x="45" y="14"/>
                    </a:cubicBezTo>
                    <a:cubicBezTo>
                      <a:pt x="46" y="13"/>
                      <a:pt x="44" y="12"/>
                      <a:pt x="44" y="11"/>
                    </a:cubicBezTo>
                    <a:cubicBezTo>
                      <a:pt x="43" y="10"/>
                      <a:pt x="38" y="11"/>
                      <a:pt x="38" y="11"/>
                    </a:cubicBezTo>
                    <a:cubicBezTo>
                      <a:pt x="38" y="12"/>
                      <a:pt x="43" y="14"/>
                      <a:pt x="43" y="15"/>
                    </a:cubicBezTo>
                    <a:cubicBezTo>
                      <a:pt x="42" y="16"/>
                      <a:pt x="39" y="14"/>
                      <a:pt x="38" y="13"/>
                    </a:cubicBezTo>
                    <a:cubicBezTo>
                      <a:pt x="36" y="12"/>
                      <a:pt x="39" y="10"/>
                      <a:pt x="35" y="10"/>
                    </a:cubicBezTo>
                    <a:cubicBezTo>
                      <a:pt x="33" y="10"/>
                      <a:pt x="30" y="10"/>
                      <a:pt x="29" y="8"/>
                    </a:cubicBezTo>
                    <a:cubicBezTo>
                      <a:pt x="28" y="6"/>
                      <a:pt x="26" y="3"/>
                      <a:pt x="24" y="2"/>
                    </a:cubicBezTo>
                    <a:cubicBezTo>
                      <a:pt x="21" y="1"/>
                      <a:pt x="18" y="0"/>
                      <a:pt x="16" y="0"/>
                    </a:cubicBezTo>
                    <a:cubicBezTo>
                      <a:pt x="15" y="0"/>
                      <a:pt x="10" y="0"/>
                      <a:pt x="12" y="1"/>
                    </a:cubicBezTo>
                    <a:cubicBezTo>
                      <a:pt x="13" y="1"/>
                      <a:pt x="17" y="2"/>
                      <a:pt x="17" y="2"/>
                    </a:cubicBezTo>
                    <a:cubicBezTo>
                      <a:pt x="17" y="4"/>
                      <a:pt x="13" y="3"/>
                      <a:pt x="12" y="3"/>
                    </a:cubicBezTo>
                    <a:cubicBezTo>
                      <a:pt x="12" y="3"/>
                      <a:pt x="13" y="4"/>
                      <a:pt x="13" y="4"/>
                    </a:cubicBezTo>
                    <a:cubicBezTo>
                      <a:pt x="13" y="5"/>
                      <a:pt x="7" y="2"/>
                      <a:pt x="6" y="5"/>
                    </a:cubicBezTo>
                    <a:cubicBezTo>
                      <a:pt x="6" y="5"/>
                      <a:pt x="11" y="7"/>
                      <a:pt x="12" y="7"/>
                    </a:cubicBezTo>
                    <a:cubicBezTo>
                      <a:pt x="10" y="6"/>
                      <a:pt x="11" y="9"/>
                      <a:pt x="11" y="9"/>
                    </a:cubicBezTo>
                    <a:cubicBezTo>
                      <a:pt x="11" y="10"/>
                      <a:pt x="4" y="7"/>
                      <a:pt x="3" y="8"/>
                    </a:cubicBezTo>
                    <a:cubicBezTo>
                      <a:pt x="3" y="7"/>
                      <a:pt x="6" y="8"/>
                      <a:pt x="6" y="9"/>
                    </a:cubicBezTo>
                    <a:cubicBezTo>
                      <a:pt x="6" y="8"/>
                      <a:pt x="4" y="9"/>
                      <a:pt x="4" y="9"/>
                    </a:cubicBezTo>
                    <a:cubicBezTo>
                      <a:pt x="3" y="10"/>
                      <a:pt x="5" y="11"/>
                      <a:pt x="5" y="11"/>
                    </a:cubicBezTo>
                    <a:cubicBezTo>
                      <a:pt x="6" y="12"/>
                      <a:pt x="2" y="12"/>
                      <a:pt x="1" y="12"/>
                    </a:cubicBezTo>
                    <a:cubicBezTo>
                      <a:pt x="2" y="12"/>
                      <a:pt x="4" y="13"/>
                      <a:pt x="6" y="14"/>
                    </a:cubicBezTo>
                    <a:cubicBezTo>
                      <a:pt x="8" y="14"/>
                      <a:pt x="10" y="13"/>
                      <a:pt x="12" y="13"/>
                    </a:cubicBezTo>
                    <a:cubicBezTo>
                      <a:pt x="12" y="13"/>
                      <a:pt x="10" y="14"/>
                      <a:pt x="10" y="14"/>
                    </a:cubicBezTo>
                    <a:cubicBezTo>
                      <a:pt x="10" y="15"/>
                      <a:pt x="11" y="15"/>
                      <a:pt x="11" y="15"/>
                    </a:cubicBezTo>
                    <a:cubicBezTo>
                      <a:pt x="11" y="16"/>
                      <a:pt x="0" y="15"/>
                      <a:pt x="0" y="15"/>
                    </a:cubicBezTo>
                    <a:cubicBezTo>
                      <a:pt x="0" y="15"/>
                      <a:pt x="2" y="18"/>
                      <a:pt x="2" y="18"/>
                    </a:cubicBezTo>
                    <a:cubicBezTo>
                      <a:pt x="3" y="19"/>
                      <a:pt x="7" y="21"/>
                      <a:pt x="7" y="20"/>
                    </a:cubicBezTo>
                    <a:cubicBezTo>
                      <a:pt x="7" y="21"/>
                      <a:pt x="5" y="20"/>
                      <a:pt x="6" y="22"/>
                    </a:cubicBezTo>
                    <a:cubicBezTo>
                      <a:pt x="6" y="22"/>
                      <a:pt x="7" y="23"/>
                      <a:pt x="8" y="23"/>
                    </a:cubicBezTo>
                    <a:cubicBezTo>
                      <a:pt x="9" y="24"/>
                      <a:pt x="10" y="23"/>
                      <a:pt x="11" y="23"/>
                    </a:cubicBezTo>
                    <a:cubicBezTo>
                      <a:pt x="12" y="22"/>
                      <a:pt x="13" y="24"/>
                      <a:pt x="14" y="23"/>
                    </a:cubicBezTo>
                    <a:cubicBezTo>
                      <a:pt x="17" y="22"/>
                      <a:pt x="19" y="21"/>
                      <a:pt x="21" y="22"/>
                    </a:cubicBezTo>
                    <a:cubicBezTo>
                      <a:pt x="23" y="23"/>
                      <a:pt x="24" y="23"/>
                      <a:pt x="26" y="23"/>
                    </a:cubicBezTo>
                    <a:cubicBezTo>
                      <a:pt x="25" y="23"/>
                      <a:pt x="23" y="23"/>
                      <a:pt x="21" y="23"/>
                    </a:cubicBezTo>
                    <a:cubicBezTo>
                      <a:pt x="23" y="23"/>
                      <a:pt x="27" y="23"/>
                      <a:pt x="28" y="24"/>
                    </a:cubicBezTo>
                    <a:cubicBezTo>
                      <a:pt x="28" y="24"/>
                      <a:pt x="23" y="25"/>
                      <a:pt x="23" y="25"/>
                    </a:cubicBezTo>
                    <a:cubicBezTo>
                      <a:pt x="21" y="25"/>
                      <a:pt x="18" y="25"/>
                      <a:pt x="16" y="25"/>
                    </a:cubicBezTo>
                    <a:cubicBezTo>
                      <a:pt x="16" y="26"/>
                      <a:pt x="12" y="27"/>
                      <a:pt x="13" y="27"/>
                    </a:cubicBezTo>
                    <a:cubicBezTo>
                      <a:pt x="14" y="28"/>
                      <a:pt x="15" y="28"/>
                      <a:pt x="16" y="30"/>
                    </a:cubicBezTo>
                    <a:cubicBezTo>
                      <a:pt x="16" y="32"/>
                      <a:pt x="22" y="30"/>
                      <a:pt x="23" y="32"/>
                    </a:cubicBezTo>
                    <a:cubicBezTo>
                      <a:pt x="23" y="32"/>
                      <a:pt x="19" y="32"/>
                      <a:pt x="19" y="33"/>
                    </a:cubicBezTo>
                    <a:cubicBezTo>
                      <a:pt x="20" y="34"/>
                      <a:pt x="25" y="36"/>
                      <a:pt x="26" y="36"/>
                    </a:cubicBezTo>
                    <a:cubicBezTo>
                      <a:pt x="26" y="36"/>
                      <a:pt x="32" y="36"/>
                      <a:pt x="32" y="35"/>
                    </a:cubicBezTo>
                    <a:cubicBezTo>
                      <a:pt x="32" y="35"/>
                      <a:pt x="31" y="35"/>
                      <a:pt x="31" y="35"/>
                    </a:cubicBezTo>
                    <a:cubicBezTo>
                      <a:pt x="31" y="33"/>
                      <a:pt x="35" y="36"/>
                      <a:pt x="34" y="36"/>
                    </a:cubicBezTo>
                    <a:cubicBezTo>
                      <a:pt x="35" y="36"/>
                      <a:pt x="33" y="33"/>
                      <a:pt x="33" y="32"/>
                    </a:cubicBezTo>
                    <a:cubicBezTo>
                      <a:pt x="35" y="31"/>
                      <a:pt x="37" y="37"/>
                      <a:pt x="40" y="35"/>
                    </a:cubicBezTo>
                    <a:cubicBezTo>
                      <a:pt x="41" y="34"/>
                      <a:pt x="39" y="32"/>
                      <a:pt x="40" y="32"/>
                    </a:cubicBezTo>
                    <a:cubicBezTo>
                      <a:pt x="41" y="32"/>
                      <a:pt x="41" y="34"/>
                      <a:pt x="41" y="35"/>
                    </a:cubicBezTo>
                    <a:cubicBezTo>
                      <a:pt x="42" y="35"/>
                      <a:pt x="43" y="31"/>
                      <a:pt x="42" y="31"/>
                    </a:cubicBezTo>
                    <a:cubicBezTo>
                      <a:pt x="42" y="30"/>
                      <a:pt x="42" y="29"/>
                      <a:pt x="41" y="29"/>
                    </a:cubicBezTo>
                    <a:cubicBezTo>
                      <a:pt x="41" y="28"/>
                      <a:pt x="42" y="26"/>
                      <a:pt x="43" y="27"/>
                    </a:cubicBezTo>
                    <a:cubicBezTo>
                      <a:pt x="44" y="28"/>
                      <a:pt x="43" y="32"/>
                      <a:pt x="46" y="30"/>
                    </a:cubicBezTo>
                    <a:cubicBezTo>
                      <a:pt x="47" y="29"/>
                      <a:pt x="50" y="25"/>
                      <a:pt x="52" y="27"/>
                    </a:cubicBezTo>
                    <a:cubicBezTo>
                      <a:pt x="53" y="27"/>
                      <a:pt x="51" y="28"/>
                      <a:pt x="51" y="28"/>
                    </a:cubicBezTo>
                    <a:cubicBezTo>
                      <a:pt x="51" y="28"/>
                      <a:pt x="56" y="27"/>
                      <a:pt x="56" y="27"/>
                    </a:cubicBezTo>
                    <a:cubicBezTo>
                      <a:pt x="56" y="27"/>
                      <a:pt x="54" y="27"/>
                      <a:pt x="54" y="26"/>
                    </a:cubicBezTo>
                    <a:cubicBezTo>
                      <a:pt x="54" y="25"/>
                      <a:pt x="59" y="25"/>
                      <a:pt x="58" y="24"/>
                    </a:cubicBezTo>
                    <a:cubicBezTo>
                      <a:pt x="58" y="22"/>
                      <a:pt x="58" y="25"/>
                      <a:pt x="58" y="2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7" name="Freeform 602">
                <a:extLst>
                  <a:ext uri="{FF2B5EF4-FFF2-40B4-BE49-F238E27FC236}">
                    <a16:creationId xmlns:a16="http://schemas.microsoft.com/office/drawing/2014/main" id="{E50646FB-EE17-08C1-20DD-A74147EFC670}"/>
                  </a:ext>
                </a:extLst>
              </p:cNvPr>
              <p:cNvSpPr>
                <a:spLocks/>
              </p:cNvSpPr>
              <p:nvPr/>
            </p:nvSpPr>
            <p:spPr bwMode="auto">
              <a:xfrm>
                <a:off x="7419934" y="3767367"/>
                <a:ext cx="1455416" cy="758159"/>
              </a:xfrm>
              <a:custGeom>
                <a:avLst/>
                <a:gdLst>
                  <a:gd name="T0" fmla="*/ 15 w 156"/>
                  <a:gd name="T1" fmla="*/ 77 h 81"/>
                  <a:gd name="T2" fmla="*/ 27 w 156"/>
                  <a:gd name="T3" fmla="*/ 76 h 81"/>
                  <a:gd name="T4" fmla="*/ 37 w 156"/>
                  <a:gd name="T5" fmla="*/ 78 h 81"/>
                  <a:gd name="T6" fmla="*/ 48 w 156"/>
                  <a:gd name="T7" fmla="*/ 77 h 81"/>
                  <a:gd name="T8" fmla="*/ 65 w 156"/>
                  <a:gd name="T9" fmla="*/ 76 h 81"/>
                  <a:gd name="T10" fmla="*/ 59 w 156"/>
                  <a:gd name="T11" fmla="*/ 70 h 81"/>
                  <a:gd name="T12" fmla="*/ 50 w 156"/>
                  <a:gd name="T13" fmla="*/ 65 h 81"/>
                  <a:gd name="T14" fmla="*/ 73 w 156"/>
                  <a:gd name="T15" fmla="*/ 61 h 81"/>
                  <a:gd name="T16" fmla="*/ 76 w 156"/>
                  <a:gd name="T17" fmla="*/ 55 h 81"/>
                  <a:gd name="T18" fmla="*/ 71 w 156"/>
                  <a:gd name="T19" fmla="*/ 50 h 81"/>
                  <a:gd name="T20" fmla="*/ 72 w 156"/>
                  <a:gd name="T21" fmla="*/ 48 h 81"/>
                  <a:gd name="T22" fmla="*/ 78 w 156"/>
                  <a:gd name="T23" fmla="*/ 45 h 81"/>
                  <a:gd name="T24" fmla="*/ 90 w 156"/>
                  <a:gd name="T25" fmla="*/ 44 h 81"/>
                  <a:gd name="T26" fmla="*/ 105 w 156"/>
                  <a:gd name="T27" fmla="*/ 37 h 81"/>
                  <a:gd name="T28" fmla="*/ 105 w 156"/>
                  <a:gd name="T29" fmla="*/ 32 h 81"/>
                  <a:gd name="T30" fmla="*/ 136 w 156"/>
                  <a:gd name="T31" fmla="*/ 21 h 81"/>
                  <a:gd name="T32" fmla="*/ 115 w 156"/>
                  <a:gd name="T33" fmla="*/ 23 h 81"/>
                  <a:gd name="T34" fmla="*/ 134 w 156"/>
                  <a:gd name="T35" fmla="*/ 18 h 81"/>
                  <a:gd name="T36" fmla="*/ 146 w 156"/>
                  <a:gd name="T37" fmla="*/ 10 h 81"/>
                  <a:gd name="T38" fmla="*/ 133 w 156"/>
                  <a:gd name="T39" fmla="*/ 5 h 81"/>
                  <a:gd name="T40" fmla="*/ 121 w 156"/>
                  <a:gd name="T41" fmla="*/ 5 h 81"/>
                  <a:gd name="T42" fmla="*/ 100 w 156"/>
                  <a:gd name="T43" fmla="*/ 2 h 81"/>
                  <a:gd name="T44" fmla="*/ 91 w 156"/>
                  <a:gd name="T45" fmla="*/ 5 h 81"/>
                  <a:gd name="T46" fmla="*/ 80 w 156"/>
                  <a:gd name="T47" fmla="*/ 8 h 81"/>
                  <a:gd name="T48" fmla="*/ 58 w 156"/>
                  <a:gd name="T49" fmla="*/ 4 h 81"/>
                  <a:gd name="T50" fmla="*/ 52 w 156"/>
                  <a:gd name="T51" fmla="*/ 5 h 81"/>
                  <a:gd name="T52" fmla="*/ 46 w 156"/>
                  <a:gd name="T53" fmla="*/ 10 h 81"/>
                  <a:gd name="T54" fmla="*/ 45 w 156"/>
                  <a:gd name="T55" fmla="*/ 12 h 81"/>
                  <a:gd name="T56" fmla="*/ 31 w 156"/>
                  <a:gd name="T57" fmla="*/ 10 h 81"/>
                  <a:gd name="T58" fmla="*/ 34 w 156"/>
                  <a:gd name="T59" fmla="*/ 16 h 81"/>
                  <a:gd name="T60" fmla="*/ 23 w 156"/>
                  <a:gd name="T61" fmla="*/ 16 h 81"/>
                  <a:gd name="T62" fmla="*/ 5 w 156"/>
                  <a:gd name="T63" fmla="*/ 17 h 81"/>
                  <a:gd name="T64" fmla="*/ 11 w 156"/>
                  <a:gd name="T65" fmla="*/ 21 h 81"/>
                  <a:gd name="T66" fmla="*/ 13 w 156"/>
                  <a:gd name="T67" fmla="*/ 26 h 81"/>
                  <a:gd name="T68" fmla="*/ 23 w 156"/>
                  <a:gd name="T69" fmla="*/ 27 h 81"/>
                  <a:gd name="T70" fmla="*/ 20 w 156"/>
                  <a:gd name="T71" fmla="*/ 31 h 81"/>
                  <a:gd name="T72" fmla="*/ 26 w 156"/>
                  <a:gd name="T73" fmla="*/ 30 h 81"/>
                  <a:gd name="T74" fmla="*/ 42 w 156"/>
                  <a:gd name="T75" fmla="*/ 30 h 81"/>
                  <a:gd name="T76" fmla="*/ 52 w 156"/>
                  <a:gd name="T77" fmla="*/ 31 h 81"/>
                  <a:gd name="T78" fmla="*/ 73 w 156"/>
                  <a:gd name="T79" fmla="*/ 21 h 81"/>
                  <a:gd name="T80" fmla="*/ 60 w 156"/>
                  <a:gd name="T81" fmla="*/ 31 h 81"/>
                  <a:gd name="T82" fmla="*/ 44 w 156"/>
                  <a:gd name="T83" fmla="*/ 35 h 81"/>
                  <a:gd name="T84" fmla="*/ 58 w 156"/>
                  <a:gd name="T85" fmla="*/ 42 h 81"/>
                  <a:gd name="T86" fmla="*/ 32 w 156"/>
                  <a:gd name="T87" fmla="*/ 39 h 81"/>
                  <a:gd name="T88" fmla="*/ 42 w 156"/>
                  <a:gd name="T89" fmla="*/ 50 h 81"/>
                  <a:gd name="T90" fmla="*/ 44 w 156"/>
                  <a:gd name="T91" fmla="*/ 52 h 81"/>
                  <a:gd name="T92" fmla="*/ 30 w 156"/>
                  <a:gd name="T93" fmla="*/ 52 h 81"/>
                  <a:gd name="T94" fmla="*/ 27 w 156"/>
                  <a:gd name="T95" fmla="*/ 59 h 81"/>
                  <a:gd name="T96" fmla="*/ 36 w 156"/>
                  <a:gd name="T97" fmla="*/ 57 h 81"/>
                  <a:gd name="T98" fmla="*/ 34 w 156"/>
                  <a:gd name="T99" fmla="*/ 60 h 81"/>
                  <a:gd name="T100" fmla="*/ 37 w 156"/>
                  <a:gd name="T101" fmla="*/ 65 h 81"/>
                  <a:gd name="T102" fmla="*/ 38 w 156"/>
                  <a:gd name="T103" fmla="*/ 68 h 81"/>
                  <a:gd name="T104" fmla="*/ 19 w 156"/>
                  <a:gd name="T105" fmla="*/ 6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6" h="81">
                    <a:moveTo>
                      <a:pt x="26" y="70"/>
                    </a:moveTo>
                    <a:cubicBezTo>
                      <a:pt x="22" y="70"/>
                      <a:pt x="17" y="70"/>
                      <a:pt x="13" y="71"/>
                    </a:cubicBezTo>
                    <a:cubicBezTo>
                      <a:pt x="11" y="72"/>
                      <a:pt x="11" y="75"/>
                      <a:pt x="12" y="76"/>
                    </a:cubicBezTo>
                    <a:cubicBezTo>
                      <a:pt x="13" y="77"/>
                      <a:pt x="15" y="78"/>
                      <a:pt x="15" y="77"/>
                    </a:cubicBezTo>
                    <a:cubicBezTo>
                      <a:pt x="17" y="77"/>
                      <a:pt x="16" y="76"/>
                      <a:pt x="17" y="75"/>
                    </a:cubicBezTo>
                    <a:cubicBezTo>
                      <a:pt x="17" y="75"/>
                      <a:pt x="17" y="78"/>
                      <a:pt x="17" y="78"/>
                    </a:cubicBezTo>
                    <a:cubicBezTo>
                      <a:pt x="19" y="78"/>
                      <a:pt x="22" y="78"/>
                      <a:pt x="24" y="78"/>
                    </a:cubicBezTo>
                    <a:cubicBezTo>
                      <a:pt x="26" y="78"/>
                      <a:pt x="26" y="76"/>
                      <a:pt x="27" y="76"/>
                    </a:cubicBezTo>
                    <a:cubicBezTo>
                      <a:pt x="29" y="76"/>
                      <a:pt x="27" y="78"/>
                      <a:pt x="27" y="78"/>
                    </a:cubicBezTo>
                    <a:cubicBezTo>
                      <a:pt x="27" y="78"/>
                      <a:pt x="37" y="79"/>
                      <a:pt x="37" y="78"/>
                    </a:cubicBezTo>
                    <a:cubicBezTo>
                      <a:pt x="37" y="78"/>
                      <a:pt x="35" y="77"/>
                      <a:pt x="34" y="76"/>
                    </a:cubicBezTo>
                    <a:cubicBezTo>
                      <a:pt x="34" y="76"/>
                      <a:pt x="38" y="77"/>
                      <a:pt x="37" y="78"/>
                    </a:cubicBezTo>
                    <a:cubicBezTo>
                      <a:pt x="38" y="77"/>
                      <a:pt x="37" y="76"/>
                      <a:pt x="38" y="76"/>
                    </a:cubicBezTo>
                    <a:cubicBezTo>
                      <a:pt x="38" y="76"/>
                      <a:pt x="40" y="77"/>
                      <a:pt x="41" y="77"/>
                    </a:cubicBezTo>
                    <a:cubicBezTo>
                      <a:pt x="43" y="79"/>
                      <a:pt x="41" y="76"/>
                      <a:pt x="42" y="75"/>
                    </a:cubicBezTo>
                    <a:cubicBezTo>
                      <a:pt x="42" y="75"/>
                      <a:pt x="48" y="78"/>
                      <a:pt x="48" y="77"/>
                    </a:cubicBezTo>
                    <a:cubicBezTo>
                      <a:pt x="48" y="76"/>
                      <a:pt x="46" y="76"/>
                      <a:pt x="46" y="75"/>
                    </a:cubicBezTo>
                    <a:cubicBezTo>
                      <a:pt x="46" y="75"/>
                      <a:pt x="53" y="76"/>
                      <a:pt x="53" y="76"/>
                    </a:cubicBezTo>
                    <a:cubicBezTo>
                      <a:pt x="57" y="76"/>
                      <a:pt x="52" y="79"/>
                      <a:pt x="52" y="80"/>
                    </a:cubicBezTo>
                    <a:cubicBezTo>
                      <a:pt x="52" y="81"/>
                      <a:pt x="64" y="76"/>
                      <a:pt x="65" y="76"/>
                    </a:cubicBezTo>
                    <a:cubicBezTo>
                      <a:pt x="67" y="76"/>
                      <a:pt x="72" y="73"/>
                      <a:pt x="68" y="72"/>
                    </a:cubicBezTo>
                    <a:cubicBezTo>
                      <a:pt x="66" y="71"/>
                      <a:pt x="63" y="73"/>
                      <a:pt x="61" y="72"/>
                    </a:cubicBezTo>
                    <a:cubicBezTo>
                      <a:pt x="61" y="72"/>
                      <a:pt x="63" y="70"/>
                      <a:pt x="63" y="70"/>
                    </a:cubicBezTo>
                    <a:cubicBezTo>
                      <a:pt x="63" y="69"/>
                      <a:pt x="60" y="70"/>
                      <a:pt x="59" y="70"/>
                    </a:cubicBezTo>
                    <a:cubicBezTo>
                      <a:pt x="57" y="70"/>
                      <a:pt x="56" y="68"/>
                      <a:pt x="54" y="68"/>
                    </a:cubicBezTo>
                    <a:cubicBezTo>
                      <a:pt x="53" y="69"/>
                      <a:pt x="50" y="70"/>
                      <a:pt x="48" y="69"/>
                    </a:cubicBezTo>
                    <a:cubicBezTo>
                      <a:pt x="49" y="69"/>
                      <a:pt x="50" y="69"/>
                      <a:pt x="51" y="69"/>
                    </a:cubicBezTo>
                    <a:cubicBezTo>
                      <a:pt x="52" y="68"/>
                      <a:pt x="50" y="66"/>
                      <a:pt x="50" y="65"/>
                    </a:cubicBezTo>
                    <a:cubicBezTo>
                      <a:pt x="50" y="67"/>
                      <a:pt x="59" y="68"/>
                      <a:pt x="60" y="68"/>
                    </a:cubicBezTo>
                    <a:cubicBezTo>
                      <a:pt x="61" y="68"/>
                      <a:pt x="63" y="68"/>
                      <a:pt x="65" y="68"/>
                    </a:cubicBezTo>
                    <a:cubicBezTo>
                      <a:pt x="67" y="68"/>
                      <a:pt x="69" y="65"/>
                      <a:pt x="68" y="64"/>
                    </a:cubicBezTo>
                    <a:cubicBezTo>
                      <a:pt x="65" y="61"/>
                      <a:pt x="71" y="61"/>
                      <a:pt x="73" y="61"/>
                    </a:cubicBezTo>
                    <a:cubicBezTo>
                      <a:pt x="74" y="61"/>
                      <a:pt x="79" y="61"/>
                      <a:pt x="80" y="60"/>
                    </a:cubicBezTo>
                    <a:cubicBezTo>
                      <a:pt x="80" y="60"/>
                      <a:pt x="75" y="58"/>
                      <a:pt x="75" y="58"/>
                    </a:cubicBezTo>
                    <a:cubicBezTo>
                      <a:pt x="77" y="57"/>
                      <a:pt x="81" y="59"/>
                      <a:pt x="82" y="57"/>
                    </a:cubicBezTo>
                    <a:cubicBezTo>
                      <a:pt x="83" y="56"/>
                      <a:pt x="77" y="55"/>
                      <a:pt x="76" y="55"/>
                    </a:cubicBezTo>
                    <a:cubicBezTo>
                      <a:pt x="77" y="55"/>
                      <a:pt x="84" y="54"/>
                      <a:pt x="85" y="53"/>
                    </a:cubicBezTo>
                    <a:cubicBezTo>
                      <a:pt x="87" y="52"/>
                      <a:pt x="77" y="50"/>
                      <a:pt x="77" y="51"/>
                    </a:cubicBezTo>
                    <a:cubicBezTo>
                      <a:pt x="77" y="50"/>
                      <a:pt x="79" y="50"/>
                      <a:pt x="79" y="50"/>
                    </a:cubicBezTo>
                    <a:cubicBezTo>
                      <a:pt x="79" y="49"/>
                      <a:pt x="72" y="50"/>
                      <a:pt x="71" y="50"/>
                    </a:cubicBezTo>
                    <a:cubicBezTo>
                      <a:pt x="69" y="50"/>
                      <a:pt x="68" y="51"/>
                      <a:pt x="66" y="52"/>
                    </a:cubicBezTo>
                    <a:cubicBezTo>
                      <a:pt x="67" y="52"/>
                      <a:pt x="70" y="49"/>
                      <a:pt x="68" y="49"/>
                    </a:cubicBezTo>
                    <a:cubicBezTo>
                      <a:pt x="68" y="49"/>
                      <a:pt x="64" y="49"/>
                      <a:pt x="64" y="48"/>
                    </a:cubicBezTo>
                    <a:cubicBezTo>
                      <a:pt x="64" y="48"/>
                      <a:pt x="71" y="48"/>
                      <a:pt x="72" y="48"/>
                    </a:cubicBezTo>
                    <a:cubicBezTo>
                      <a:pt x="71" y="48"/>
                      <a:pt x="68" y="47"/>
                      <a:pt x="68" y="47"/>
                    </a:cubicBezTo>
                    <a:cubicBezTo>
                      <a:pt x="69" y="46"/>
                      <a:pt x="72" y="48"/>
                      <a:pt x="74" y="47"/>
                    </a:cubicBezTo>
                    <a:cubicBezTo>
                      <a:pt x="73" y="47"/>
                      <a:pt x="69" y="46"/>
                      <a:pt x="69" y="46"/>
                    </a:cubicBezTo>
                    <a:cubicBezTo>
                      <a:pt x="69" y="45"/>
                      <a:pt x="77" y="46"/>
                      <a:pt x="78" y="45"/>
                    </a:cubicBezTo>
                    <a:cubicBezTo>
                      <a:pt x="78" y="45"/>
                      <a:pt x="75" y="44"/>
                      <a:pt x="75" y="44"/>
                    </a:cubicBezTo>
                    <a:cubicBezTo>
                      <a:pt x="74" y="44"/>
                      <a:pt x="77" y="44"/>
                      <a:pt x="77" y="44"/>
                    </a:cubicBezTo>
                    <a:cubicBezTo>
                      <a:pt x="79" y="45"/>
                      <a:pt x="80" y="46"/>
                      <a:pt x="82" y="46"/>
                    </a:cubicBezTo>
                    <a:cubicBezTo>
                      <a:pt x="84" y="46"/>
                      <a:pt x="87" y="45"/>
                      <a:pt x="90" y="44"/>
                    </a:cubicBezTo>
                    <a:cubicBezTo>
                      <a:pt x="98" y="43"/>
                      <a:pt x="85" y="42"/>
                      <a:pt x="84" y="40"/>
                    </a:cubicBezTo>
                    <a:cubicBezTo>
                      <a:pt x="84" y="39"/>
                      <a:pt x="93" y="40"/>
                      <a:pt x="94" y="41"/>
                    </a:cubicBezTo>
                    <a:cubicBezTo>
                      <a:pt x="96" y="42"/>
                      <a:pt x="97" y="42"/>
                      <a:pt x="100" y="41"/>
                    </a:cubicBezTo>
                    <a:cubicBezTo>
                      <a:pt x="101" y="41"/>
                      <a:pt x="106" y="39"/>
                      <a:pt x="105" y="37"/>
                    </a:cubicBezTo>
                    <a:cubicBezTo>
                      <a:pt x="105" y="36"/>
                      <a:pt x="94" y="41"/>
                      <a:pt x="97" y="36"/>
                    </a:cubicBezTo>
                    <a:cubicBezTo>
                      <a:pt x="96" y="37"/>
                      <a:pt x="101" y="37"/>
                      <a:pt x="101" y="37"/>
                    </a:cubicBezTo>
                    <a:cubicBezTo>
                      <a:pt x="104" y="37"/>
                      <a:pt x="106" y="36"/>
                      <a:pt x="108" y="36"/>
                    </a:cubicBezTo>
                    <a:cubicBezTo>
                      <a:pt x="108" y="35"/>
                      <a:pt x="105" y="32"/>
                      <a:pt x="105" y="32"/>
                    </a:cubicBezTo>
                    <a:cubicBezTo>
                      <a:pt x="106" y="32"/>
                      <a:pt x="107" y="33"/>
                      <a:pt x="107" y="34"/>
                    </a:cubicBezTo>
                    <a:cubicBezTo>
                      <a:pt x="108" y="35"/>
                      <a:pt x="110" y="34"/>
                      <a:pt x="111" y="34"/>
                    </a:cubicBezTo>
                    <a:cubicBezTo>
                      <a:pt x="114" y="32"/>
                      <a:pt x="116" y="30"/>
                      <a:pt x="119" y="29"/>
                    </a:cubicBezTo>
                    <a:cubicBezTo>
                      <a:pt x="121" y="28"/>
                      <a:pt x="136" y="22"/>
                      <a:pt x="136" y="21"/>
                    </a:cubicBezTo>
                    <a:cubicBezTo>
                      <a:pt x="136" y="20"/>
                      <a:pt x="123" y="23"/>
                      <a:pt x="122" y="23"/>
                    </a:cubicBezTo>
                    <a:cubicBezTo>
                      <a:pt x="119" y="24"/>
                      <a:pt x="116" y="24"/>
                      <a:pt x="112" y="25"/>
                    </a:cubicBezTo>
                    <a:cubicBezTo>
                      <a:pt x="112" y="25"/>
                      <a:pt x="108" y="25"/>
                      <a:pt x="108" y="25"/>
                    </a:cubicBezTo>
                    <a:cubicBezTo>
                      <a:pt x="108" y="24"/>
                      <a:pt x="114" y="24"/>
                      <a:pt x="115" y="23"/>
                    </a:cubicBezTo>
                    <a:cubicBezTo>
                      <a:pt x="116" y="23"/>
                      <a:pt x="123" y="22"/>
                      <a:pt x="123" y="21"/>
                    </a:cubicBezTo>
                    <a:cubicBezTo>
                      <a:pt x="123" y="22"/>
                      <a:pt x="113" y="20"/>
                      <a:pt x="114" y="19"/>
                    </a:cubicBezTo>
                    <a:cubicBezTo>
                      <a:pt x="114" y="19"/>
                      <a:pt x="126" y="20"/>
                      <a:pt x="127" y="19"/>
                    </a:cubicBezTo>
                    <a:cubicBezTo>
                      <a:pt x="129" y="19"/>
                      <a:pt x="132" y="18"/>
                      <a:pt x="134" y="18"/>
                    </a:cubicBezTo>
                    <a:cubicBezTo>
                      <a:pt x="135" y="18"/>
                      <a:pt x="137" y="18"/>
                      <a:pt x="138" y="18"/>
                    </a:cubicBezTo>
                    <a:cubicBezTo>
                      <a:pt x="142" y="17"/>
                      <a:pt x="146" y="16"/>
                      <a:pt x="149" y="15"/>
                    </a:cubicBezTo>
                    <a:cubicBezTo>
                      <a:pt x="149" y="15"/>
                      <a:pt x="156" y="11"/>
                      <a:pt x="153" y="10"/>
                    </a:cubicBezTo>
                    <a:cubicBezTo>
                      <a:pt x="151" y="10"/>
                      <a:pt x="148" y="10"/>
                      <a:pt x="146" y="10"/>
                    </a:cubicBezTo>
                    <a:cubicBezTo>
                      <a:pt x="145" y="9"/>
                      <a:pt x="143" y="10"/>
                      <a:pt x="143" y="9"/>
                    </a:cubicBezTo>
                    <a:cubicBezTo>
                      <a:pt x="143" y="7"/>
                      <a:pt x="141" y="7"/>
                      <a:pt x="141" y="5"/>
                    </a:cubicBezTo>
                    <a:cubicBezTo>
                      <a:pt x="141" y="5"/>
                      <a:pt x="137" y="6"/>
                      <a:pt x="136" y="6"/>
                    </a:cubicBezTo>
                    <a:cubicBezTo>
                      <a:pt x="135" y="5"/>
                      <a:pt x="134" y="3"/>
                      <a:pt x="133" y="5"/>
                    </a:cubicBezTo>
                    <a:cubicBezTo>
                      <a:pt x="133" y="5"/>
                      <a:pt x="127" y="6"/>
                      <a:pt x="126" y="6"/>
                    </a:cubicBezTo>
                    <a:cubicBezTo>
                      <a:pt x="124" y="7"/>
                      <a:pt x="122" y="7"/>
                      <a:pt x="120" y="7"/>
                    </a:cubicBezTo>
                    <a:cubicBezTo>
                      <a:pt x="120" y="7"/>
                      <a:pt x="116" y="7"/>
                      <a:pt x="116" y="7"/>
                    </a:cubicBezTo>
                    <a:cubicBezTo>
                      <a:pt x="116" y="6"/>
                      <a:pt x="120" y="6"/>
                      <a:pt x="121" y="5"/>
                    </a:cubicBezTo>
                    <a:cubicBezTo>
                      <a:pt x="123" y="5"/>
                      <a:pt x="125" y="4"/>
                      <a:pt x="126" y="3"/>
                    </a:cubicBezTo>
                    <a:cubicBezTo>
                      <a:pt x="124" y="6"/>
                      <a:pt x="103" y="0"/>
                      <a:pt x="102" y="2"/>
                    </a:cubicBezTo>
                    <a:cubicBezTo>
                      <a:pt x="102" y="3"/>
                      <a:pt x="104" y="3"/>
                      <a:pt x="105" y="4"/>
                    </a:cubicBezTo>
                    <a:cubicBezTo>
                      <a:pt x="105" y="5"/>
                      <a:pt x="100" y="2"/>
                      <a:pt x="100" y="2"/>
                    </a:cubicBezTo>
                    <a:cubicBezTo>
                      <a:pt x="98" y="1"/>
                      <a:pt x="95" y="2"/>
                      <a:pt x="94" y="2"/>
                    </a:cubicBezTo>
                    <a:cubicBezTo>
                      <a:pt x="93" y="2"/>
                      <a:pt x="90" y="2"/>
                      <a:pt x="91" y="3"/>
                    </a:cubicBezTo>
                    <a:cubicBezTo>
                      <a:pt x="92" y="4"/>
                      <a:pt x="94" y="7"/>
                      <a:pt x="95" y="6"/>
                    </a:cubicBezTo>
                    <a:cubicBezTo>
                      <a:pt x="95" y="7"/>
                      <a:pt x="91" y="6"/>
                      <a:pt x="91" y="5"/>
                    </a:cubicBezTo>
                    <a:cubicBezTo>
                      <a:pt x="88" y="5"/>
                      <a:pt x="87" y="2"/>
                      <a:pt x="85" y="2"/>
                    </a:cubicBezTo>
                    <a:cubicBezTo>
                      <a:pt x="81" y="2"/>
                      <a:pt x="78" y="2"/>
                      <a:pt x="75" y="2"/>
                    </a:cubicBezTo>
                    <a:cubicBezTo>
                      <a:pt x="70" y="3"/>
                      <a:pt x="73" y="4"/>
                      <a:pt x="76" y="5"/>
                    </a:cubicBezTo>
                    <a:cubicBezTo>
                      <a:pt x="77" y="6"/>
                      <a:pt x="79" y="7"/>
                      <a:pt x="80" y="8"/>
                    </a:cubicBezTo>
                    <a:cubicBezTo>
                      <a:pt x="80" y="8"/>
                      <a:pt x="77" y="10"/>
                      <a:pt x="77" y="10"/>
                    </a:cubicBezTo>
                    <a:cubicBezTo>
                      <a:pt x="76" y="10"/>
                      <a:pt x="78" y="9"/>
                      <a:pt x="78" y="9"/>
                    </a:cubicBezTo>
                    <a:cubicBezTo>
                      <a:pt x="78" y="8"/>
                      <a:pt x="71" y="4"/>
                      <a:pt x="70" y="4"/>
                    </a:cubicBezTo>
                    <a:cubicBezTo>
                      <a:pt x="66" y="4"/>
                      <a:pt x="62" y="3"/>
                      <a:pt x="58" y="4"/>
                    </a:cubicBezTo>
                    <a:cubicBezTo>
                      <a:pt x="58" y="4"/>
                      <a:pt x="60" y="6"/>
                      <a:pt x="61" y="6"/>
                    </a:cubicBezTo>
                    <a:cubicBezTo>
                      <a:pt x="62" y="6"/>
                      <a:pt x="64" y="7"/>
                      <a:pt x="66" y="6"/>
                    </a:cubicBezTo>
                    <a:cubicBezTo>
                      <a:pt x="64" y="7"/>
                      <a:pt x="61" y="8"/>
                      <a:pt x="59" y="7"/>
                    </a:cubicBezTo>
                    <a:cubicBezTo>
                      <a:pt x="58" y="7"/>
                      <a:pt x="51" y="4"/>
                      <a:pt x="52" y="5"/>
                    </a:cubicBezTo>
                    <a:cubicBezTo>
                      <a:pt x="52" y="4"/>
                      <a:pt x="57" y="10"/>
                      <a:pt x="53" y="9"/>
                    </a:cubicBezTo>
                    <a:cubicBezTo>
                      <a:pt x="52" y="8"/>
                      <a:pt x="49" y="7"/>
                      <a:pt x="47" y="8"/>
                    </a:cubicBezTo>
                    <a:cubicBezTo>
                      <a:pt x="48" y="8"/>
                      <a:pt x="51" y="9"/>
                      <a:pt x="51" y="9"/>
                    </a:cubicBezTo>
                    <a:cubicBezTo>
                      <a:pt x="50" y="10"/>
                      <a:pt x="46" y="8"/>
                      <a:pt x="46" y="10"/>
                    </a:cubicBezTo>
                    <a:cubicBezTo>
                      <a:pt x="46" y="11"/>
                      <a:pt x="50" y="12"/>
                      <a:pt x="51" y="13"/>
                    </a:cubicBezTo>
                    <a:cubicBezTo>
                      <a:pt x="54" y="13"/>
                      <a:pt x="61" y="14"/>
                      <a:pt x="61" y="17"/>
                    </a:cubicBezTo>
                    <a:cubicBezTo>
                      <a:pt x="61" y="16"/>
                      <a:pt x="54" y="15"/>
                      <a:pt x="52" y="14"/>
                    </a:cubicBezTo>
                    <a:cubicBezTo>
                      <a:pt x="50" y="14"/>
                      <a:pt x="47" y="11"/>
                      <a:pt x="45" y="12"/>
                    </a:cubicBezTo>
                    <a:cubicBezTo>
                      <a:pt x="45" y="12"/>
                      <a:pt x="48" y="14"/>
                      <a:pt x="48" y="14"/>
                    </a:cubicBezTo>
                    <a:cubicBezTo>
                      <a:pt x="48" y="14"/>
                      <a:pt x="45" y="15"/>
                      <a:pt x="45" y="14"/>
                    </a:cubicBezTo>
                    <a:cubicBezTo>
                      <a:pt x="43" y="13"/>
                      <a:pt x="42" y="12"/>
                      <a:pt x="40" y="11"/>
                    </a:cubicBezTo>
                    <a:cubicBezTo>
                      <a:pt x="39" y="10"/>
                      <a:pt x="31" y="10"/>
                      <a:pt x="31" y="10"/>
                    </a:cubicBezTo>
                    <a:cubicBezTo>
                      <a:pt x="31" y="11"/>
                      <a:pt x="34" y="11"/>
                      <a:pt x="31" y="12"/>
                    </a:cubicBezTo>
                    <a:cubicBezTo>
                      <a:pt x="30" y="12"/>
                      <a:pt x="25" y="14"/>
                      <a:pt x="25" y="14"/>
                    </a:cubicBezTo>
                    <a:cubicBezTo>
                      <a:pt x="26" y="14"/>
                      <a:pt x="29" y="13"/>
                      <a:pt x="29" y="13"/>
                    </a:cubicBezTo>
                    <a:cubicBezTo>
                      <a:pt x="30" y="14"/>
                      <a:pt x="34" y="16"/>
                      <a:pt x="34" y="16"/>
                    </a:cubicBezTo>
                    <a:cubicBezTo>
                      <a:pt x="34" y="16"/>
                      <a:pt x="31" y="15"/>
                      <a:pt x="31" y="16"/>
                    </a:cubicBezTo>
                    <a:cubicBezTo>
                      <a:pt x="31" y="16"/>
                      <a:pt x="32" y="19"/>
                      <a:pt x="30" y="17"/>
                    </a:cubicBezTo>
                    <a:cubicBezTo>
                      <a:pt x="29" y="16"/>
                      <a:pt x="28" y="14"/>
                      <a:pt x="26" y="15"/>
                    </a:cubicBezTo>
                    <a:cubicBezTo>
                      <a:pt x="25" y="15"/>
                      <a:pt x="24" y="17"/>
                      <a:pt x="23" y="16"/>
                    </a:cubicBezTo>
                    <a:cubicBezTo>
                      <a:pt x="22" y="15"/>
                      <a:pt x="21" y="14"/>
                      <a:pt x="19" y="14"/>
                    </a:cubicBezTo>
                    <a:cubicBezTo>
                      <a:pt x="18" y="14"/>
                      <a:pt x="15" y="15"/>
                      <a:pt x="14" y="16"/>
                    </a:cubicBezTo>
                    <a:cubicBezTo>
                      <a:pt x="12" y="17"/>
                      <a:pt x="13" y="18"/>
                      <a:pt x="10" y="17"/>
                    </a:cubicBezTo>
                    <a:cubicBezTo>
                      <a:pt x="8" y="16"/>
                      <a:pt x="7" y="17"/>
                      <a:pt x="5" y="17"/>
                    </a:cubicBezTo>
                    <a:cubicBezTo>
                      <a:pt x="4" y="18"/>
                      <a:pt x="0" y="18"/>
                      <a:pt x="0" y="19"/>
                    </a:cubicBezTo>
                    <a:cubicBezTo>
                      <a:pt x="0" y="21"/>
                      <a:pt x="9" y="19"/>
                      <a:pt x="9" y="20"/>
                    </a:cubicBezTo>
                    <a:cubicBezTo>
                      <a:pt x="9" y="21"/>
                      <a:pt x="6" y="21"/>
                      <a:pt x="5" y="22"/>
                    </a:cubicBezTo>
                    <a:cubicBezTo>
                      <a:pt x="5" y="21"/>
                      <a:pt x="10" y="21"/>
                      <a:pt x="11" y="21"/>
                    </a:cubicBezTo>
                    <a:cubicBezTo>
                      <a:pt x="12" y="21"/>
                      <a:pt x="17" y="21"/>
                      <a:pt x="17" y="21"/>
                    </a:cubicBezTo>
                    <a:cubicBezTo>
                      <a:pt x="17" y="21"/>
                      <a:pt x="15" y="22"/>
                      <a:pt x="14" y="22"/>
                    </a:cubicBezTo>
                    <a:cubicBezTo>
                      <a:pt x="12" y="22"/>
                      <a:pt x="11" y="22"/>
                      <a:pt x="9" y="24"/>
                    </a:cubicBezTo>
                    <a:cubicBezTo>
                      <a:pt x="5" y="26"/>
                      <a:pt x="12" y="26"/>
                      <a:pt x="13" y="26"/>
                    </a:cubicBezTo>
                    <a:cubicBezTo>
                      <a:pt x="17" y="27"/>
                      <a:pt x="20" y="27"/>
                      <a:pt x="24" y="26"/>
                    </a:cubicBezTo>
                    <a:cubicBezTo>
                      <a:pt x="26" y="25"/>
                      <a:pt x="31" y="22"/>
                      <a:pt x="34" y="24"/>
                    </a:cubicBezTo>
                    <a:cubicBezTo>
                      <a:pt x="34" y="24"/>
                      <a:pt x="29" y="26"/>
                      <a:pt x="29" y="26"/>
                    </a:cubicBezTo>
                    <a:cubicBezTo>
                      <a:pt x="27" y="26"/>
                      <a:pt x="25" y="26"/>
                      <a:pt x="23" y="27"/>
                    </a:cubicBezTo>
                    <a:cubicBezTo>
                      <a:pt x="22" y="27"/>
                      <a:pt x="20" y="27"/>
                      <a:pt x="18" y="27"/>
                    </a:cubicBezTo>
                    <a:cubicBezTo>
                      <a:pt x="16" y="28"/>
                      <a:pt x="14" y="27"/>
                      <a:pt x="12" y="28"/>
                    </a:cubicBezTo>
                    <a:cubicBezTo>
                      <a:pt x="13" y="28"/>
                      <a:pt x="16" y="29"/>
                      <a:pt x="16" y="29"/>
                    </a:cubicBezTo>
                    <a:cubicBezTo>
                      <a:pt x="17" y="30"/>
                      <a:pt x="18" y="31"/>
                      <a:pt x="20" y="31"/>
                    </a:cubicBezTo>
                    <a:cubicBezTo>
                      <a:pt x="24" y="31"/>
                      <a:pt x="26" y="28"/>
                      <a:pt x="30" y="27"/>
                    </a:cubicBezTo>
                    <a:cubicBezTo>
                      <a:pt x="31" y="27"/>
                      <a:pt x="44" y="26"/>
                      <a:pt x="44" y="25"/>
                    </a:cubicBezTo>
                    <a:cubicBezTo>
                      <a:pt x="44" y="26"/>
                      <a:pt x="38" y="26"/>
                      <a:pt x="37" y="26"/>
                    </a:cubicBezTo>
                    <a:cubicBezTo>
                      <a:pt x="34" y="27"/>
                      <a:pt x="29" y="28"/>
                      <a:pt x="26" y="30"/>
                    </a:cubicBezTo>
                    <a:cubicBezTo>
                      <a:pt x="23" y="33"/>
                      <a:pt x="32" y="32"/>
                      <a:pt x="33" y="32"/>
                    </a:cubicBezTo>
                    <a:cubicBezTo>
                      <a:pt x="35" y="32"/>
                      <a:pt x="37" y="33"/>
                      <a:pt x="39" y="31"/>
                    </a:cubicBezTo>
                    <a:cubicBezTo>
                      <a:pt x="40" y="31"/>
                      <a:pt x="40" y="30"/>
                      <a:pt x="40" y="29"/>
                    </a:cubicBezTo>
                    <a:cubicBezTo>
                      <a:pt x="41" y="29"/>
                      <a:pt x="42" y="29"/>
                      <a:pt x="42" y="30"/>
                    </a:cubicBezTo>
                    <a:cubicBezTo>
                      <a:pt x="42" y="30"/>
                      <a:pt x="42" y="30"/>
                      <a:pt x="41" y="30"/>
                    </a:cubicBezTo>
                    <a:cubicBezTo>
                      <a:pt x="43" y="30"/>
                      <a:pt x="48" y="28"/>
                      <a:pt x="50" y="29"/>
                    </a:cubicBezTo>
                    <a:cubicBezTo>
                      <a:pt x="49" y="28"/>
                      <a:pt x="44" y="32"/>
                      <a:pt x="43" y="32"/>
                    </a:cubicBezTo>
                    <a:cubicBezTo>
                      <a:pt x="44" y="33"/>
                      <a:pt x="50" y="31"/>
                      <a:pt x="52" y="31"/>
                    </a:cubicBezTo>
                    <a:cubicBezTo>
                      <a:pt x="55" y="31"/>
                      <a:pt x="58" y="30"/>
                      <a:pt x="61" y="28"/>
                    </a:cubicBezTo>
                    <a:cubicBezTo>
                      <a:pt x="62" y="27"/>
                      <a:pt x="62" y="25"/>
                      <a:pt x="62" y="25"/>
                    </a:cubicBezTo>
                    <a:cubicBezTo>
                      <a:pt x="64" y="25"/>
                      <a:pt x="64" y="25"/>
                      <a:pt x="65" y="24"/>
                    </a:cubicBezTo>
                    <a:cubicBezTo>
                      <a:pt x="66" y="24"/>
                      <a:pt x="73" y="20"/>
                      <a:pt x="73" y="21"/>
                    </a:cubicBezTo>
                    <a:cubicBezTo>
                      <a:pt x="73" y="21"/>
                      <a:pt x="69" y="24"/>
                      <a:pt x="69" y="24"/>
                    </a:cubicBezTo>
                    <a:cubicBezTo>
                      <a:pt x="68" y="25"/>
                      <a:pt x="64" y="27"/>
                      <a:pt x="64" y="28"/>
                    </a:cubicBezTo>
                    <a:cubicBezTo>
                      <a:pt x="64" y="29"/>
                      <a:pt x="75" y="28"/>
                      <a:pt x="75" y="29"/>
                    </a:cubicBezTo>
                    <a:cubicBezTo>
                      <a:pt x="75" y="28"/>
                      <a:pt x="60" y="32"/>
                      <a:pt x="60" y="31"/>
                    </a:cubicBezTo>
                    <a:cubicBezTo>
                      <a:pt x="60" y="31"/>
                      <a:pt x="69" y="32"/>
                      <a:pt x="68" y="32"/>
                    </a:cubicBezTo>
                    <a:cubicBezTo>
                      <a:pt x="68" y="33"/>
                      <a:pt x="64" y="33"/>
                      <a:pt x="63" y="33"/>
                    </a:cubicBezTo>
                    <a:cubicBezTo>
                      <a:pt x="61" y="33"/>
                      <a:pt x="58" y="33"/>
                      <a:pt x="56" y="34"/>
                    </a:cubicBezTo>
                    <a:cubicBezTo>
                      <a:pt x="52" y="34"/>
                      <a:pt x="48" y="34"/>
                      <a:pt x="44" y="35"/>
                    </a:cubicBezTo>
                    <a:cubicBezTo>
                      <a:pt x="43" y="35"/>
                      <a:pt x="43" y="36"/>
                      <a:pt x="45" y="36"/>
                    </a:cubicBezTo>
                    <a:cubicBezTo>
                      <a:pt x="46" y="37"/>
                      <a:pt x="49" y="38"/>
                      <a:pt x="50" y="39"/>
                    </a:cubicBezTo>
                    <a:cubicBezTo>
                      <a:pt x="52" y="41"/>
                      <a:pt x="50" y="43"/>
                      <a:pt x="53" y="43"/>
                    </a:cubicBezTo>
                    <a:cubicBezTo>
                      <a:pt x="54" y="42"/>
                      <a:pt x="57" y="43"/>
                      <a:pt x="58" y="42"/>
                    </a:cubicBezTo>
                    <a:cubicBezTo>
                      <a:pt x="49" y="47"/>
                      <a:pt x="44" y="36"/>
                      <a:pt x="37" y="36"/>
                    </a:cubicBezTo>
                    <a:cubicBezTo>
                      <a:pt x="35" y="36"/>
                      <a:pt x="26" y="34"/>
                      <a:pt x="26" y="36"/>
                    </a:cubicBezTo>
                    <a:cubicBezTo>
                      <a:pt x="26" y="36"/>
                      <a:pt x="25" y="38"/>
                      <a:pt x="25" y="38"/>
                    </a:cubicBezTo>
                    <a:cubicBezTo>
                      <a:pt x="26" y="38"/>
                      <a:pt x="32" y="38"/>
                      <a:pt x="32" y="39"/>
                    </a:cubicBezTo>
                    <a:cubicBezTo>
                      <a:pt x="32" y="39"/>
                      <a:pt x="26" y="39"/>
                      <a:pt x="26" y="41"/>
                    </a:cubicBezTo>
                    <a:cubicBezTo>
                      <a:pt x="26" y="42"/>
                      <a:pt x="32" y="42"/>
                      <a:pt x="34" y="43"/>
                    </a:cubicBezTo>
                    <a:cubicBezTo>
                      <a:pt x="35" y="44"/>
                      <a:pt x="36" y="45"/>
                      <a:pt x="37" y="46"/>
                    </a:cubicBezTo>
                    <a:cubicBezTo>
                      <a:pt x="38" y="48"/>
                      <a:pt x="40" y="49"/>
                      <a:pt x="42" y="50"/>
                    </a:cubicBezTo>
                    <a:cubicBezTo>
                      <a:pt x="44" y="51"/>
                      <a:pt x="45" y="51"/>
                      <a:pt x="47" y="50"/>
                    </a:cubicBezTo>
                    <a:cubicBezTo>
                      <a:pt x="48" y="50"/>
                      <a:pt x="50" y="49"/>
                      <a:pt x="51" y="50"/>
                    </a:cubicBezTo>
                    <a:cubicBezTo>
                      <a:pt x="51" y="50"/>
                      <a:pt x="50" y="52"/>
                      <a:pt x="50" y="52"/>
                    </a:cubicBezTo>
                    <a:cubicBezTo>
                      <a:pt x="48" y="52"/>
                      <a:pt x="45" y="51"/>
                      <a:pt x="44" y="52"/>
                    </a:cubicBezTo>
                    <a:cubicBezTo>
                      <a:pt x="44" y="51"/>
                      <a:pt x="48" y="54"/>
                      <a:pt x="48" y="54"/>
                    </a:cubicBezTo>
                    <a:cubicBezTo>
                      <a:pt x="48" y="55"/>
                      <a:pt x="43" y="53"/>
                      <a:pt x="43" y="53"/>
                    </a:cubicBezTo>
                    <a:cubicBezTo>
                      <a:pt x="40" y="51"/>
                      <a:pt x="38" y="51"/>
                      <a:pt x="35" y="51"/>
                    </a:cubicBezTo>
                    <a:cubicBezTo>
                      <a:pt x="33" y="51"/>
                      <a:pt x="32" y="51"/>
                      <a:pt x="30" y="52"/>
                    </a:cubicBezTo>
                    <a:cubicBezTo>
                      <a:pt x="28" y="53"/>
                      <a:pt x="27" y="52"/>
                      <a:pt x="26" y="53"/>
                    </a:cubicBezTo>
                    <a:cubicBezTo>
                      <a:pt x="25" y="54"/>
                      <a:pt x="25" y="55"/>
                      <a:pt x="23" y="55"/>
                    </a:cubicBezTo>
                    <a:cubicBezTo>
                      <a:pt x="22" y="56"/>
                      <a:pt x="21" y="59"/>
                      <a:pt x="23" y="59"/>
                    </a:cubicBezTo>
                    <a:cubicBezTo>
                      <a:pt x="25" y="59"/>
                      <a:pt x="27" y="58"/>
                      <a:pt x="27" y="59"/>
                    </a:cubicBezTo>
                    <a:cubicBezTo>
                      <a:pt x="28" y="61"/>
                      <a:pt x="32" y="60"/>
                      <a:pt x="32" y="59"/>
                    </a:cubicBezTo>
                    <a:cubicBezTo>
                      <a:pt x="33" y="59"/>
                      <a:pt x="35" y="56"/>
                      <a:pt x="35" y="55"/>
                    </a:cubicBezTo>
                    <a:cubicBezTo>
                      <a:pt x="35" y="56"/>
                      <a:pt x="35" y="56"/>
                      <a:pt x="35" y="57"/>
                    </a:cubicBezTo>
                    <a:cubicBezTo>
                      <a:pt x="35" y="57"/>
                      <a:pt x="36" y="57"/>
                      <a:pt x="36" y="57"/>
                    </a:cubicBezTo>
                    <a:cubicBezTo>
                      <a:pt x="36" y="57"/>
                      <a:pt x="35" y="58"/>
                      <a:pt x="35" y="59"/>
                    </a:cubicBezTo>
                    <a:cubicBezTo>
                      <a:pt x="35" y="59"/>
                      <a:pt x="35" y="59"/>
                      <a:pt x="36" y="59"/>
                    </a:cubicBezTo>
                    <a:cubicBezTo>
                      <a:pt x="36" y="59"/>
                      <a:pt x="33" y="60"/>
                      <a:pt x="34" y="60"/>
                    </a:cubicBezTo>
                    <a:cubicBezTo>
                      <a:pt x="34" y="60"/>
                      <a:pt x="34" y="60"/>
                      <a:pt x="34" y="60"/>
                    </a:cubicBezTo>
                    <a:cubicBezTo>
                      <a:pt x="34" y="61"/>
                      <a:pt x="31" y="60"/>
                      <a:pt x="30" y="61"/>
                    </a:cubicBezTo>
                    <a:cubicBezTo>
                      <a:pt x="31" y="61"/>
                      <a:pt x="35" y="61"/>
                      <a:pt x="36" y="62"/>
                    </a:cubicBezTo>
                    <a:cubicBezTo>
                      <a:pt x="36" y="62"/>
                      <a:pt x="31" y="65"/>
                      <a:pt x="32" y="65"/>
                    </a:cubicBezTo>
                    <a:cubicBezTo>
                      <a:pt x="32" y="66"/>
                      <a:pt x="37" y="65"/>
                      <a:pt x="37" y="65"/>
                    </a:cubicBezTo>
                    <a:cubicBezTo>
                      <a:pt x="37" y="65"/>
                      <a:pt x="36" y="65"/>
                      <a:pt x="36" y="65"/>
                    </a:cubicBezTo>
                    <a:cubicBezTo>
                      <a:pt x="36" y="66"/>
                      <a:pt x="41" y="65"/>
                      <a:pt x="42" y="64"/>
                    </a:cubicBezTo>
                    <a:cubicBezTo>
                      <a:pt x="42" y="64"/>
                      <a:pt x="46" y="59"/>
                      <a:pt x="47" y="60"/>
                    </a:cubicBezTo>
                    <a:cubicBezTo>
                      <a:pt x="48" y="61"/>
                      <a:pt x="40" y="67"/>
                      <a:pt x="38" y="68"/>
                    </a:cubicBezTo>
                    <a:cubicBezTo>
                      <a:pt x="35" y="68"/>
                      <a:pt x="33" y="68"/>
                      <a:pt x="30" y="66"/>
                    </a:cubicBezTo>
                    <a:cubicBezTo>
                      <a:pt x="28" y="65"/>
                      <a:pt x="28" y="63"/>
                      <a:pt x="26" y="63"/>
                    </a:cubicBezTo>
                    <a:cubicBezTo>
                      <a:pt x="24" y="62"/>
                      <a:pt x="22" y="62"/>
                      <a:pt x="20" y="62"/>
                    </a:cubicBezTo>
                    <a:cubicBezTo>
                      <a:pt x="17" y="62"/>
                      <a:pt x="17" y="63"/>
                      <a:pt x="19" y="65"/>
                    </a:cubicBezTo>
                    <a:cubicBezTo>
                      <a:pt x="20" y="66"/>
                      <a:pt x="20" y="67"/>
                      <a:pt x="22" y="67"/>
                    </a:cubicBezTo>
                    <a:cubicBezTo>
                      <a:pt x="25" y="67"/>
                      <a:pt x="22" y="67"/>
                      <a:pt x="22" y="68"/>
                    </a:cubicBezTo>
                    <a:cubicBezTo>
                      <a:pt x="22" y="68"/>
                      <a:pt x="26" y="70"/>
                      <a:pt x="26" y="7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8" name="Freeform 604">
                <a:extLst>
                  <a:ext uri="{FF2B5EF4-FFF2-40B4-BE49-F238E27FC236}">
                    <a16:creationId xmlns:a16="http://schemas.microsoft.com/office/drawing/2014/main" id="{B382FA7F-4B83-AAF7-688F-BD9FF13EDD3C}"/>
                  </a:ext>
                </a:extLst>
              </p:cNvPr>
              <p:cNvSpPr>
                <a:spLocks/>
              </p:cNvSpPr>
              <p:nvPr/>
            </p:nvSpPr>
            <p:spPr bwMode="auto">
              <a:xfrm>
                <a:off x="8101466" y="4187857"/>
                <a:ext cx="130574" cy="47785"/>
              </a:xfrm>
              <a:custGeom>
                <a:avLst/>
                <a:gdLst>
                  <a:gd name="T0" fmla="*/ 13 w 14"/>
                  <a:gd name="T1" fmla="*/ 4 h 5"/>
                  <a:gd name="T2" fmla="*/ 11 w 14"/>
                  <a:gd name="T3" fmla="*/ 2 h 5"/>
                  <a:gd name="T4" fmla="*/ 8 w 14"/>
                  <a:gd name="T5" fmla="*/ 2 h 5"/>
                  <a:gd name="T6" fmla="*/ 1 w 14"/>
                  <a:gd name="T7" fmla="*/ 1 h 5"/>
                  <a:gd name="T8" fmla="*/ 2 w 14"/>
                  <a:gd name="T9" fmla="*/ 2 h 5"/>
                  <a:gd name="T10" fmla="*/ 0 w 14"/>
                  <a:gd name="T11" fmla="*/ 3 h 5"/>
                  <a:gd name="T12" fmla="*/ 3 w 14"/>
                  <a:gd name="T13" fmla="*/ 3 h 5"/>
                  <a:gd name="T14" fmla="*/ 8 w 14"/>
                  <a:gd name="T15" fmla="*/ 4 h 5"/>
                  <a:gd name="T16" fmla="*/ 13 w 14"/>
                  <a:gd name="T17" fmla="*/ 4 h 5"/>
                  <a:gd name="T18" fmla="*/ 13 w 14"/>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5">
                    <a:moveTo>
                      <a:pt x="13" y="4"/>
                    </a:moveTo>
                    <a:cubicBezTo>
                      <a:pt x="12" y="3"/>
                      <a:pt x="13" y="3"/>
                      <a:pt x="11" y="2"/>
                    </a:cubicBezTo>
                    <a:cubicBezTo>
                      <a:pt x="10" y="2"/>
                      <a:pt x="9" y="2"/>
                      <a:pt x="8" y="2"/>
                    </a:cubicBezTo>
                    <a:cubicBezTo>
                      <a:pt x="7" y="2"/>
                      <a:pt x="2" y="0"/>
                      <a:pt x="1" y="1"/>
                    </a:cubicBezTo>
                    <a:cubicBezTo>
                      <a:pt x="1" y="1"/>
                      <a:pt x="3" y="2"/>
                      <a:pt x="2" y="2"/>
                    </a:cubicBezTo>
                    <a:cubicBezTo>
                      <a:pt x="2" y="3"/>
                      <a:pt x="0" y="4"/>
                      <a:pt x="0" y="3"/>
                    </a:cubicBezTo>
                    <a:cubicBezTo>
                      <a:pt x="0" y="4"/>
                      <a:pt x="2" y="3"/>
                      <a:pt x="3" y="3"/>
                    </a:cubicBezTo>
                    <a:cubicBezTo>
                      <a:pt x="4" y="3"/>
                      <a:pt x="6" y="4"/>
                      <a:pt x="8" y="4"/>
                    </a:cubicBezTo>
                    <a:cubicBezTo>
                      <a:pt x="9" y="4"/>
                      <a:pt x="13" y="4"/>
                      <a:pt x="13" y="4"/>
                    </a:cubicBezTo>
                    <a:cubicBezTo>
                      <a:pt x="12" y="3"/>
                      <a:pt x="14" y="5"/>
                      <a:pt x="13"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09" name="Freeform 605">
                <a:extLst>
                  <a:ext uri="{FF2B5EF4-FFF2-40B4-BE49-F238E27FC236}">
                    <a16:creationId xmlns:a16="http://schemas.microsoft.com/office/drawing/2014/main" id="{8F922A4F-FAFB-EA55-5A0A-CC5B2FCE7207}"/>
                  </a:ext>
                </a:extLst>
              </p:cNvPr>
              <p:cNvSpPr>
                <a:spLocks/>
              </p:cNvSpPr>
              <p:nvPr/>
            </p:nvSpPr>
            <p:spPr bwMode="auto">
              <a:xfrm>
                <a:off x="7738407" y="4226081"/>
                <a:ext cx="54142" cy="19114"/>
              </a:xfrm>
              <a:custGeom>
                <a:avLst/>
                <a:gdLst>
                  <a:gd name="T0" fmla="*/ 5 w 6"/>
                  <a:gd name="T1" fmla="*/ 1 h 2"/>
                  <a:gd name="T2" fmla="*/ 2 w 6"/>
                  <a:gd name="T3" fmla="*/ 0 h 2"/>
                  <a:gd name="T4" fmla="*/ 5 w 6"/>
                  <a:gd name="T5" fmla="*/ 1 h 2"/>
                </a:gdLst>
                <a:ahLst/>
                <a:cxnLst>
                  <a:cxn ang="0">
                    <a:pos x="T0" y="T1"/>
                  </a:cxn>
                  <a:cxn ang="0">
                    <a:pos x="T2" y="T3"/>
                  </a:cxn>
                  <a:cxn ang="0">
                    <a:pos x="T4" y="T5"/>
                  </a:cxn>
                </a:cxnLst>
                <a:rect l="0" t="0" r="r" b="b"/>
                <a:pathLst>
                  <a:path w="6" h="2">
                    <a:moveTo>
                      <a:pt x="5" y="1"/>
                    </a:moveTo>
                    <a:cubicBezTo>
                      <a:pt x="4" y="2"/>
                      <a:pt x="0" y="0"/>
                      <a:pt x="2" y="0"/>
                    </a:cubicBezTo>
                    <a:cubicBezTo>
                      <a:pt x="3" y="0"/>
                      <a:pt x="6" y="1"/>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0" name="Freeform 606">
                <a:extLst>
                  <a:ext uri="{FF2B5EF4-FFF2-40B4-BE49-F238E27FC236}">
                    <a16:creationId xmlns:a16="http://schemas.microsoft.com/office/drawing/2014/main" id="{B712B3DB-67B8-C948-EAD3-F85A4D195F3F}"/>
                  </a:ext>
                </a:extLst>
              </p:cNvPr>
              <p:cNvSpPr>
                <a:spLocks/>
              </p:cNvSpPr>
              <p:nvPr/>
            </p:nvSpPr>
            <p:spPr bwMode="auto">
              <a:xfrm>
                <a:off x="7980446" y="4515968"/>
                <a:ext cx="54142" cy="28672"/>
              </a:xfrm>
              <a:custGeom>
                <a:avLst/>
                <a:gdLst>
                  <a:gd name="T0" fmla="*/ 4 w 6"/>
                  <a:gd name="T1" fmla="*/ 1 h 3"/>
                  <a:gd name="T2" fmla="*/ 1 w 6"/>
                  <a:gd name="T3" fmla="*/ 2 h 3"/>
                  <a:gd name="T4" fmla="*/ 4 w 6"/>
                  <a:gd name="T5" fmla="*/ 1 h 3"/>
                </a:gdLst>
                <a:ahLst/>
                <a:cxnLst>
                  <a:cxn ang="0">
                    <a:pos x="T0" y="T1"/>
                  </a:cxn>
                  <a:cxn ang="0">
                    <a:pos x="T2" y="T3"/>
                  </a:cxn>
                  <a:cxn ang="0">
                    <a:pos x="T4" y="T5"/>
                  </a:cxn>
                </a:cxnLst>
                <a:rect l="0" t="0" r="r" b="b"/>
                <a:pathLst>
                  <a:path w="6" h="3">
                    <a:moveTo>
                      <a:pt x="4" y="1"/>
                    </a:moveTo>
                    <a:cubicBezTo>
                      <a:pt x="3" y="0"/>
                      <a:pt x="0" y="2"/>
                      <a:pt x="1" y="2"/>
                    </a:cubicBezTo>
                    <a:cubicBezTo>
                      <a:pt x="2" y="3"/>
                      <a:pt x="6" y="1"/>
                      <a:pt x="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1" name="Freeform 607">
                <a:extLst>
                  <a:ext uri="{FF2B5EF4-FFF2-40B4-BE49-F238E27FC236}">
                    <a16:creationId xmlns:a16="http://schemas.microsoft.com/office/drawing/2014/main" id="{D74025D3-970B-C7C8-D14E-756BF054B2FE}"/>
                  </a:ext>
                </a:extLst>
              </p:cNvPr>
              <p:cNvSpPr>
                <a:spLocks/>
              </p:cNvSpPr>
              <p:nvPr/>
            </p:nvSpPr>
            <p:spPr bwMode="auto">
              <a:xfrm>
                <a:off x="4805282" y="5815671"/>
                <a:ext cx="47770" cy="38227"/>
              </a:xfrm>
              <a:custGeom>
                <a:avLst/>
                <a:gdLst>
                  <a:gd name="T0" fmla="*/ 4 w 5"/>
                  <a:gd name="T1" fmla="*/ 1 h 4"/>
                  <a:gd name="T2" fmla="*/ 1 w 5"/>
                  <a:gd name="T3" fmla="*/ 4 h 4"/>
                  <a:gd name="T4" fmla="*/ 4 w 5"/>
                  <a:gd name="T5" fmla="*/ 1 h 4"/>
                </a:gdLst>
                <a:ahLst/>
                <a:cxnLst>
                  <a:cxn ang="0">
                    <a:pos x="T0" y="T1"/>
                  </a:cxn>
                  <a:cxn ang="0">
                    <a:pos x="T2" y="T3"/>
                  </a:cxn>
                  <a:cxn ang="0">
                    <a:pos x="T4" y="T5"/>
                  </a:cxn>
                </a:cxnLst>
                <a:rect l="0" t="0" r="r" b="b"/>
                <a:pathLst>
                  <a:path w="5" h="4">
                    <a:moveTo>
                      <a:pt x="4" y="1"/>
                    </a:moveTo>
                    <a:cubicBezTo>
                      <a:pt x="3" y="0"/>
                      <a:pt x="0" y="4"/>
                      <a:pt x="1" y="4"/>
                    </a:cubicBezTo>
                    <a:cubicBezTo>
                      <a:pt x="1" y="4"/>
                      <a:pt x="5" y="1"/>
                      <a:pt x="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2" name="Freeform 608">
                <a:extLst>
                  <a:ext uri="{FF2B5EF4-FFF2-40B4-BE49-F238E27FC236}">
                    <a16:creationId xmlns:a16="http://schemas.microsoft.com/office/drawing/2014/main" id="{B3C27972-F637-4E4B-7426-2FD8B53D102F}"/>
                  </a:ext>
                </a:extLst>
              </p:cNvPr>
              <p:cNvSpPr>
                <a:spLocks/>
              </p:cNvSpPr>
              <p:nvPr/>
            </p:nvSpPr>
            <p:spPr bwMode="auto">
              <a:xfrm>
                <a:off x="4872164" y="5806113"/>
                <a:ext cx="9556" cy="9558"/>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1" y="1"/>
                    </a:cubicBezTo>
                    <a:cubicBezTo>
                      <a:pt x="1" y="0"/>
                      <a:pt x="0" y="0"/>
                      <a:pt x="0"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3" name="Freeform 609">
                <a:extLst>
                  <a:ext uri="{FF2B5EF4-FFF2-40B4-BE49-F238E27FC236}">
                    <a16:creationId xmlns:a16="http://schemas.microsoft.com/office/drawing/2014/main" id="{7226F9F2-D336-3DB8-B714-93F5B944E021}"/>
                  </a:ext>
                </a:extLst>
              </p:cNvPr>
              <p:cNvSpPr>
                <a:spLocks/>
              </p:cNvSpPr>
              <p:nvPr/>
            </p:nvSpPr>
            <p:spPr bwMode="auto">
              <a:xfrm>
                <a:off x="3919931" y="5815671"/>
                <a:ext cx="63695" cy="57338"/>
              </a:xfrm>
              <a:custGeom>
                <a:avLst/>
                <a:gdLst>
                  <a:gd name="T0" fmla="*/ 5 w 7"/>
                  <a:gd name="T1" fmla="*/ 2 h 6"/>
                  <a:gd name="T2" fmla="*/ 1 w 7"/>
                  <a:gd name="T3" fmla="*/ 2 h 6"/>
                  <a:gd name="T4" fmla="*/ 5 w 7"/>
                  <a:gd name="T5" fmla="*/ 2 h 6"/>
                  <a:gd name="T6" fmla="*/ 5 w 7"/>
                  <a:gd name="T7" fmla="*/ 2 h 6"/>
                </a:gdLst>
                <a:ahLst/>
                <a:cxnLst>
                  <a:cxn ang="0">
                    <a:pos x="T0" y="T1"/>
                  </a:cxn>
                  <a:cxn ang="0">
                    <a:pos x="T2" y="T3"/>
                  </a:cxn>
                  <a:cxn ang="0">
                    <a:pos x="T4" y="T5"/>
                  </a:cxn>
                  <a:cxn ang="0">
                    <a:pos x="T6" y="T7"/>
                  </a:cxn>
                </a:cxnLst>
                <a:rect l="0" t="0" r="r" b="b"/>
                <a:pathLst>
                  <a:path w="7" h="6">
                    <a:moveTo>
                      <a:pt x="5" y="2"/>
                    </a:moveTo>
                    <a:cubicBezTo>
                      <a:pt x="7" y="0"/>
                      <a:pt x="2" y="0"/>
                      <a:pt x="1" y="2"/>
                    </a:cubicBezTo>
                    <a:cubicBezTo>
                      <a:pt x="0" y="3"/>
                      <a:pt x="4" y="5"/>
                      <a:pt x="5" y="2"/>
                    </a:cubicBezTo>
                    <a:cubicBezTo>
                      <a:pt x="6" y="1"/>
                      <a:pt x="3" y="6"/>
                      <a:pt x="5"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4" name="Freeform 610">
                <a:extLst>
                  <a:ext uri="{FF2B5EF4-FFF2-40B4-BE49-F238E27FC236}">
                    <a16:creationId xmlns:a16="http://schemas.microsoft.com/office/drawing/2014/main" id="{DD6BA0B5-B532-B394-50BD-364688E76E72}"/>
                  </a:ext>
                </a:extLst>
              </p:cNvPr>
              <p:cNvSpPr>
                <a:spLocks/>
              </p:cNvSpPr>
              <p:nvPr/>
            </p:nvSpPr>
            <p:spPr bwMode="auto">
              <a:xfrm>
                <a:off x="17661981" y="9138193"/>
                <a:ext cx="19109" cy="9558"/>
              </a:xfrm>
              <a:custGeom>
                <a:avLst/>
                <a:gdLst>
                  <a:gd name="T0" fmla="*/ 2 w 2"/>
                  <a:gd name="T1" fmla="*/ 0 h 1"/>
                  <a:gd name="T2" fmla="*/ 0 w 2"/>
                  <a:gd name="T3" fmla="*/ 0 h 1"/>
                  <a:gd name="T4" fmla="*/ 2 w 2"/>
                  <a:gd name="T5" fmla="*/ 0 h 1"/>
                </a:gdLst>
                <a:ahLst/>
                <a:cxnLst>
                  <a:cxn ang="0">
                    <a:pos x="T0" y="T1"/>
                  </a:cxn>
                  <a:cxn ang="0">
                    <a:pos x="T2" y="T3"/>
                  </a:cxn>
                  <a:cxn ang="0">
                    <a:pos x="T4" y="T5"/>
                  </a:cxn>
                </a:cxnLst>
                <a:rect l="0" t="0" r="r" b="b"/>
                <a:pathLst>
                  <a:path w="2" h="1">
                    <a:moveTo>
                      <a:pt x="2" y="0"/>
                    </a:moveTo>
                    <a:cubicBezTo>
                      <a:pt x="2" y="1"/>
                      <a:pt x="0" y="0"/>
                      <a:pt x="0" y="0"/>
                    </a:cubicBezTo>
                    <a:cubicBezTo>
                      <a:pt x="1" y="0"/>
                      <a:pt x="2"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5" name="Freeform 611">
                <a:extLst>
                  <a:ext uri="{FF2B5EF4-FFF2-40B4-BE49-F238E27FC236}">
                    <a16:creationId xmlns:a16="http://schemas.microsoft.com/office/drawing/2014/main" id="{31CE4827-521C-F1D3-3574-E56046C132EA}"/>
                  </a:ext>
                </a:extLst>
              </p:cNvPr>
              <p:cNvSpPr>
                <a:spLocks/>
              </p:cNvSpPr>
              <p:nvPr/>
            </p:nvSpPr>
            <p:spPr bwMode="auto">
              <a:xfrm>
                <a:off x="17540962" y="9119079"/>
                <a:ext cx="19109" cy="19114"/>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2" y="1"/>
                      <a:pt x="0" y="2"/>
                      <a:pt x="0" y="1"/>
                    </a:cubicBezTo>
                    <a:cubicBezTo>
                      <a:pt x="0" y="0"/>
                      <a:pt x="2"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6" name="Freeform 612">
                <a:extLst>
                  <a:ext uri="{FF2B5EF4-FFF2-40B4-BE49-F238E27FC236}">
                    <a16:creationId xmlns:a16="http://schemas.microsoft.com/office/drawing/2014/main" id="{D6BE6ED3-7DCE-2B22-96E7-4921ADD9FB28}"/>
                  </a:ext>
                </a:extLst>
              </p:cNvPr>
              <p:cNvSpPr>
                <a:spLocks/>
              </p:cNvSpPr>
              <p:nvPr/>
            </p:nvSpPr>
            <p:spPr bwMode="auto">
              <a:xfrm>
                <a:off x="17961345" y="10785121"/>
                <a:ext cx="63695" cy="47785"/>
              </a:xfrm>
              <a:custGeom>
                <a:avLst/>
                <a:gdLst>
                  <a:gd name="T0" fmla="*/ 6 w 7"/>
                  <a:gd name="T1" fmla="*/ 2 h 5"/>
                  <a:gd name="T2" fmla="*/ 1 w 7"/>
                  <a:gd name="T3" fmla="*/ 2 h 5"/>
                  <a:gd name="T4" fmla="*/ 6 w 7"/>
                  <a:gd name="T5" fmla="*/ 2 h 5"/>
                </a:gdLst>
                <a:ahLst/>
                <a:cxnLst>
                  <a:cxn ang="0">
                    <a:pos x="T0" y="T1"/>
                  </a:cxn>
                  <a:cxn ang="0">
                    <a:pos x="T2" y="T3"/>
                  </a:cxn>
                  <a:cxn ang="0">
                    <a:pos x="T4" y="T5"/>
                  </a:cxn>
                </a:cxnLst>
                <a:rect l="0" t="0" r="r" b="b"/>
                <a:pathLst>
                  <a:path w="7" h="5">
                    <a:moveTo>
                      <a:pt x="6" y="2"/>
                    </a:moveTo>
                    <a:cubicBezTo>
                      <a:pt x="7" y="0"/>
                      <a:pt x="0" y="1"/>
                      <a:pt x="1" y="2"/>
                    </a:cubicBezTo>
                    <a:cubicBezTo>
                      <a:pt x="1" y="3"/>
                      <a:pt x="5" y="5"/>
                      <a:pt x="6"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7" name="Rectangle 613">
                <a:extLst>
                  <a:ext uri="{FF2B5EF4-FFF2-40B4-BE49-F238E27FC236}">
                    <a16:creationId xmlns:a16="http://schemas.microsoft.com/office/drawing/2014/main" id="{E5EAF3D7-AF5A-9DFC-BBDB-B1F6DB31FC5A}"/>
                  </a:ext>
                </a:extLst>
              </p:cNvPr>
              <p:cNvSpPr>
                <a:spLocks noChangeArrowheads="1"/>
              </p:cNvSpPr>
              <p:nvPr/>
            </p:nvSpPr>
            <p:spPr bwMode="auto">
              <a:xfrm>
                <a:off x="12451788" y="5197675"/>
                <a:ext cx="3187" cy="3188"/>
              </a:xfrm>
              <a:prstGeom prst="rect">
                <a:avLst/>
              </a:pr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8" name="Freeform 614">
                <a:extLst>
                  <a:ext uri="{FF2B5EF4-FFF2-40B4-BE49-F238E27FC236}">
                    <a16:creationId xmlns:a16="http://schemas.microsoft.com/office/drawing/2014/main" id="{BCEBB035-513D-0E16-03C8-609DA57158E8}"/>
                  </a:ext>
                </a:extLst>
              </p:cNvPr>
              <p:cNvSpPr>
                <a:spLocks/>
              </p:cNvSpPr>
              <p:nvPr/>
            </p:nvSpPr>
            <p:spPr bwMode="auto">
              <a:xfrm>
                <a:off x="9257516" y="10504795"/>
                <a:ext cx="95541" cy="82827"/>
              </a:xfrm>
              <a:custGeom>
                <a:avLst/>
                <a:gdLst>
                  <a:gd name="T0" fmla="*/ 4 w 10"/>
                  <a:gd name="T1" fmla="*/ 4 h 9"/>
                  <a:gd name="T2" fmla="*/ 0 w 10"/>
                  <a:gd name="T3" fmla="*/ 8 h 9"/>
                  <a:gd name="T4" fmla="*/ 2 w 10"/>
                  <a:gd name="T5" fmla="*/ 8 h 9"/>
                  <a:gd name="T6" fmla="*/ 5 w 10"/>
                  <a:gd name="T7" fmla="*/ 5 h 9"/>
                  <a:gd name="T8" fmla="*/ 8 w 10"/>
                  <a:gd name="T9" fmla="*/ 0 h 9"/>
                  <a:gd name="T10" fmla="*/ 4 w 10"/>
                  <a:gd name="T11" fmla="*/ 4 h 9"/>
                  <a:gd name="T12" fmla="*/ 4 w 10"/>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10" h="9">
                    <a:moveTo>
                      <a:pt x="4" y="4"/>
                    </a:moveTo>
                    <a:cubicBezTo>
                      <a:pt x="4" y="5"/>
                      <a:pt x="1" y="7"/>
                      <a:pt x="0" y="8"/>
                    </a:cubicBezTo>
                    <a:cubicBezTo>
                      <a:pt x="0" y="9"/>
                      <a:pt x="2" y="8"/>
                      <a:pt x="2" y="8"/>
                    </a:cubicBezTo>
                    <a:cubicBezTo>
                      <a:pt x="3" y="7"/>
                      <a:pt x="4" y="6"/>
                      <a:pt x="5" y="5"/>
                    </a:cubicBezTo>
                    <a:cubicBezTo>
                      <a:pt x="6" y="4"/>
                      <a:pt x="10" y="0"/>
                      <a:pt x="8" y="0"/>
                    </a:cubicBezTo>
                    <a:cubicBezTo>
                      <a:pt x="7" y="0"/>
                      <a:pt x="4" y="3"/>
                      <a:pt x="4" y="4"/>
                    </a:cubicBezTo>
                    <a:cubicBezTo>
                      <a:pt x="4" y="5"/>
                      <a:pt x="4" y="3"/>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19" name="Freeform 615">
                <a:extLst>
                  <a:ext uri="{FF2B5EF4-FFF2-40B4-BE49-F238E27FC236}">
                    <a16:creationId xmlns:a16="http://schemas.microsoft.com/office/drawing/2014/main" id="{7F062D25-A739-60D5-2B87-660AA253729E}"/>
                  </a:ext>
                </a:extLst>
              </p:cNvPr>
              <p:cNvSpPr>
                <a:spLocks/>
              </p:cNvSpPr>
              <p:nvPr/>
            </p:nvSpPr>
            <p:spPr bwMode="auto">
              <a:xfrm>
                <a:off x="7821211" y="6733109"/>
                <a:ext cx="66879" cy="28672"/>
              </a:xfrm>
              <a:custGeom>
                <a:avLst/>
                <a:gdLst>
                  <a:gd name="T0" fmla="*/ 7 w 7"/>
                  <a:gd name="T1" fmla="*/ 1 h 3"/>
                  <a:gd name="T2" fmla="*/ 1 w 7"/>
                  <a:gd name="T3" fmla="*/ 0 h 3"/>
                  <a:gd name="T4" fmla="*/ 7 w 7"/>
                  <a:gd name="T5" fmla="*/ 1 h 3"/>
                </a:gdLst>
                <a:ahLst/>
                <a:cxnLst>
                  <a:cxn ang="0">
                    <a:pos x="T0" y="T1"/>
                  </a:cxn>
                  <a:cxn ang="0">
                    <a:pos x="T2" y="T3"/>
                  </a:cxn>
                  <a:cxn ang="0">
                    <a:pos x="T4" y="T5"/>
                  </a:cxn>
                </a:cxnLst>
                <a:rect l="0" t="0" r="r" b="b"/>
                <a:pathLst>
                  <a:path w="7" h="3">
                    <a:moveTo>
                      <a:pt x="7" y="1"/>
                    </a:moveTo>
                    <a:cubicBezTo>
                      <a:pt x="7" y="0"/>
                      <a:pt x="0" y="0"/>
                      <a:pt x="1" y="0"/>
                    </a:cubicBezTo>
                    <a:cubicBezTo>
                      <a:pt x="2" y="0"/>
                      <a:pt x="6" y="3"/>
                      <a:pt x="7"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0" name="Freeform 616">
                <a:extLst>
                  <a:ext uri="{FF2B5EF4-FFF2-40B4-BE49-F238E27FC236}">
                    <a16:creationId xmlns:a16="http://schemas.microsoft.com/office/drawing/2014/main" id="{EAC85242-96CA-1899-7BDA-5E371185FB65}"/>
                  </a:ext>
                </a:extLst>
              </p:cNvPr>
              <p:cNvSpPr>
                <a:spLocks/>
              </p:cNvSpPr>
              <p:nvPr/>
            </p:nvSpPr>
            <p:spPr bwMode="auto">
              <a:xfrm>
                <a:off x="8483629" y="11766268"/>
                <a:ext cx="168791" cy="149721"/>
              </a:xfrm>
              <a:custGeom>
                <a:avLst/>
                <a:gdLst>
                  <a:gd name="T0" fmla="*/ 17 w 18"/>
                  <a:gd name="T1" fmla="*/ 14 h 16"/>
                  <a:gd name="T2" fmla="*/ 8 w 18"/>
                  <a:gd name="T3" fmla="*/ 9 h 16"/>
                  <a:gd name="T4" fmla="*/ 4 w 18"/>
                  <a:gd name="T5" fmla="*/ 5 h 16"/>
                  <a:gd name="T6" fmla="*/ 1 w 18"/>
                  <a:gd name="T7" fmla="*/ 3 h 16"/>
                  <a:gd name="T8" fmla="*/ 2 w 18"/>
                  <a:gd name="T9" fmla="*/ 2 h 16"/>
                  <a:gd name="T10" fmla="*/ 0 w 18"/>
                  <a:gd name="T11" fmla="*/ 0 h 16"/>
                  <a:gd name="T12" fmla="*/ 0 w 18"/>
                  <a:gd name="T13" fmla="*/ 14 h 16"/>
                  <a:gd name="T14" fmla="*/ 7 w 18"/>
                  <a:gd name="T15" fmla="*/ 15 h 16"/>
                  <a:gd name="T16" fmla="*/ 10 w 18"/>
                  <a:gd name="T17" fmla="*/ 16 h 16"/>
                  <a:gd name="T18" fmla="*/ 13 w 18"/>
                  <a:gd name="T19" fmla="*/ 15 h 16"/>
                  <a:gd name="T20" fmla="*/ 18 w 18"/>
                  <a:gd name="T21" fmla="*/ 14 h 16"/>
                  <a:gd name="T22" fmla="*/ 17 w 18"/>
                  <a:gd name="T23"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6">
                    <a:moveTo>
                      <a:pt x="17" y="14"/>
                    </a:moveTo>
                    <a:cubicBezTo>
                      <a:pt x="13" y="14"/>
                      <a:pt x="11" y="11"/>
                      <a:pt x="8" y="9"/>
                    </a:cubicBezTo>
                    <a:cubicBezTo>
                      <a:pt x="7" y="7"/>
                      <a:pt x="5" y="6"/>
                      <a:pt x="4" y="5"/>
                    </a:cubicBezTo>
                    <a:cubicBezTo>
                      <a:pt x="3" y="5"/>
                      <a:pt x="1" y="4"/>
                      <a:pt x="1" y="3"/>
                    </a:cubicBezTo>
                    <a:cubicBezTo>
                      <a:pt x="1" y="3"/>
                      <a:pt x="2" y="3"/>
                      <a:pt x="2" y="2"/>
                    </a:cubicBezTo>
                    <a:cubicBezTo>
                      <a:pt x="3" y="2"/>
                      <a:pt x="1" y="0"/>
                      <a:pt x="0" y="0"/>
                    </a:cubicBezTo>
                    <a:cubicBezTo>
                      <a:pt x="0" y="5"/>
                      <a:pt x="0" y="10"/>
                      <a:pt x="0" y="14"/>
                    </a:cubicBezTo>
                    <a:cubicBezTo>
                      <a:pt x="0" y="15"/>
                      <a:pt x="6" y="15"/>
                      <a:pt x="7" y="15"/>
                    </a:cubicBezTo>
                    <a:cubicBezTo>
                      <a:pt x="8" y="15"/>
                      <a:pt x="9" y="15"/>
                      <a:pt x="10" y="16"/>
                    </a:cubicBezTo>
                    <a:cubicBezTo>
                      <a:pt x="12" y="16"/>
                      <a:pt x="12" y="16"/>
                      <a:pt x="13" y="15"/>
                    </a:cubicBezTo>
                    <a:cubicBezTo>
                      <a:pt x="14" y="15"/>
                      <a:pt x="18" y="15"/>
                      <a:pt x="18" y="14"/>
                    </a:cubicBezTo>
                    <a:cubicBezTo>
                      <a:pt x="18" y="14"/>
                      <a:pt x="18" y="13"/>
                      <a:pt x="17" y="1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1" name="Freeform 617">
                <a:extLst>
                  <a:ext uri="{FF2B5EF4-FFF2-40B4-BE49-F238E27FC236}">
                    <a16:creationId xmlns:a16="http://schemas.microsoft.com/office/drawing/2014/main" id="{481F2A88-C7B4-0391-DB22-56EBDCC16BDC}"/>
                  </a:ext>
                </a:extLst>
              </p:cNvPr>
              <p:cNvSpPr>
                <a:spLocks/>
              </p:cNvSpPr>
              <p:nvPr/>
            </p:nvSpPr>
            <p:spPr bwMode="auto">
              <a:xfrm>
                <a:off x="8305288" y="11747159"/>
                <a:ext cx="280256" cy="216615"/>
              </a:xfrm>
              <a:custGeom>
                <a:avLst/>
                <a:gdLst>
                  <a:gd name="T0" fmla="*/ 19 w 30"/>
                  <a:gd name="T1" fmla="*/ 17 h 23"/>
                  <a:gd name="T2" fmla="*/ 19 w 30"/>
                  <a:gd name="T3" fmla="*/ 7 h 23"/>
                  <a:gd name="T4" fmla="*/ 19 w 30"/>
                  <a:gd name="T5" fmla="*/ 3 h 23"/>
                  <a:gd name="T6" fmla="*/ 15 w 30"/>
                  <a:gd name="T7" fmla="*/ 1 h 23"/>
                  <a:gd name="T8" fmla="*/ 12 w 30"/>
                  <a:gd name="T9" fmla="*/ 3 h 23"/>
                  <a:gd name="T10" fmla="*/ 13 w 30"/>
                  <a:gd name="T11" fmla="*/ 6 h 23"/>
                  <a:gd name="T12" fmla="*/ 15 w 30"/>
                  <a:gd name="T13" fmla="*/ 6 h 23"/>
                  <a:gd name="T14" fmla="*/ 14 w 30"/>
                  <a:gd name="T15" fmla="*/ 8 h 23"/>
                  <a:gd name="T16" fmla="*/ 13 w 30"/>
                  <a:gd name="T17" fmla="*/ 11 h 23"/>
                  <a:gd name="T18" fmla="*/ 16 w 30"/>
                  <a:gd name="T19" fmla="*/ 13 h 23"/>
                  <a:gd name="T20" fmla="*/ 12 w 30"/>
                  <a:gd name="T21" fmla="*/ 13 h 23"/>
                  <a:gd name="T22" fmla="*/ 9 w 30"/>
                  <a:gd name="T23" fmla="*/ 12 h 23"/>
                  <a:gd name="T24" fmla="*/ 10 w 30"/>
                  <a:gd name="T25" fmla="*/ 12 h 23"/>
                  <a:gd name="T26" fmla="*/ 10 w 30"/>
                  <a:gd name="T27" fmla="*/ 9 h 23"/>
                  <a:gd name="T28" fmla="*/ 8 w 30"/>
                  <a:gd name="T29" fmla="*/ 11 h 23"/>
                  <a:gd name="T30" fmla="*/ 5 w 30"/>
                  <a:gd name="T31" fmla="*/ 11 h 23"/>
                  <a:gd name="T32" fmla="*/ 0 w 30"/>
                  <a:gd name="T33" fmla="*/ 12 h 23"/>
                  <a:gd name="T34" fmla="*/ 2 w 30"/>
                  <a:gd name="T35" fmla="*/ 12 h 23"/>
                  <a:gd name="T36" fmla="*/ 3 w 30"/>
                  <a:gd name="T37" fmla="*/ 12 h 23"/>
                  <a:gd name="T38" fmla="*/ 5 w 30"/>
                  <a:gd name="T39" fmla="*/ 12 h 23"/>
                  <a:gd name="T40" fmla="*/ 6 w 30"/>
                  <a:gd name="T41" fmla="*/ 13 h 23"/>
                  <a:gd name="T42" fmla="*/ 4 w 30"/>
                  <a:gd name="T43" fmla="*/ 15 h 23"/>
                  <a:gd name="T44" fmla="*/ 6 w 30"/>
                  <a:gd name="T45" fmla="*/ 15 h 23"/>
                  <a:gd name="T46" fmla="*/ 8 w 30"/>
                  <a:gd name="T47" fmla="*/ 16 h 23"/>
                  <a:gd name="T48" fmla="*/ 7 w 30"/>
                  <a:gd name="T49" fmla="*/ 16 h 23"/>
                  <a:gd name="T50" fmla="*/ 10 w 30"/>
                  <a:gd name="T51" fmla="*/ 17 h 23"/>
                  <a:gd name="T52" fmla="*/ 12 w 30"/>
                  <a:gd name="T53" fmla="*/ 17 h 23"/>
                  <a:gd name="T54" fmla="*/ 17 w 30"/>
                  <a:gd name="T55" fmla="*/ 21 h 23"/>
                  <a:gd name="T56" fmla="*/ 16 w 30"/>
                  <a:gd name="T57" fmla="*/ 20 h 23"/>
                  <a:gd name="T58" fmla="*/ 23 w 30"/>
                  <a:gd name="T59" fmla="*/ 23 h 23"/>
                  <a:gd name="T60" fmla="*/ 19 w 30"/>
                  <a:gd name="T61" fmla="*/ 18 h 23"/>
                  <a:gd name="T62" fmla="*/ 24 w 30"/>
                  <a:gd name="T63" fmla="*/ 19 h 23"/>
                  <a:gd name="T64" fmla="*/ 30 w 30"/>
                  <a:gd name="T65" fmla="*/ 18 h 23"/>
                  <a:gd name="T66" fmla="*/ 19 w 30"/>
                  <a:gd name="T67" fmla="*/ 1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 h="23">
                    <a:moveTo>
                      <a:pt x="19" y="17"/>
                    </a:moveTo>
                    <a:cubicBezTo>
                      <a:pt x="19" y="13"/>
                      <a:pt x="19" y="10"/>
                      <a:pt x="19" y="7"/>
                    </a:cubicBezTo>
                    <a:cubicBezTo>
                      <a:pt x="19" y="6"/>
                      <a:pt x="19" y="4"/>
                      <a:pt x="19" y="3"/>
                    </a:cubicBezTo>
                    <a:cubicBezTo>
                      <a:pt x="19" y="2"/>
                      <a:pt x="16" y="0"/>
                      <a:pt x="15" y="1"/>
                    </a:cubicBezTo>
                    <a:cubicBezTo>
                      <a:pt x="14" y="2"/>
                      <a:pt x="12" y="1"/>
                      <a:pt x="12" y="3"/>
                    </a:cubicBezTo>
                    <a:cubicBezTo>
                      <a:pt x="11" y="5"/>
                      <a:pt x="9" y="7"/>
                      <a:pt x="13" y="6"/>
                    </a:cubicBezTo>
                    <a:cubicBezTo>
                      <a:pt x="13" y="6"/>
                      <a:pt x="15" y="6"/>
                      <a:pt x="15" y="6"/>
                    </a:cubicBezTo>
                    <a:cubicBezTo>
                      <a:pt x="16" y="6"/>
                      <a:pt x="14" y="8"/>
                      <a:pt x="14" y="8"/>
                    </a:cubicBezTo>
                    <a:cubicBezTo>
                      <a:pt x="13" y="8"/>
                      <a:pt x="11" y="10"/>
                      <a:pt x="13" y="11"/>
                    </a:cubicBezTo>
                    <a:cubicBezTo>
                      <a:pt x="13" y="12"/>
                      <a:pt x="16" y="12"/>
                      <a:pt x="16" y="13"/>
                    </a:cubicBezTo>
                    <a:cubicBezTo>
                      <a:pt x="16" y="13"/>
                      <a:pt x="12" y="13"/>
                      <a:pt x="12" y="13"/>
                    </a:cubicBezTo>
                    <a:cubicBezTo>
                      <a:pt x="11" y="13"/>
                      <a:pt x="9" y="12"/>
                      <a:pt x="9" y="12"/>
                    </a:cubicBezTo>
                    <a:cubicBezTo>
                      <a:pt x="9" y="12"/>
                      <a:pt x="10" y="13"/>
                      <a:pt x="10" y="12"/>
                    </a:cubicBezTo>
                    <a:cubicBezTo>
                      <a:pt x="10" y="11"/>
                      <a:pt x="11" y="10"/>
                      <a:pt x="10" y="9"/>
                    </a:cubicBezTo>
                    <a:cubicBezTo>
                      <a:pt x="10" y="9"/>
                      <a:pt x="8" y="11"/>
                      <a:pt x="8" y="11"/>
                    </a:cubicBezTo>
                    <a:cubicBezTo>
                      <a:pt x="7" y="12"/>
                      <a:pt x="6" y="11"/>
                      <a:pt x="5" y="11"/>
                    </a:cubicBezTo>
                    <a:cubicBezTo>
                      <a:pt x="4" y="11"/>
                      <a:pt x="0" y="10"/>
                      <a:pt x="0" y="12"/>
                    </a:cubicBezTo>
                    <a:cubicBezTo>
                      <a:pt x="0" y="13"/>
                      <a:pt x="2" y="12"/>
                      <a:pt x="2" y="12"/>
                    </a:cubicBezTo>
                    <a:cubicBezTo>
                      <a:pt x="3" y="11"/>
                      <a:pt x="2" y="12"/>
                      <a:pt x="3" y="12"/>
                    </a:cubicBezTo>
                    <a:cubicBezTo>
                      <a:pt x="4" y="13"/>
                      <a:pt x="4" y="11"/>
                      <a:pt x="5" y="12"/>
                    </a:cubicBezTo>
                    <a:cubicBezTo>
                      <a:pt x="5" y="12"/>
                      <a:pt x="6" y="13"/>
                      <a:pt x="6" y="13"/>
                    </a:cubicBezTo>
                    <a:cubicBezTo>
                      <a:pt x="6" y="13"/>
                      <a:pt x="2" y="14"/>
                      <a:pt x="4" y="15"/>
                    </a:cubicBezTo>
                    <a:cubicBezTo>
                      <a:pt x="5" y="16"/>
                      <a:pt x="6" y="14"/>
                      <a:pt x="6" y="15"/>
                    </a:cubicBezTo>
                    <a:cubicBezTo>
                      <a:pt x="7" y="15"/>
                      <a:pt x="8" y="16"/>
                      <a:pt x="8" y="16"/>
                    </a:cubicBezTo>
                    <a:cubicBezTo>
                      <a:pt x="8" y="16"/>
                      <a:pt x="8" y="16"/>
                      <a:pt x="7" y="16"/>
                    </a:cubicBezTo>
                    <a:cubicBezTo>
                      <a:pt x="7" y="17"/>
                      <a:pt x="9" y="17"/>
                      <a:pt x="10" y="17"/>
                    </a:cubicBezTo>
                    <a:cubicBezTo>
                      <a:pt x="11" y="17"/>
                      <a:pt x="11" y="15"/>
                      <a:pt x="12" y="17"/>
                    </a:cubicBezTo>
                    <a:cubicBezTo>
                      <a:pt x="12" y="17"/>
                      <a:pt x="16" y="22"/>
                      <a:pt x="17" y="21"/>
                    </a:cubicBezTo>
                    <a:cubicBezTo>
                      <a:pt x="17" y="21"/>
                      <a:pt x="16" y="20"/>
                      <a:pt x="16" y="20"/>
                    </a:cubicBezTo>
                    <a:cubicBezTo>
                      <a:pt x="16" y="19"/>
                      <a:pt x="22" y="23"/>
                      <a:pt x="23" y="23"/>
                    </a:cubicBezTo>
                    <a:cubicBezTo>
                      <a:pt x="23" y="22"/>
                      <a:pt x="19" y="19"/>
                      <a:pt x="19" y="18"/>
                    </a:cubicBezTo>
                    <a:cubicBezTo>
                      <a:pt x="20" y="18"/>
                      <a:pt x="24" y="19"/>
                      <a:pt x="24" y="19"/>
                    </a:cubicBezTo>
                    <a:cubicBezTo>
                      <a:pt x="26" y="19"/>
                      <a:pt x="28" y="19"/>
                      <a:pt x="30" y="18"/>
                    </a:cubicBezTo>
                    <a:cubicBezTo>
                      <a:pt x="27" y="16"/>
                      <a:pt x="23" y="17"/>
                      <a:pt x="19" y="1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2" name="Freeform 618">
                <a:extLst>
                  <a:ext uri="{FF2B5EF4-FFF2-40B4-BE49-F238E27FC236}">
                    <a16:creationId xmlns:a16="http://schemas.microsoft.com/office/drawing/2014/main" id="{A7C88BC9-0C4C-1353-59D7-3E217921FDA4}"/>
                  </a:ext>
                </a:extLst>
              </p:cNvPr>
              <p:cNvSpPr>
                <a:spLocks/>
              </p:cNvSpPr>
              <p:nvPr/>
            </p:nvSpPr>
            <p:spPr bwMode="auto">
              <a:xfrm>
                <a:off x="8260699" y="8501084"/>
                <a:ext cx="710194" cy="516057"/>
              </a:xfrm>
              <a:custGeom>
                <a:avLst/>
                <a:gdLst>
                  <a:gd name="T0" fmla="*/ 63 w 76"/>
                  <a:gd name="T1" fmla="*/ 28 h 55"/>
                  <a:gd name="T2" fmla="*/ 66 w 76"/>
                  <a:gd name="T3" fmla="*/ 24 h 55"/>
                  <a:gd name="T4" fmla="*/ 67 w 76"/>
                  <a:gd name="T5" fmla="*/ 22 h 55"/>
                  <a:gd name="T6" fmla="*/ 67 w 76"/>
                  <a:gd name="T7" fmla="*/ 18 h 55"/>
                  <a:gd name="T8" fmla="*/ 61 w 76"/>
                  <a:gd name="T9" fmla="*/ 15 h 55"/>
                  <a:gd name="T10" fmla="*/ 63 w 76"/>
                  <a:gd name="T11" fmla="*/ 14 h 55"/>
                  <a:gd name="T12" fmla="*/ 64 w 76"/>
                  <a:gd name="T13" fmla="*/ 11 h 55"/>
                  <a:gd name="T14" fmla="*/ 60 w 76"/>
                  <a:gd name="T15" fmla="*/ 9 h 55"/>
                  <a:gd name="T16" fmla="*/ 59 w 76"/>
                  <a:gd name="T17" fmla="*/ 8 h 55"/>
                  <a:gd name="T18" fmla="*/ 57 w 76"/>
                  <a:gd name="T19" fmla="*/ 9 h 55"/>
                  <a:gd name="T20" fmla="*/ 57 w 76"/>
                  <a:gd name="T21" fmla="*/ 7 h 55"/>
                  <a:gd name="T22" fmla="*/ 54 w 76"/>
                  <a:gd name="T23" fmla="*/ 8 h 55"/>
                  <a:gd name="T24" fmla="*/ 54 w 76"/>
                  <a:gd name="T25" fmla="*/ 6 h 55"/>
                  <a:gd name="T26" fmla="*/ 58 w 76"/>
                  <a:gd name="T27" fmla="*/ 5 h 55"/>
                  <a:gd name="T28" fmla="*/ 55 w 76"/>
                  <a:gd name="T29" fmla="*/ 4 h 55"/>
                  <a:gd name="T30" fmla="*/ 49 w 76"/>
                  <a:gd name="T31" fmla="*/ 4 h 55"/>
                  <a:gd name="T32" fmla="*/ 44 w 76"/>
                  <a:gd name="T33" fmla="*/ 7 h 55"/>
                  <a:gd name="T34" fmla="*/ 38 w 76"/>
                  <a:gd name="T35" fmla="*/ 5 h 55"/>
                  <a:gd name="T36" fmla="*/ 29 w 76"/>
                  <a:gd name="T37" fmla="*/ 5 h 55"/>
                  <a:gd name="T38" fmla="*/ 26 w 76"/>
                  <a:gd name="T39" fmla="*/ 2 h 55"/>
                  <a:gd name="T40" fmla="*/ 20 w 76"/>
                  <a:gd name="T41" fmla="*/ 0 h 55"/>
                  <a:gd name="T42" fmla="*/ 11 w 76"/>
                  <a:gd name="T43" fmla="*/ 4 h 55"/>
                  <a:gd name="T44" fmla="*/ 13 w 76"/>
                  <a:gd name="T45" fmla="*/ 12 h 55"/>
                  <a:gd name="T46" fmla="*/ 8 w 76"/>
                  <a:gd name="T47" fmla="*/ 8 h 55"/>
                  <a:gd name="T48" fmla="*/ 10 w 76"/>
                  <a:gd name="T49" fmla="*/ 5 h 55"/>
                  <a:gd name="T50" fmla="*/ 8 w 76"/>
                  <a:gd name="T51" fmla="*/ 1 h 55"/>
                  <a:gd name="T52" fmla="*/ 4 w 76"/>
                  <a:gd name="T53" fmla="*/ 7 h 55"/>
                  <a:gd name="T54" fmla="*/ 3 w 76"/>
                  <a:gd name="T55" fmla="*/ 12 h 55"/>
                  <a:gd name="T56" fmla="*/ 5 w 76"/>
                  <a:gd name="T57" fmla="*/ 13 h 55"/>
                  <a:gd name="T58" fmla="*/ 7 w 76"/>
                  <a:gd name="T59" fmla="*/ 16 h 55"/>
                  <a:gd name="T60" fmla="*/ 10 w 76"/>
                  <a:gd name="T61" fmla="*/ 23 h 55"/>
                  <a:gd name="T62" fmla="*/ 13 w 76"/>
                  <a:gd name="T63" fmla="*/ 23 h 55"/>
                  <a:gd name="T64" fmla="*/ 15 w 76"/>
                  <a:gd name="T65" fmla="*/ 22 h 55"/>
                  <a:gd name="T66" fmla="*/ 21 w 76"/>
                  <a:gd name="T67" fmla="*/ 27 h 55"/>
                  <a:gd name="T68" fmla="*/ 23 w 76"/>
                  <a:gd name="T69" fmla="*/ 27 h 55"/>
                  <a:gd name="T70" fmla="*/ 26 w 76"/>
                  <a:gd name="T71" fmla="*/ 27 h 55"/>
                  <a:gd name="T72" fmla="*/ 31 w 76"/>
                  <a:gd name="T73" fmla="*/ 29 h 55"/>
                  <a:gd name="T74" fmla="*/ 31 w 76"/>
                  <a:gd name="T75" fmla="*/ 38 h 55"/>
                  <a:gd name="T76" fmla="*/ 32 w 76"/>
                  <a:gd name="T77" fmla="*/ 41 h 55"/>
                  <a:gd name="T78" fmla="*/ 30 w 76"/>
                  <a:gd name="T79" fmla="*/ 44 h 55"/>
                  <a:gd name="T80" fmla="*/ 40 w 76"/>
                  <a:gd name="T81" fmla="*/ 53 h 55"/>
                  <a:gd name="T82" fmla="*/ 42 w 76"/>
                  <a:gd name="T83" fmla="*/ 54 h 55"/>
                  <a:gd name="T84" fmla="*/ 45 w 76"/>
                  <a:gd name="T85" fmla="*/ 52 h 55"/>
                  <a:gd name="T86" fmla="*/ 51 w 76"/>
                  <a:gd name="T87" fmla="*/ 47 h 55"/>
                  <a:gd name="T88" fmla="*/ 49 w 76"/>
                  <a:gd name="T89" fmla="*/ 44 h 55"/>
                  <a:gd name="T90" fmla="*/ 48 w 76"/>
                  <a:gd name="T91" fmla="*/ 41 h 55"/>
                  <a:gd name="T92" fmla="*/ 45 w 76"/>
                  <a:gd name="T93" fmla="*/ 38 h 55"/>
                  <a:gd name="T94" fmla="*/ 52 w 76"/>
                  <a:gd name="T95" fmla="*/ 38 h 55"/>
                  <a:gd name="T96" fmla="*/ 54 w 76"/>
                  <a:gd name="T97" fmla="*/ 40 h 55"/>
                  <a:gd name="T98" fmla="*/ 56 w 76"/>
                  <a:gd name="T99" fmla="*/ 38 h 55"/>
                  <a:gd name="T100" fmla="*/ 62 w 76"/>
                  <a:gd name="T101" fmla="*/ 36 h 55"/>
                  <a:gd name="T102" fmla="*/ 67 w 76"/>
                  <a:gd name="T103" fmla="*/ 33 h 55"/>
                  <a:gd name="T104" fmla="*/ 63 w 76"/>
                  <a:gd name="T105"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6" h="55">
                    <a:moveTo>
                      <a:pt x="63" y="28"/>
                    </a:moveTo>
                    <a:cubicBezTo>
                      <a:pt x="63" y="26"/>
                      <a:pt x="63" y="25"/>
                      <a:pt x="66" y="24"/>
                    </a:cubicBezTo>
                    <a:cubicBezTo>
                      <a:pt x="66" y="23"/>
                      <a:pt x="68" y="23"/>
                      <a:pt x="67" y="22"/>
                    </a:cubicBezTo>
                    <a:cubicBezTo>
                      <a:pt x="66" y="21"/>
                      <a:pt x="65" y="19"/>
                      <a:pt x="67" y="18"/>
                    </a:cubicBezTo>
                    <a:cubicBezTo>
                      <a:pt x="76" y="14"/>
                      <a:pt x="61" y="15"/>
                      <a:pt x="61" y="15"/>
                    </a:cubicBezTo>
                    <a:cubicBezTo>
                      <a:pt x="61" y="14"/>
                      <a:pt x="62" y="14"/>
                      <a:pt x="63" y="14"/>
                    </a:cubicBezTo>
                    <a:cubicBezTo>
                      <a:pt x="64" y="14"/>
                      <a:pt x="64" y="12"/>
                      <a:pt x="64" y="11"/>
                    </a:cubicBezTo>
                    <a:cubicBezTo>
                      <a:pt x="64" y="10"/>
                      <a:pt x="60" y="8"/>
                      <a:pt x="60" y="9"/>
                    </a:cubicBezTo>
                    <a:cubicBezTo>
                      <a:pt x="60" y="10"/>
                      <a:pt x="59" y="8"/>
                      <a:pt x="59" y="8"/>
                    </a:cubicBezTo>
                    <a:cubicBezTo>
                      <a:pt x="58" y="8"/>
                      <a:pt x="58" y="10"/>
                      <a:pt x="57" y="9"/>
                    </a:cubicBezTo>
                    <a:cubicBezTo>
                      <a:pt x="57" y="9"/>
                      <a:pt x="57" y="8"/>
                      <a:pt x="57" y="7"/>
                    </a:cubicBezTo>
                    <a:cubicBezTo>
                      <a:pt x="56" y="6"/>
                      <a:pt x="55" y="8"/>
                      <a:pt x="54" y="8"/>
                    </a:cubicBezTo>
                    <a:cubicBezTo>
                      <a:pt x="54" y="8"/>
                      <a:pt x="54" y="6"/>
                      <a:pt x="54" y="6"/>
                    </a:cubicBezTo>
                    <a:cubicBezTo>
                      <a:pt x="54" y="4"/>
                      <a:pt x="57" y="5"/>
                      <a:pt x="58" y="5"/>
                    </a:cubicBezTo>
                    <a:cubicBezTo>
                      <a:pt x="59" y="4"/>
                      <a:pt x="55" y="4"/>
                      <a:pt x="55" y="4"/>
                    </a:cubicBezTo>
                    <a:cubicBezTo>
                      <a:pt x="53" y="4"/>
                      <a:pt x="51" y="3"/>
                      <a:pt x="49" y="4"/>
                    </a:cubicBezTo>
                    <a:cubicBezTo>
                      <a:pt x="47" y="5"/>
                      <a:pt x="46" y="8"/>
                      <a:pt x="44" y="7"/>
                    </a:cubicBezTo>
                    <a:cubicBezTo>
                      <a:pt x="41" y="7"/>
                      <a:pt x="40" y="7"/>
                      <a:pt x="38" y="5"/>
                    </a:cubicBezTo>
                    <a:cubicBezTo>
                      <a:pt x="36" y="3"/>
                      <a:pt x="32" y="5"/>
                      <a:pt x="29" y="5"/>
                    </a:cubicBezTo>
                    <a:cubicBezTo>
                      <a:pt x="27" y="5"/>
                      <a:pt x="27" y="4"/>
                      <a:pt x="26" y="2"/>
                    </a:cubicBezTo>
                    <a:cubicBezTo>
                      <a:pt x="25" y="0"/>
                      <a:pt x="23" y="0"/>
                      <a:pt x="20" y="0"/>
                    </a:cubicBezTo>
                    <a:cubicBezTo>
                      <a:pt x="19" y="0"/>
                      <a:pt x="11" y="1"/>
                      <a:pt x="11" y="4"/>
                    </a:cubicBezTo>
                    <a:cubicBezTo>
                      <a:pt x="11" y="7"/>
                      <a:pt x="15" y="8"/>
                      <a:pt x="13" y="12"/>
                    </a:cubicBezTo>
                    <a:cubicBezTo>
                      <a:pt x="11" y="14"/>
                      <a:pt x="7" y="10"/>
                      <a:pt x="8" y="8"/>
                    </a:cubicBezTo>
                    <a:cubicBezTo>
                      <a:pt x="8" y="7"/>
                      <a:pt x="10" y="6"/>
                      <a:pt x="10" y="5"/>
                    </a:cubicBezTo>
                    <a:cubicBezTo>
                      <a:pt x="11" y="3"/>
                      <a:pt x="8" y="2"/>
                      <a:pt x="8" y="1"/>
                    </a:cubicBezTo>
                    <a:cubicBezTo>
                      <a:pt x="5" y="3"/>
                      <a:pt x="4" y="4"/>
                      <a:pt x="4" y="7"/>
                    </a:cubicBezTo>
                    <a:cubicBezTo>
                      <a:pt x="3" y="8"/>
                      <a:pt x="0" y="12"/>
                      <a:pt x="3" y="12"/>
                    </a:cubicBezTo>
                    <a:cubicBezTo>
                      <a:pt x="3" y="12"/>
                      <a:pt x="4" y="12"/>
                      <a:pt x="5" y="13"/>
                    </a:cubicBezTo>
                    <a:cubicBezTo>
                      <a:pt x="5" y="14"/>
                      <a:pt x="6" y="15"/>
                      <a:pt x="7" y="16"/>
                    </a:cubicBezTo>
                    <a:cubicBezTo>
                      <a:pt x="9" y="18"/>
                      <a:pt x="5" y="22"/>
                      <a:pt x="10" y="23"/>
                    </a:cubicBezTo>
                    <a:cubicBezTo>
                      <a:pt x="10" y="23"/>
                      <a:pt x="12" y="23"/>
                      <a:pt x="13" y="23"/>
                    </a:cubicBezTo>
                    <a:cubicBezTo>
                      <a:pt x="14" y="23"/>
                      <a:pt x="14" y="22"/>
                      <a:pt x="15" y="22"/>
                    </a:cubicBezTo>
                    <a:cubicBezTo>
                      <a:pt x="18" y="22"/>
                      <a:pt x="19" y="25"/>
                      <a:pt x="21" y="27"/>
                    </a:cubicBezTo>
                    <a:cubicBezTo>
                      <a:pt x="21" y="27"/>
                      <a:pt x="22" y="28"/>
                      <a:pt x="23" y="27"/>
                    </a:cubicBezTo>
                    <a:cubicBezTo>
                      <a:pt x="23" y="26"/>
                      <a:pt x="24" y="27"/>
                      <a:pt x="26" y="27"/>
                    </a:cubicBezTo>
                    <a:cubicBezTo>
                      <a:pt x="28" y="28"/>
                      <a:pt x="33" y="25"/>
                      <a:pt x="31" y="29"/>
                    </a:cubicBezTo>
                    <a:cubicBezTo>
                      <a:pt x="29" y="32"/>
                      <a:pt x="29" y="35"/>
                      <a:pt x="31" y="38"/>
                    </a:cubicBezTo>
                    <a:cubicBezTo>
                      <a:pt x="31" y="39"/>
                      <a:pt x="32" y="40"/>
                      <a:pt x="32" y="41"/>
                    </a:cubicBezTo>
                    <a:cubicBezTo>
                      <a:pt x="32" y="42"/>
                      <a:pt x="29" y="43"/>
                      <a:pt x="30" y="44"/>
                    </a:cubicBezTo>
                    <a:cubicBezTo>
                      <a:pt x="33" y="47"/>
                      <a:pt x="34" y="55"/>
                      <a:pt x="40" y="53"/>
                    </a:cubicBezTo>
                    <a:cubicBezTo>
                      <a:pt x="41" y="53"/>
                      <a:pt x="41" y="54"/>
                      <a:pt x="42" y="54"/>
                    </a:cubicBezTo>
                    <a:cubicBezTo>
                      <a:pt x="43" y="54"/>
                      <a:pt x="44" y="53"/>
                      <a:pt x="45" y="52"/>
                    </a:cubicBezTo>
                    <a:cubicBezTo>
                      <a:pt x="47" y="51"/>
                      <a:pt x="48" y="49"/>
                      <a:pt x="51" y="47"/>
                    </a:cubicBezTo>
                    <a:cubicBezTo>
                      <a:pt x="53" y="46"/>
                      <a:pt x="49" y="46"/>
                      <a:pt x="49" y="44"/>
                    </a:cubicBezTo>
                    <a:cubicBezTo>
                      <a:pt x="49" y="43"/>
                      <a:pt x="48" y="42"/>
                      <a:pt x="48" y="41"/>
                    </a:cubicBezTo>
                    <a:cubicBezTo>
                      <a:pt x="48" y="40"/>
                      <a:pt x="45" y="39"/>
                      <a:pt x="45" y="38"/>
                    </a:cubicBezTo>
                    <a:cubicBezTo>
                      <a:pt x="45" y="37"/>
                      <a:pt x="51" y="38"/>
                      <a:pt x="52" y="38"/>
                    </a:cubicBezTo>
                    <a:cubicBezTo>
                      <a:pt x="54" y="38"/>
                      <a:pt x="53" y="39"/>
                      <a:pt x="54" y="40"/>
                    </a:cubicBezTo>
                    <a:cubicBezTo>
                      <a:pt x="55" y="40"/>
                      <a:pt x="55" y="38"/>
                      <a:pt x="56" y="38"/>
                    </a:cubicBezTo>
                    <a:cubicBezTo>
                      <a:pt x="57" y="37"/>
                      <a:pt x="60" y="37"/>
                      <a:pt x="62" y="36"/>
                    </a:cubicBezTo>
                    <a:cubicBezTo>
                      <a:pt x="63" y="35"/>
                      <a:pt x="65" y="34"/>
                      <a:pt x="67" y="33"/>
                    </a:cubicBezTo>
                    <a:cubicBezTo>
                      <a:pt x="66" y="31"/>
                      <a:pt x="63" y="30"/>
                      <a:pt x="63" y="2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3" name="Freeform 619">
                <a:extLst>
                  <a:ext uri="{FF2B5EF4-FFF2-40B4-BE49-F238E27FC236}">
                    <a16:creationId xmlns:a16="http://schemas.microsoft.com/office/drawing/2014/main" id="{1B5CC5C2-D978-8A61-9835-22CB0E875137}"/>
                  </a:ext>
                </a:extLst>
              </p:cNvPr>
              <p:cNvSpPr>
                <a:spLocks/>
              </p:cNvSpPr>
              <p:nvPr/>
            </p:nvSpPr>
            <p:spPr bwMode="auto">
              <a:xfrm>
                <a:off x="8830764" y="8641249"/>
                <a:ext cx="242036" cy="356781"/>
              </a:xfrm>
              <a:custGeom>
                <a:avLst/>
                <a:gdLst>
                  <a:gd name="T0" fmla="*/ 22 w 26"/>
                  <a:gd name="T1" fmla="*/ 29 h 38"/>
                  <a:gd name="T2" fmla="*/ 18 w 26"/>
                  <a:gd name="T3" fmla="*/ 21 h 38"/>
                  <a:gd name="T4" fmla="*/ 20 w 26"/>
                  <a:gd name="T5" fmla="*/ 18 h 38"/>
                  <a:gd name="T6" fmla="*/ 22 w 26"/>
                  <a:gd name="T7" fmla="*/ 15 h 38"/>
                  <a:gd name="T8" fmla="*/ 22 w 26"/>
                  <a:gd name="T9" fmla="*/ 13 h 38"/>
                  <a:gd name="T10" fmla="*/ 20 w 26"/>
                  <a:gd name="T11" fmla="*/ 11 h 38"/>
                  <a:gd name="T12" fmla="*/ 16 w 26"/>
                  <a:gd name="T13" fmla="*/ 7 h 38"/>
                  <a:gd name="T14" fmla="*/ 9 w 26"/>
                  <a:gd name="T15" fmla="*/ 0 h 38"/>
                  <a:gd name="T16" fmla="*/ 5 w 26"/>
                  <a:gd name="T17" fmla="*/ 5 h 38"/>
                  <a:gd name="T18" fmla="*/ 6 w 26"/>
                  <a:gd name="T19" fmla="*/ 8 h 38"/>
                  <a:gd name="T20" fmla="*/ 3 w 26"/>
                  <a:gd name="T21" fmla="*/ 10 h 38"/>
                  <a:gd name="T22" fmla="*/ 4 w 26"/>
                  <a:gd name="T23" fmla="*/ 16 h 38"/>
                  <a:gd name="T24" fmla="*/ 7 w 26"/>
                  <a:gd name="T25" fmla="*/ 18 h 38"/>
                  <a:gd name="T26" fmla="*/ 8 w 26"/>
                  <a:gd name="T27" fmla="*/ 20 h 38"/>
                  <a:gd name="T28" fmla="*/ 8 w 26"/>
                  <a:gd name="T29" fmla="*/ 27 h 38"/>
                  <a:gd name="T30" fmla="*/ 11 w 26"/>
                  <a:gd name="T31" fmla="*/ 35 h 38"/>
                  <a:gd name="T32" fmla="*/ 17 w 26"/>
                  <a:gd name="T33" fmla="*/ 35 h 38"/>
                  <a:gd name="T34" fmla="*/ 21 w 26"/>
                  <a:gd name="T35" fmla="*/ 34 h 38"/>
                  <a:gd name="T36" fmla="*/ 26 w 26"/>
                  <a:gd name="T37" fmla="*/ 34 h 38"/>
                  <a:gd name="T38" fmla="*/ 22 w 26"/>
                  <a:gd name="T39" fmla="*/ 29 h 38"/>
                  <a:gd name="T40" fmla="*/ 22 w 26"/>
                  <a:gd name="T41"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8">
                    <a:moveTo>
                      <a:pt x="22" y="29"/>
                    </a:moveTo>
                    <a:cubicBezTo>
                      <a:pt x="22" y="28"/>
                      <a:pt x="17" y="22"/>
                      <a:pt x="18" y="21"/>
                    </a:cubicBezTo>
                    <a:cubicBezTo>
                      <a:pt x="19" y="20"/>
                      <a:pt x="18" y="19"/>
                      <a:pt x="20" y="18"/>
                    </a:cubicBezTo>
                    <a:cubicBezTo>
                      <a:pt x="23" y="18"/>
                      <a:pt x="22" y="16"/>
                      <a:pt x="22" y="15"/>
                    </a:cubicBezTo>
                    <a:cubicBezTo>
                      <a:pt x="22" y="14"/>
                      <a:pt x="22" y="13"/>
                      <a:pt x="22" y="13"/>
                    </a:cubicBezTo>
                    <a:cubicBezTo>
                      <a:pt x="22" y="12"/>
                      <a:pt x="21" y="12"/>
                      <a:pt x="20" y="11"/>
                    </a:cubicBezTo>
                    <a:cubicBezTo>
                      <a:pt x="19" y="9"/>
                      <a:pt x="16" y="9"/>
                      <a:pt x="16" y="7"/>
                    </a:cubicBezTo>
                    <a:cubicBezTo>
                      <a:pt x="15" y="4"/>
                      <a:pt x="11" y="1"/>
                      <a:pt x="9" y="0"/>
                    </a:cubicBezTo>
                    <a:cubicBezTo>
                      <a:pt x="9" y="3"/>
                      <a:pt x="4" y="3"/>
                      <a:pt x="5" y="5"/>
                    </a:cubicBezTo>
                    <a:cubicBezTo>
                      <a:pt x="5" y="6"/>
                      <a:pt x="7" y="7"/>
                      <a:pt x="6" y="8"/>
                    </a:cubicBezTo>
                    <a:cubicBezTo>
                      <a:pt x="5" y="8"/>
                      <a:pt x="3" y="9"/>
                      <a:pt x="3" y="10"/>
                    </a:cubicBezTo>
                    <a:cubicBezTo>
                      <a:pt x="0" y="11"/>
                      <a:pt x="2" y="14"/>
                      <a:pt x="4" y="16"/>
                    </a:cubicBezTo>
                    <a:cubicBezTo>
                      <a:pt x="5" y="17"/>
                      <a:pt x="5" y="18"/>
                      <a:pt x="7" y="18"/>
                    </a:cubicBezTo>
                    <a:cubicBezTo>
                      <a:pt x="8" y="18"/>
                      <a:pt x="7" y="19"/>
                      <a:pt x="8" y="20"/>
                    </a:cubicBezTo>
                    <a:cubicBezTo>
                      <a:pt x="10" y="23"/>
                      <a:pt x="9" y="24"/>
                      <a:pt x="8" y="27"/>
                    </a:cubicBezTo>
                    <a:cubicBezTo>
                      <a:pt x="8" y="30"/>
                      <a:pt x="10" y="33"/>
                      <a:pt x="11" y="35"/>
                    </a:cubicBezTo>
                    <a:cubicBezTo>
                      <a:pt x="14" y="38"/>
                      <a:pt x="15" y="35"/>
                      <a:pt x="17" y="35"/>
                    </a:cubicBezTo>
                    <a:cubicBezTo>
                      <a:pt x="19" y="35"/>
                      <a:pt x="20" y="34"/>
                      <a:pt x="21" y="34"/>
                    </a:cubicBezTo>
                    <a:cubicBezTo>
                      <a:pt x="23" y="33"/>
                      <a:pt x="24" y="33"/>
                      <a:pt x="26" y="34"/>
                    </a:cubicBezTo>
                    <a:cubicBezTo>
                      <a:pt x="25" y="32"/>
                      <a:pt x="24" y="30"/>
                      <a:pt x="22" y="29"/>
                    </a:cubicBezTo>
                    <a:cubicBezTo>
                      <a:pt x="21" y="27"/>
                      <a:pt x="23" y="29"/>
                      <a:pt x="22" y="2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4" name="Freeform 620">
                <a:extLst>
                  <a:ext uri="{FF2B5EF4-FFF2-40B4-BE49-F238E27FC236}">
                    <a16:creationId xmlns:a16="http://schemas.microsoft.com/office/drawing/2014/main" id="{61C0EDDB-EEE9-A7CF-7437-D757BFCC9DC2}"/>
                  </a:ext>
                </a:extLst>
              </p:cNvPr>
              <p:cNvSpPr>
                <a:spLocks/>
              </p:cNvSpPr>
              <p:nvPr/>
            </p:nvSpPr>
            <p:spPr bwMode="auto">
              <a:xfrm>
                <a:off x="8986815" y="8752743"/>
                <a:ext cx="207006" cy="216615"/>
              </a:xfrm>
              <a:custGeom>
                <a:avLst/>
                <a:gdLst>
                  <a:gd name="T0" fmla="*/ 19 w 22"/>
                  <a:gd name="T1" fmla="*/ 7 h 23"/>
                  <a:gd name="T2" fmla="*/ 22 w 22"/>
                  <a:gd name="T3" fmla="*/ 2 h 23"/>
                  <a:gd name="T4" fmla="*/ 12 w 22"/>
                  <a:gd name="T5" fmla="*/ 2 h 23"/>
                  <a:gd name="T6" fmla="*/ 9 w 22"/>
                  <a:gd name="T7" fmla="*/ 0 h 23"/>
                  <a:gd name="T8" fmla="*/ 5 w 22"/>
                  <a:gd name="T9" fmla="*/ 1 h 23"/>
                  <a:gd name="T10" fmla="*/ 4 w 22"/>
                  <a:gd name="T11" fmla="*/ 6 h 23"/>
                  <a:gd name="T12" fmla="*/ 1 w 22"/>
                  <a:gd name="T13" fmla="*/ 10 h 23"/>
                  <a:gd name="T14" fmla="*/ 4 w 22"/>
                  <a:gd name="T15" fmla="*/ 15 h 23"/>
                  <a:gd name="T16" fmla="*/ 9 w 22"/>
                  <a:gd name="T17" fmla="*/ 22 h 23"/>
                  <a:gd name="T18" fmla="*/ 12 w 22"/>
                  <a:gd name="T19" fmla="*/ 19 h 23"/>
                  <a:gd name="T20" fmla="*/ 16 w 22"/>
                  <a:gd name="T21" fmla="*/ 18 h 23"/>
                  <a:gd name="T22" fmla="*/ 19 w 22"/>
                  <a:gd name="T23" fmla="*/ 19 h 23"/>
                  <a:gd name="T24" fmla="*/ 20 w 22"/>
                  <a:gd name="T25" fmla="*/ 14 h 23"/>
                  <a:gd name="T26" fmla="*/ 19 w 22"/>
                  <a:gd name="T27"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3">
                    <a:moveTo>
                      <a:pt x="19" y="7"/>
                    </a:moveTo>
                    <a:cubicBezTo>
                      <a:pt x="19" y="5"/>
                      <a:pt x="21" y="3"/>
                      <a:pt x="22" y="2"/>
                    </a:cubicBezTo>
                    <a:cubicBezTo>
                      <a:pt x="19" y="1"/>
                      <a:pt x="14" y="0"/>
                      <a:pt x="12" y="2"/>
                    </a:cubicBezTo>
                    <a:cubicBezTo>
                      <a:pt x="10" y="3"/>
                      <a:pt x="9" y="1"/>
                      <a:pt x="9" y="0"/>
                    </a:cubicBezTo>
                    <a:cubicBezTo>
                      <a:pt x="8" y="0"/>
                      <a:pt x="7" y="2"/>
                      <a:pt x="5" y="1"/>
                    </a:cubicBezTo>
                    <a:cubicBezTo>
                      <a:pt x="5" y="2"/>
                      <a:pt x="7" y="6"/>
                      <a:pt x="4" y="6"/>
                    </a:cubicBezTo>
                    <a:cubicBezTo>
                      <a:pt x="2" y="7"/>
                      <a:pt x="0" y="8"/>
                      <a:pt x="1" y="10"/>
                    </a:cubicBezTo>
                    <a:cubicBezTo>
                      <a:pt x="2" y="12"/>
                      <a:pt x="3" y="13"/>
                      <a:pt x="4" y="15"/>
                    </a:cubicBezTo>
                    <a:cubicBezTo>
                      <a:pt x="5" y="17"/>
                      <a:pt x="7" y="19"/>
                      <a:pt x="9" y="22"/>
                    </a:cubicBezTo>
                    <a:cubicBezTo>
                      <a:pt x="12" y="23"/>
                      <a:pt x="10" y="19"/>
                      <a:pt x="12" y="19"/>
                    </a:cubicBezTo>
                    <a:cubicBezTo>
                      <a:pt x="14" y="19"/>
                      <a:pt x="15" y="19"/>
                      <a:pt x="16" y="18"/>
                    </a:cubicBezTo>
                    <a:cubicBezTo>
                      <a:pt x="17" y="18"/>
                      <a:pt x="17" y="20"/>
                      <a:pt x="19" y="19"/>
                    </a:cubicBezTo>
                    <a:cubicBezTo>
                      <a:pt x="20" y="17"/>
                      <a:pt x="21" y="16"/>
                      <a:pt x="20" y="14"/>
                    </a:cubicBezTo>
                    <a:cubicBezTo>
                      <a:pt x="20" y="12"/>
                      <a:pt x="19" y="9"/>
                      <a:pt x="19"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5" name="Freeform 621">
                <a:extLst>
                  <a:ext uri="{FF2B5EF4-FFF2-40B4-BE49-F238E27FC236}">
                    <a16:creationId xmlns:a16="http://schemas.microsoft.com/office/drawing/2014/main" id="{06E2E120-A236-444F-BC72-230C8F108426}"/>
                  </a:ext>
                </a:extLst>
              </p:cNvPr>
              <p:cNvSpPr>
                <a:spLocks/>
              </p:cNvSpPr>
              <p:nvPr/>
            </p:nvSpPr>
            <p:spPr bwMode="auto">
              <a:xfrm>
                <a:off x="9155606" y="8771859"/>
                <a:ext cx="149682" cy="168837"/>
              </a:xfrm>
              <a:custGeom>
                <a:avLst/>
                <a:gdLst>
                  <a:gd name="T0" fmla="*/ 12 w 16"/>
                  <a:gd name="T1" fmla="*/ 5 h 18"/>
                  <a:gd name="T2" fmla="*/ 5 w 16"/>
                  <a:gd name="T3" fmla="*/ 1 h 18"/>
                  <a:gd name="T4" fmla="*/ 1 w 16"/>
                  <a:gd name="T5" fmla="*/ 6 h 18"/>
                  <a:gd name="T6" fmla="*/ 2 w 16"/>
                  <a:gd name="T7" fmla="*/ 12 h 18"/>
                  <a:gd name="T8" fmla="*/ 0 w 16"/>
                  <a:gd name="T9" fmla="*/ 17 h 18"/>
                  <a:gd name="T10" fmla="*/ 4 w 16"/>
                  <a:gd name="T11" fmla="*/ 17 h 18"/>
                  <a:gd name="T12" fmla="*/ 9 w 16"/>
                  <a:gd name="T13" fmla="*/ 17 h 18"/>
                  <a:gd name="T14" fmla="*/ 16 w 16"/>
                  <a:gd name="T15" fmla="*/ 8 h 18"/>
                  <a:gd name="T16" fmla="*/ 12 w 16"/>
                  <a:gd name="T17" fmla="*/ 5 h 18"/>
                  <a:gd name="T18" fmla="*/ 12 w 16"/>
                  <a:gd name="T19"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8">
                    <a:moveTo>
                      <a:pt x="12" y="5"/>
                    </a:moveTo>
                    <a:cubicBezTo>
                      <a:pt x="10" y="3"/>
                      <a:pt x="8" y="1"/>
                      <a:pt x="5" y="1"/>
                    </a:cubicBezTo>
                    <a:cubicBezTo>
                      <a:pt x="3" y="0"/>
                      <a:pt x="0" y="4"/>
                      <a:pt x="1" y="6"/>
                    </a:cubicBezTo>
                    <a:cubicBezTo>
                      <a:pt x="1" y="8"/>
                      <a:pt x="2" y="10"/>
                      <a:pt x="2" y="12"/>
                    </a:cubicBezTo>
                    <a:cubicBezTo>
                      <a:pt x="3" y="14"/>
                      <a:pt x="1" y="16"/>
                      <a:pt x="0" y="17"/>
                    </a:cubicBezTo>
                    <a:cubicBezTo>
                      <a:pt x="1" y="18"/>
                      <a:pt x="3" y="17"/>
                      <a:pt x="4" y="17"/>
                    </a:cubicBezTo>
                    <a:cubicBezTo>
                      <a:pt x="6" y="17"/>
                      <a:pt x="7" y="18"/>
                      <a:pt x="9" y="17"/>
                    </a:cubicBezTo>
                    <a:cubicBezTo>
                      <a:pt x="12" y="16"/>
                      <a:pt x="13" y="10"/>
                      <a:pt x="16" y="8"/>
                    </a:cubicBezTo>
                    <a:cubicBezTo>
                      <a:pt x="14" y="7"/>
                      <a:pt x="13" y="6"/>
                      <a:pt x="12" y="5"/>
                    </a:cubicBezTo>
                    <a:cubicBezTo>
                      <a:pt x="10" y="4"/>
                      <a:pt x="13" y="6"/>
                      <a:pt x="12"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6" name="Freeform 622">
                <a:extLst>
                  <a:ext uri="{FF2B5EF4-FFF2-40B4-BE49-F238E27FC236}">
                    <a16:creationId xmlns:a16="http://schemas.microsoft.com/office/drawing/2014/main" id="{43063FC6-D18F-5046-16D8-0EE63200DD10}"/>
                  </a:ext>
                </a:extLst>
              </p:cNvPr>
              <p:cNvSpPr>
                <a:spLocks/>
              </p:cNvSpPr>
              <p:nvPr/>
            </p:nvSpPr>
            <p:spPr bwMode="auto">
              <a:xfrm>
                <a:off x="7821211" y="8453303"/>
                <a:ext cx="754780" cy="786831"/>
              </a:xfrm>
              <a:custGeom>
                <a:avLst/>
                <a:gdLst>
                  <a:gd name="T0" fmla="*/ 76 w 81"/>
                  <a:gd name="T1" fmla="*/ 39 h 84"/>
                  <a:gd name="T2" fmla="*/ 74 w 81"/>
                  <a:gd name="T3" fmla="*/ 32 h 84"/>
                  <a:gd name="T4" fmla="*/ 69 w 81"/>
                  <a:gd name="T5" fmla="*/ 33 h 84"/>
                  <a:gd name="T6" fmla="*/ 58 w 81"/>
                  <a:gd name="T7" fmla="*/ 28 h 84"/>
                  <a:gd name="T8" fmla="*/ 53 w 81"/>
                  <a:gd name="T9" fmla="*/ 20 h 84"/>
                  <a:gd name="T10" fmla="*/ 50 w 81"/>
                  <a:gd name="T11" fmla="*/ 15 h 84"/>
                  <a:gd name="T12" fmla="*/ 56 w 81"/>
                  <a:gd name="T13" fmla="*/ 5 h 84"/>
                  <a:gd name="T14" fmla="*/ 56 w 81"/>
                  <a:gd name="T15" fmla="*/ 1 h 84"/>
                  <a:gd name="T16" fmla="*/ 44 w 81"/>
                  <a:gd name="T17" fmla="*/ 8 h 84"/>
                  <a:gd name="T18" fmla="*/ 36 w 81"/>
                  <a:gd name="T19" fmla="*/ 16 h 84"/>
                  <a:gd name="T20" fmla="*/ 31 w 81"/>
                  <a:gd name="T21" fmla="*/ 23 h 84"/>
                  <a:gd name="T22" fmla="*/ 25 w 81"/>
                  <a:gd name="T23" fmla="*/ 17 h 84"/>
                  <a:gd name="T24" fmla="*/ 7 w 81"/>
                  <a:gd name="T25" fmla="*/ 18 h 84"/>
                  <a:gd name="T26" fmla="*/ 1 w 81"/>
                  <a:gd name="T27" fmla="*/ 16 h 84"/>
                  <a:gd name="T28" fmla="*/ 1 w 81"/>
                  <a:gd name="T29" fmla="*/ 21 h 84"/>
                  <a:gd name="T30" fmla="*/ 8 w 81"/>
                  <a:gd name="T31" fmla="*/ 24 h 84"/>
                  <a:gd name="T32" fmla="*/ 11 w 81"/>
                  <a:gd name="T33" fmla="*/ 26 h 84"/>
                  <a:gd name="T34" fmla="*/ 13 w 81"/>
                  <a:gd name="T35" fmla="*/ 23 h 84"/>
                  <a:gd name="T36" fmla="*/ 20 w 81"/>
                  <a:gd name="T37" fmla="*/ 18 h 84"/>
                  <a:gd name="T38" fmla="*/ 24 w 81"/>
                  <a:gd name="T39" fmla="*/ 20 h 84"/>
                  <a:gd name="T40" fmla="*/ 25 w 81"/>
                  <a:gd name="T41" fmla="*/ 26 h 84"/>
                  <a:gd name="T42" fmla="*/ 28 w 81"/>
                  <a:gd name="T43" fmla="*/ 42 h 84"/>
                  <a:gd name="T44" fmla="*/ 28 w 81"/>
                  <a:gd name="T45" fmla="*/ 47 h 84"/>
                  <a:gd name="T46" fmla="*/ 22 w 81"/>
                  <a:gd name="T47" fmla="*/ 53 h 84"/>
                  <a:gd name="T48" fmla="*/ 26 w 81"/>
                  <a:gd name="T49" fmla="*/ 58 h 84"/>
                  <a:gd name="T50" fmla="*/ 34 w 81"/>
                  <a:gd name="T51" fmla="*/ 61 h 84"/>
                  <a:gd name="T52" fmla="*/ 41 w 81"/>
                  <a:gd name="T53" fmla="*/ 64 h 84"/>
                  <a:gd name="T54" fmla="*/ 54 w 81"/>
                  <a:gd name="T55" fmla="*/ 76 h 84"/>
                  <a:gd name="T56" fmla="*/ 60 w 81"/>
                  <a:gd name="T57" fmla="*/ 75 h 84"/>
                  <a:gd name="T58" fmla="*/ 64 w 81"/>
                  <a:gd name="T59" fmla="*/ 80 h 84"/>
                  <a:gd name="T60" fmla="*/ 65 w 81"/>
                  <a:gd name="T61" fmla="*/ 84 h 84"/>
                  <a:gd name="T62" fmla="*/ 65 w 81"/>
                  <a:gd name="T63" fmla="*/ 63 h 84"/>
                  <a:gd name="T64" fmla="*/ 70 w 81"/>
                  <a:gd name="T65" fmla="*/ 58 h 84"/>
                  <a:gd name="T66" fmla="*/ 66 w 81"/>
                  <a:gd name="T67" fmla="*/ 55 h 84"/>
                  <a:gd name="T68" fmla="*/ 79 w 81"/>
                  <a:gd name="T69" fmla="*/ 53 h 84"/>
                  <a:gd name="T70" fmla="*/ 77 w 81"/>
                  <a:gd name="T71" fmla="*/ 4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84">
                    <a:moveTo>
                      <a:pt x="77" y="48"/>
                    </a:moveTo>
                    <a:cubicBezTo>
                      <a:pt x="81" y="45"/>
                      <a:pt x="76" y="42"/>
                      <a:pt x="76" y="39"/>
                    </a:cubicBezTo>
                    <a:cubicBezTo>
                      <a:pt x="76" y="37"/>
                      <a:pt x="78" y="35"/>
                      <a:pt x="78" y="33"/>
                    </a:cubicBezTo>
                    <a:cubicBezTo>
                      <a:pt x="79" y="30"/>
                      <a:pt x="75" y="32"/>
                      <a:pt x="74" y="32"/>
                    </a:cubicBezTo>
                    <a:cubicBezTo>
                      <a:pt x="73" y="32"/>
                      <a:pt x="72" y="32"/>
                      <a:pt x="71" y="32"/>
                    </a:cubicBezTo>
                    <a:cubicBezTo>
                      <a:pt x="70" y="32"/>
                      <a:pt x="70" y="33"/>
                      <a:pt x="69" y="33"/>
                    </a:cubicBezTo>
                    <a:cubicBezTo>
                      <a:pt x="68" y="33"/>
                      <a:pt x="67" y="30"/>
                      <a:pt x="66" y="30"/>
                    </a:cubicBezTo>
                    <a:cubicBezTo>
                      <a:pt x="64" y="26"/>
                      <a:pt x="62" y="28"/>
                      <a:pt x="58" y="28"/>
                    </a:cubicBezTo>
                    <a:cubicBezTo>
                      <a:pt x="56" y="28"/>
                      <a:pt x="55" y="28"/>
                      <a:pt x="54" y="26"/>
                    </a:cubicBezTo>
                    <a:cubicBezTo>
                      <a:pt x="53" y="24"/>
                      <a:pt x="56" y="22"/>
                      <a:pt x="53" y="20"/>
                    </a:cubicBezTo>
                    <a:cubicBezTo>
                      <a:pt x="52" y="19"/>
                      <a:pt x="52" y="17"/>
                      <a:pt x="50" y="17"/>
                    </a:cubicBezTo>
                    <a:cubicBezTo>
                      <a:pt x="48" y="17"/>
                      <a:pt x="49" y="17"/>
                      <a:pt x="50" y="15"/>
                    </a:cubicBezTo>
                    <a:cubicBezTo>
                      <a:pt x="51" y="13"/>
                      <a:pt x="50" y="11"/>
                      <a:pt x="51" y="9"/>
                    </a:cubicBezTo>
                    <a:cubicBezTo>
                      <a:pt x="52" y="7"/>
                      <a:pt x="54" y="6"/>
                      <a:pt x="56" y="5"/>
                    </a:cubicBezTo>
                    <a:cubicBezTo>
                      <a:pt x="57" y="4"/>
                      <a:pt x="59" y="4"/>
                      <a:pt x="60" y="2"/>
                    </a:cubicBezTo>
                    <a:cubicBezTo>
                      <a:pt x="60" y="0"/>
                      <a:pt x="56" y="0"/>
                      <a:pt x="56" y="1"/>
                    </a:cubicBezTo>
                    <a:cubicBezTo>
                      <a:pt x="54" y="3"/>
                      <a:pt x="51" y="6"/>
                      <a:pt x="48" y="6"/>
                    </a:cubicBezTo>
                    <a:cubicBezTo>
                      <a:pt x="45" y="6"/>
                      <a:pt x="45" y="6"/>
                      <a:pt x="44" y="8"/>
                    </a:cubicBezTo>
                    <a:cubicBezTo>
                      <a:pt x="43" y="10"/>
                      <a:pt x="43" y="7"/>
                      <a:pt x="41" y="7"/>
                    </a:cubicBezTo>
                    <a:cubicBezTo>
                      <a:pt x="37" y="8"/>
                      <a:pt x="39" y="14"/>
                      <a:pt x="36" y="16"/>
                    </a:cubicBezTo>
                    <a:cubicBezTo>
                      <a:pt x="35" y="17"/>
                      <a:pt x="33" y="18"/>
                      <a:pt x="32" y="20"/>
                    </a:cubicBezTo>
                    <a:cubicBezTo>
                      <a:pt x="32" y="20"/>
                      <a:pt x="32" y="23"/>
                      <a:pt x="31" y="23"/>
                    </a:cubicBezTo>
                    <a:cubicBezTo>
                      <a:pt x="30" y="21"/>
                      <a:pt x="29" y="20"/>
                      <a:pt x="28" y="19"/>
                    </a:cubicBezTo>
                    <a:cubicBezTo>
                      <a:pt x="27" y="17"/>
                      <a:pt x="26" y="17"/>
                      <a:pt x="25" y="17"/>
                    </a:cubicBezTo>
                    <a:cubicBezTo>
                      <a:pt x="21" y="16"/>
                      <a:pt x="19" y="13"/>
                      <a:pt x="15" y="16"/>
                    </a:cubicBezTo>
                    <a:cubicBezTo>
                      <a:pt x="13" y="17"/>
                      <a:pt x="9" y="20"/>
                      <a:pt x="7" y="18"/>
                    </a:cubicBezTo>
                    <a:cubicBezTo>
                      <a:pt x="6" y="17"/>
                      <a:pt x="5" y="17"/>
                      <a:pt x="4" y="16"/>
                    </a:cubicBezTo>
                    <a:cubicBezTo>
                      <a:pt x="2" y="16"/>
                      <a:pt x="3" y="14"/>
                      <a:pt x="1" y="16"/>
                    </a:cubicBezTo>
                    <a:cubicBezTo>
                      <a:pt x="0" y="17"/>
                      <a:pt x="1" y="17"/>
                      <a:pt x="2" y="18"/>
                    </a:cubicBezTo>
                    <a:cubicBezTo>
                      <a:pt x="2" y="19"/>
                      <a:pt x="1" y="20"/>
                      <a:pt x="1" y="21"/>
                    </a:cubicBezTo>
                    <a:cubicBezTo>
                      <a:pt x="3" y="21"/>
                      <a:pt x="5" y="22"/>
                      <a:pt x="6" y="22"/>
                    </a:cubicBezTo>
                    <a:cubicBezTo>
                      <a:pt x="7" y="23"/>
                      <a:pt x="8" y="23"/>
                      <a:pt x="8" y="24"/>
                    </a:cubicBezTo>
                    <a:cubicBezTo>
                      <a:pt x="9" y="25"/>
                      <a:pt x="9" y="24"/>
                      <a:pt x="10" y="24"/>
                    </a:cubicBezTo>
                    <a:cubicBezTo>
                      <a:pt x="10" y="23"/>
                      <a:pt x="10" y="26"/>
                      <a:pt x="11" y="26"/>
                    </a:cubicBezTo>
                    <a:cubicBezTo>
                      <a:pt x="12" y="27"/>
                      <a:pt x="13" y="26"/>
                      <a:pt x="15" y="25"/>
                    </a:cubicBezTo>
                    <a:cubicBezTo>
                      <a:pt x="16" y="25"/>
                      <a:pt x="13" y="23"/>
                      <a:pt x="13" y="23"/>
                    </a:cubicBezTo>
                    <a:cubicBezTo>
                      <a:pt x="13" y="22"/>
                      <a:pt x="16" y="20"/>
                      <a:pt x="16" y="19"/>
                    </a:cubicBezTo>
                    <a:cubicBezTo>
                      <a:pt x="17" y="18"/>
                      <a:pt x="19" y="17"/>
                      <a:pt x="20" y="18"/>
                    </a:cubicBezTo>
                    <a:cubicBezTo>
                      <a:pt x="21" y="18"/>
                      <a:pt x="23" y="19"/>
                      <a:pt x="23" y="19"/>
                    </a:cubicBezTo>
                    <a:cubicBezTo>
                      <a:pt x="23" y="20"/>
                      <a:pt x="23" y="20"/>
                      <a:pt x="24" y="20"/>
                    </a:cubicBezTo>
                    <a:cubicBezTo>
                      <a:pt x="24" y="21"/>
                      <a:pt x="23" y="22"/>
                      <a:pt x="23" y="22"/>
                    </a:cubicBezTo>
                    <a:cubicBezTo>
                      <a:pt x="23" y="23"/>
                      <a:pt x="25" y="25"/>
                      <a:pt x="25" y="26"/>
                    </a:cubicBezTo>
                    <a:cubicBezTo>
                      <a:pt x="27" y="29"/>
                      <a:pt x="29" y="29"/>
                      <a:pt x="29" y="33"/>
                    </a:cubicBezTo>
                    <a:cubicBezTo>
                      <a:pt x="29" y="36"/>
                      <a:pt x="29" y="39"/>
                      <a:pt x="28" y="42"/>
                    </a:cubicBezTo>
                    <a:cubicBezTo>
                      <a:pt x="28" y="43"/>
                      <a:pt x="30" y="43"/>
                      <a:pt x="30" y="44"/>
                    </a:cubicBezTo>
                    <a:cubicBezTo>
                      <a:pt x="29" y="45"/>
                      <a:pt x="28" y="46"/>
                      <a:pt x="28" y="47"/>
                    </a:cubicBezTo>
                    <a:cubicBezTo>
                      <a:pt x="27" y="48"/>
                      <a:pt x="27" y="50"/>
                      <a:pt x="26" y="50"/>
                    </a:cubicBezTo>
                    <a:cubicBezTo>
                      <a:pt x="24" y="51"/>
                      <a:pt x="22" y="50"/>
                      <a:pt x="22" y="53"/>
                    </a:cubicBezTo>
                    <a:cubicBezTo>
                      <a:pt x="22" y="55"/>
                      <a:pt x="19" y="55"/>
                      <a:pt x="22" y="56"/>
                    </a:cubicBezTo>
                    <a:cubicBezTo>
                      <a:pt x="23" y="57"/>
                      <a:pt x="24" y="57"/>
                      <a:pt x="26" y="58"/>
                    </a:cubicBezTo>
                    <a:cubicBezTo>
                      <a:pt x="27" y="59"/>
                      <a:pt x="28" y="60"/>
                      <a:pt x="29" y="61"/>
                    </a:cubicBezTo>
                    <a:cubicBezTo>
                      <a:pt x="31" y="62"/>
                      <a:pt x="32" y="61"/>
                      <a:pt x="34" y="61"/>
                    </a:cubicBezTo>
                    <a:cubicBezTo>
                      <a:pt x="35" y="61"/>
                      <a:pt x="36" y="62"/>
                      <a:pt x="38" y="63"/>
                    </a:cubicBezTo>
                    <a:cubicBezTo>
                      <a:pt x="39" y="63"/>
                      <a:pt x="40" y="63"/>
                      <a:pt x="41" y="64"/>
                    </a:cubicBezTo>
                    <a:cubicBezTo>
                      <a:pt x="44" y="66"/>
                      <a:pt x="46" y="68"/>
                      <a:pt x="48" y="71"/>
                    </a:cubicBezTo>
                    <a:cubicBezTo>
                      <a:pt x="49" y="74"/>
                      <a:pt x="50" y="75"/>
                      <a:pt x="54" y="76"/>
                    </a:cubicBezTo>
                    <a:cubicBezTo>
                      <a:pt x="55" y="76"/>
                      <a:pt x="56" y="75"/>
                      <a:pt x="57" y="74"/>
                    </a:cubicBezTo>
                    <a:cubicBezTo>
                      <a:pt x="58" y="74"/>
                      <a:pt x="59" y="76"/>
                      <a:pt x="60" y="75"/>
                    </a:cubicBezTo>
                    <a:cubicBezTo>
                      <a:pt x="62" y="74"/>
                      <a:pt x="64" y="75"/>
                      <a:pt x="65" y="76"/>
                    </a:cubicBezTo>
                    <a:cubicBezTo>
                      <a:pt x="65" y="77"/>
                      <a:pt x="64" y="79"/>
                      <a:pt x="64" y="80"/>
                    </a:cubicBezTo>
                    <a:cubicBezTo>
                      <a:pt x="63" y="81"/>
                      <a:pt x="62" y="81"/>
                      <a:pt x="64" y="82"/>
                    </a:cubicBezTo>
                    <a:cubicBezTo>
                      <a:pt x="64" y="82"/>
                      <a:pt x="66" y="84"/>
                      <a:pt x="65" y="84"/>
                    </a:cubicBezTo>
                    <a:cubicBezTo>
                      <a:pt x="67" y="84"/>
                      <a:pt x="68" y="73"/>
                      <a:pt x="69" y="71"/>
                    </a:cubicBezTo>
                    <a:cubicBezTo>
                      <a:pt x="69" y="67"/>
                      <a:pt x="66" y="66"/>
                      <a:pt x="65" y="63"/>
                    </a:cubicBezTo>
                    <a:cubicBezTo>
                      <a:pt x="65" y="61"/>
                      <a:pt x="65" y="60"/>
                      <a:pt x="66" y="60"/>
                    </a:cubicBezTo>
                    <a:cubicBezTo>
                      <a:pt x="67" y="60"/>
                      <a:pt x="70" y="59"/>
                      <a:pt x="70" y="58"/>
                    </a:cubicBezTo>
                    <a:cubicBezTo>
                      <a:pt x="69" y="58"/>
                      <a:pt x="67" y="58"/>
                      <a:pt x="67" y="57"/>
                    </a:cubicBezTo>
                    <a:cubicBezTo>
                      <a:pt x="66" y="57"/>
                      <a:pt x="66" y="55"/>
                      <a:pt x="66" y="55"/>
                    </a:cubicBezTo>
                    <a:cubicBezTo>
                      <a:pt x="68" y="55"/>
                      <a:pt x="70" y="55"/>
                      <a:pt x="72" y="55"/>
                    </a:cubicBezTo>
                    <a:cubicBezTo>
                      <a:pt x="73" y="55"/>
                      <a:pt x="79" y="52"/>
                      <a:pt x="79" y="53"/>
                    </a:cubicBezTo>
                    <a:cubicBezTo>
                      <a:pt x="79" y="51"/>
                      <a:pt x="76" y="48"/>
                      <a:pt x="77" y="48"/>
                    </a:cubicBezTo>
                    <a:cubicBezTo>
                      <a:pt x="78" y="47"/>
                      <a:pt x="76" y="48"/>
                      <a:pt x="77" y="4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7" name="Freeform 623">
                <a:extLst>
                  <a:ext uri="{FF2B5EF4-FFF2-40B4-BE49-F238E27FC236}">
                    <a16:creationId xmlns:a16="http://schemas.microsoft.com/office/drawing/2014/main" id="{84937C62-E6EB-4CA0-6CBF-0E29B2CFD6B0}"/>
                  </a:ext>
                </a:extLst>
              </p:cNvPr>
              <p:cNvSpPr>
                <a:spLocks/>
              </p:cNvSpPr>
              <p:nvPr/>
            </p:nvSpPr>
            <p:spPr bwMode="auto">
              <a:xfrm>
                <a:off x="7923120" y="8978916"/>
                <a:ext cx="261145" cy="309000"/>
              </a:xfrm>
              <a:custGeom>
                <a:avLst/>
                <a:gdLst>
                  <a:gd name="T0" fmla="*/ 20 w 28"/>
                  <a:gd name="T1" fmla="*/ 6 h 33"/>
                  <a:gd name="T2" fmla="*/ 15 w 28"/>
                  <a:gd name="T3" fmla="*/ 3 h 33"/>
                  <a:gd name="T4" fmla="*/ 10 w 28"/>
                  <a:gd name="T5" fmla="*/ 0 h 33"/>
                  <a:gd name="T6" fmla="*/ 4 w 28"/>
                  <a:gd name="T7" fmla="*/ 4 h 33"/>
                  <a:gd name="T8" fmla="*/ 3 w 28"/>
                  <a:gd name="T9" fmla="*/ 7 h 33"/>
                  <a:gd name="T10" fmla="*/ 2 w 28"/>
                  <a:gd name="T11" fmla="*/ 10 h 33"/>
                  <a:gd name="T12" fmla="*/ 0 w 28"/>
                  <a:gd name="T13" fmla="*/ 13 h 33"/>
                  <a:gd name="T14" fmla="*/ 0 w 28"/>
                  <a:gd name="T15" fmla="*/ 15 h 33"/>
                  <a:gd name="T16" fmla="*/ 0 w 28"/>
                  <a:gd name="T17" fmla="*/ 18 h 33"/>
                  <a:gd name="T18" fmla="*/ 2 w 28"/>
                  <a:gd name="T19" fmla="*/ 20 h 33"/>
                  <a:gd name="T20" fmla="*/ 5 w 28"/>
                  <a:gd name="T21" fmla="*/ 18 h 33"/>
                  <a:gd name="T22" fmla="*/ 5 w 28"/>
                  <a:gd name="T23" fmla="*/ 20 h 33"/>
                  <a:gd name="T24" fmla="*/ 3 w 28"/>
                  <a:gd name="T25" fmla="*/ 24 h 33"/>
                  <a:gd name="T26" fmla="*/ 3 w 28"/>
                  <a:gd name="T27" fmla="*/ 26 h 33"/>
                  <a:gd name="T28" fmla="*/ 3 w 28"/>
                  <a:gd name="T29" fmla="*/ 28 h 33"/>
                  <a:gd name="T30" fmla="*/ 8 w 28"/>
                  <a:gd name="T31" fmla="*/ 32 h 33"/>
                  <a:gd name="T32" fmla="*/ 11 w 28"/>
                  <a:gd name="T33" fmla="*/ 29 h 33"/>
                  <a:gd name="T34" fmla="*/ 16 w 28"/>
                  <a:gd name="T35" fmla="*/ 22 h 33"/>
                  <a:gd name="T36" fmla="*/ 22 w 28"/>
                  <a:gd name="T37" fmla="*/ 19 h 33"/>
                  <a:gd name="T38" fmla="*/ 27 w 28"/>
                  <a:gd name="T39" fmla="*/ 13 h 33"/>
                  <a:gd name="T40" fmla="*/ 27 w 28"/>
                  <a:gd name="T41" fmla="*/ 8 h 33"/>
                  <a:gd name="T42" fmla="*/ 24 w 28"/>
                  <a:gd name="T43" fmla="*/ 5 h 33"/>
                  <a:gd name="T44" fmla="*/ 20 w 28"/>
                  <a:gd name="T4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33">
                    <a:moveTo>
                      <a:pt x="20" y="6"/>
                    </a:moveTo>
                    <a:cubicBezTo>
                      <a:pt x="18" y="6"/>
                      <a:pt x="17" y="4"/>
                      <a:pt x="15" y="3"/>
                    </a:cubicBezTo>
                    <a:cubicBezTo>
                      <a:pt x="14" y="2"/>
                      <a:pt x="12" y="0"/>
                      <a:pt x="10" y="0"/>
                    </a:cubicBezTo>
                    <a:cubicBezTo>
                      <a:pt x="10" y="3"/>
                      <a:pt x="4" y="1"/>
                      <a:pt x="4" y="4"/>
                    </a:cubicBezTo>
                    <a:cubicBezTo>
                      <a:pt x="4" y="6"/>
                      <a:pt x="4" y="6"/>
                      <a:pt x="3" y="7"/>
                    </a:cubicBezTo>
                    <a:cubicBezTo>
                      <a:pt x="1" y="8"/>
                      <a:pt x="2" y="9"/>
                      <a:pt x="2" y="10"/>
                    </a:cubicBezTo>
                    <a:cubicBezTo>
                      <a:pt x="2" y="11"/>
                      <a:pt x="1" y="12"/>
                      <a:pt x="0" y="13"/>
                    </a:cubicBezTo>
                    <a:cubicBezTo>
                      <a:pt x="0" y="13"/>
                      <a:pt x="0" y="14"/>
                      <a:pt x="0" y="15"/>
                    </a:cubicBezTo>
                    <a:cubicBezTo>
                      <a:pt x="1" y="16"/>
                      <a:pt x="0" y="17"/>
                      <a:pt x="0" y="18"/>
                    </a:cubicBezTo>
                    <a:cubicBezTo>
                      <a:pt x="0" y="18"/>
                      <a:pt x="1" y="21"/>
                      <a:pt x="2" y="20"/>
                    </a:cubicBezTo>
                    <a:cubicBezTo>
                      <a:pt x="4" y="20"/>
                      <a:pt x="4" y="18"/>
                      <a:pt x="5" y="18"/>
                    </a:cubicBezTo>
                    <a:cubicBezTo>
                      <a:pt x="4" y="18"/>
                      <a:pt x="6" y="20"/>
                      <a:pt x="5" y="20"/>
                    </a:cubicBezTo>
                    <a:cubicBezTo>
                      <a:pt x="5" y="22"/>
                      <a:pt x="5" y="23"/>
                      <a:pt x="3" y="24"/>
                    </a:cubicBezTo>
                    <a:cubicBezTo>
                      <a:pt x="3" y="24"/>
                      <a:pt x="4" y="26"/>
                      <a:pt x="3" y="26"/>
                    </a:cubicBezTo>
                    <a:cubicBezTo>
                      <a:pt x="3" y="27"/>
                      <a:pt x="2" y="27"/>
                      <a:pt x="3" y="28"/>
                    </a:cubicBezTo>
                    <a:cubicBezTo>
                      <a:pt x="5" y="29"/>
                      <a:pt x="6" y="29"/>
                      <a:pt x="8" y="32"/>
                    </a:cubicBezTo>
                    <a:cubicBezTo>
                      <a:pt x="9" y="33"/>
                      <a:pt x="10" y="29"/>
                      <a:pt x="11" y="29"/>
                    </a:cubicBezTo>
                    <a:cubicBezTo>
                      <a:pt x="12" y="26"/>
                      <a:pt x="13" y="23"/>
                      <a:pt x="16" y="22"/>
                    </a:cubicBezTo>
                    <a:cubicBezTo>
                      <a:pt x="18" y="21"/>
                      <a:pt x="20" y="21"/>
                      <a:pt x="22" y="19"/>
                    </a:cubicBezTo>
                    <a:cubicBezTo>
                      <a:pt x="24" y="18"/>
                      <a:pt x="26" y="16"/>
                      <a:pt x="27" y="13"/>
                    </a:cubicBezTo>
                    <a:cubicBezTo>
                      <a:pt x="27" y="11"/>
                      <a:pt x="28" y="10"/>
                      <a:pt x="27" y="8"/>
                    </a:cubicBezTo>
                    <a:cubicBezTo>
                      <a:pt x="26" y="7"/>
                      <a:pt x="25" y="6"/>
                      <a:pt x="24" y="5"/>
                    </a:cubicBezTo>
                    <a:cubicBezTo>
                      <a:pt x="23" y="5"/>
                      <a:pt x="21" y="6"/>
                      <a:pt x="20"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8" name="Freeform 624">
                <a:extLst>
                  <a:ext uri="{FF2B5EF4-FFF2-40B4-BE49-F238E27FC236}">
                    <a16:creationId xmlns:a16="http://schemas.microsoft.com/office/drawing/2014/main" id="{264FCD7A-D5AB-D64E-629E-D31E90B3B676}"/>
                  </a:ext>
                </a:extLst>
              </p:cNvPr>
              <p:cNvSpPr>
                <a:spLocks/>
              </p:cNvSpPr>
              <p:nvPr/>
            </p:nvSpPr>
            <p:spPr bwMode="auto">
              <a:xfrm>
                <a:off x="7894458" y="9036257"/>
                <a:ext cx="598727" cy="888769"/>
              </a:xfrm>
              <a:custGeom>
                <a:avLst/>
                <a:gdLst>
                  <a:gd name="T0" fmla="*/ 57 w 64"/>
                  <a:gd name="T1" fmla="*/ 21 h 95"/>
                  <a:gd name="T2" fmla="*/ 56 w 64"/>
                  <a:gd name="T3" fmla="*/ 14 h 95"/>
                  <a:gd name="T4" fmla="*/ 50 w 64"/>
                  <a:gd name="T5" fmla="*/ 13 h 95"/>
                  <a:gd name="T6" fmla="*/ 46 w 64"/>
                  <a:gd name="T7" fmla="*/ 14 h 95"/>
                  <a:gd name="T8" fmla="*/ 41 w 64"/>
                  <a:gd name="T9" fmla="*/ 11 h 95"/>
                  <a:gd name="T10" fmla="*/ 38 w 64"/>
                  <a:gd name="T11" fmla="*/ 6 h 95"/>
                  <a:gd name="T12" fmla="*/ 33 w 64"/>
                  <a:gd name="T13" fmla="*/ 2 h 95"/>
                  <a:gd name="T14" fmla="*/ 28 w 64"/>
                  <a:gd name="T15" fmla="*/ 0 h 95"/>
                  <a:gd name="T16" fmla="*/ 31 w 64"/>
                  <a:gd name="T17" fmla="*/ 5 h 95"/>
                  <a:gd name="T18" fmla="*/ 28 w 64"/>
                  <a:gd name="T19" fmla="*/ 10 h 95"/>
                  <a:gd name="T20" fmla="*/ 23 w 64"/>
                  <a:gd name="T21" fmla="*/ 14 h 95"/>
                  <a:gd name="T22" fmla="*/ 17 w 64"/>
                  <a:gd name="T23" fmla="*/ 17 h 95"/>
                  <a:gd name="T24" fmla="*/ 11 w 64"/>
                  <a:gd name="T25" fmla="*/ 26 h 95"/>
                  <a:gd name="T26" fmla="*/ 6 w 64"/>
                  <a:gd name="T27" fmla="*/ 22 h 95"/>
                  <a:gd name="T28" fmla="*/ 6 w 64"/>
                  <a:gd name="T29" fmla="*/ 21 h 95"/>
                  <a:gd name="T30" fmla="*/ 6 w 64"/>
                  <a:gd name="T31" fmla="*/ 18 h 95"/>
                  <a:gd name="T32" fmla="*/ 2 w 64"/>
                  <a:gd name="T33" fmla="*/ 26 h 95"/>
                  <a:gd name="T34" fmla="*/ 3 w 64"/>
                  <a:gd name="T35" fmla="*/ 30 h 95"/>
                  <a:gd name="T36" fmla="*/ 3 w 64"/>
                  <a:gd name="T37" fmla="*/ 32 h 95"/>
                  <a:gd name="T38" fmla="*/ 14 w 64"/>
                  <a:gd name="T39" fmla="*/ 47 h 95"/>
                  <a:gd name="T40" fmla="*/ 23 w 64"/>
                  <a:gd name="T41" fmla="*/ 63 h 95"/>
                  <a:gd name="T42" fmla="*/ 26 w 64"/>
                  <a:gd name="T43" fmla="*/ 70 h 95"/>
                  <a:gd name="T44" fmla="*/ 25 w 64"/>
                  <a:gd name="T45" fmla="*/ 71 h 95"/>
                  <a:gd name="T46" fmla="*/ 28 w 64"/>
                  <a:gd name="T47" fmla="*/ 74 h 95"/>
                  <a:gd name="T48" fmla="*/ 32 w 64"/>
                  <a:gd name="T49" fmla="*/ 79 h 95"/>
                  <a:gd name="T50" fmla="*/ 41 w 64"/>
                  <a:gd name="T51" fmla="*/ 83 h 95"/>
                  <a:gd name="T52" fmla="*/ 48 w 64"/>
                  <a:gd name="T53" fmla="*/ 87 h 95"/>
                  <a:gd name="T54" fmla="*/ 54 w 64"/>
                  <a:gd name="T55" fmla="*/ 93 h 95"/>
                  <a:gd name="T56" fmla="*/ 59 w 64"/>
                  <a:gd name="T57" fmla="*/ 90 h 95"/>
                  <a:gd name="T58" fmla="*/ 61 w 64"/>
                  <a:gd name="T59" fmla="*/ 86 h 95"/>
                  <a:gd name="T60" fmla="*/ 63 w 64"/>
                  <a:gd name="T61" fmla="*/ 82 h 95"/>
                  <a:gd name="T62" fmla="*/ 61 w 64"/>
                  <a:gd name="T63" fmla="*/ 78 h 95"/>
                  <a:gd name="T64" fmla="*/ 61 w 64"/>
                  <a:gd name="T65" fmla="*/ 76 h 95"/>
                  <a:gd name="T66" fmla="*/ 63 w 64"/>
                  <a:gd name="T67" fmla="*/ 74 h 95"/>
                  <a:gd name="T68" fmla="*/ 64 w 64"/>
                  <a:gd name="T69" fmla="*/ 64 h 95"/>
                  <a:gd name="T70" fmla="*/ 62 w 64"/>
                  <a:gd name="T71" fmla="*/ 59 h 95"/>
                  <a:gd name="T72" fmla="*/ 57 w 64"/>
                  <a:gd name="T73" fmla="*/ 57 h 95"/>
                  <a:gd name="T74" fmla="*/ 55 w 64"/>
                  <a:gd name="T75" fmla="*/ 48 h 95"/>
                  <a:gd name="T76" fmla="*/ 50 w 64"/>
                  <a:gd name="T77" fmla="*/ 51 h 95"/>
                  <a:gd name="T78" fmla="*/ 46 w 64"/>
                  <a:gd name="T79" fmla="*/ 51 h 95"/>
                  <a:gd name="T80" fmla="*/ 44 w 64"/>
                  <a:gd name="T81" fmla="*/ 48 h 95"/>
                  <a:gd name="T82" fmla="*/ 40 w 64"/>
                  <a:gd name="T83" fmla="*/ 42 h 95"/>
                  <a:gd name="T84" fmla="*/ 39 w 64"/>
                  <a:gd name="T85" fmla="*/ 35 h 95"/>
                  <a:gd name="T86" fmla="*/ 42 w 64"/>
                  <a:gd name="T87" fmla="*/ 33 h 95"/>
                  <a:gd name="T88" fmla="*/ 42 w 64"/>
                  <a:gd name="T89" fmla="*/ 30 h 95"/>
                  <a:gd name="T90" fmla="*/ 45 w 64"/>
                  <a:gd name="T91" fmla="*/ 25 h 95"/>
                  <a:gd name="T92" fmla="*/ 50 w 64"/>
                  <a:gd name="T93" fmla="*/ 24 h 95"/>
                  <a:gd name="T94" fmla="*/ 53 w 64"/>
                  <a:gd name="T95" fmla="*/ 22 h 95"/>
                  <a:gd name="T96" fmla="*/ 57 w 64"/>
                  <a:gd name="T97"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95">
                    <a:moveTo>
                      <a:pt x="57" y="21"/>
                    </a:moveTo>
                    <a:cubicBezTo>
                      <a:pt x="53" y="19"/>
                      <a:pt x="59" y="15"/>
                      <a:pt x="56" y="14"/>
                    </a:cubicBezTo>
                    <a:cubicBezTo>
                      <a:pt x="54" y="12"/>
                      <a:pt x="52" y="13"/>
                      <a:pt x="50" y="13"/>
                    </a:cubicBezTo>
                    <a:cubicBezTo>
                      <a:pt x="48" y="12"/>
                      <a:pt x="48" y="14"/>
                      <a:pt x="46" y="14"/>
                    </a:cubicBezTo>
                    <a:cubicBezTo>
                      <a:pt x="44" y="13"/>
                      <a:pt x="42" y="13"/>
                      <a:pt x="41" y="11"/>
                    </a:cubicBezTo>
                    <a:cubicBezTo>
                      <a:pt x="40" y="10"/>
                      <a:pt x="39" y="7"/>
                      <a:pt x="38" y="6"/>
                    </a:cubicBezTo>
                    <a:cubicBezTo>
                      <a:pt x="36" y="5"/>
                      <a:pt x="35" y="3"/>
                      <a:pt x="33" y="2"/>
                    </a:cubicBezTo>
                    <a:cubicBezTo>
                      <a:pt x="32" y="0"/>
                      <a:pt x="30" y="1"/>
                      <a:pt x="28" y="0"/>
                    </a:cubicBezTo>
                    <a:cubicBezTo>
                      <a:pt x="30" y="2"/>
                      <a:pt x="31" y="3"/>
                      <a:pt x="31" y="5"/>
                    </a:cubicBezTo>
                    <a:cubicBezTo>
                      <a:pt x="30" y="7"/>
                      <a:pt x="30" y="9"/>
                      <a:pt x="28" y="10"/>
                    </a:cubicBezTo>
                    <a:cubicBezTo>
                      <a:pt x="26" y="12"/>
                      <a:pt x="25" y="14"/>
                      <a:pt x="23" y="14"/>
                    </a:cubicBezTo>
                    <a:cubicBezTo>
                      <a:pt x="21" y="15"/>
                      <a:pt x="19" y="15"/>
                      <a:pt x="17" y="17"/>
                    </a:cubicBezTo>
                    <a:cubicBezTo>
                      <a:pt x="16" y="18"/>
                      <a:pt x="12" y="27"/>
                      <a:pt x="11" y="26"/>
                    </a:cubicBezTo>
                    <a:cubicBezTo>
                      <a:pt x="9" y="23"/>
                      <a:pt x="8" y="23"/>
                      <a:pt x="6" y="22"/>
                    </a:cubicBezTo>
                    <a:cubicBezTo>
                      <a:pt x="5" y="22"/>
                      <a:pt x="5" y="22"/>
                      <a:pt x="6" y="21"/>
                    </a:cubicBezTo>
                    <a:cubicBezTo>
                      <a:pt x="7" y="20"/>
                      <a:pt x="7" y="19"/>
                      <a:pt x="6" y="18"/>
                    </a:cubicBezTo>
                    <a:cubicBezTo>
                      <a:pt x="4" y="19"/>
                      <a:pt x="0" y="23"/>
                      <a:pt x="2" y="26"/>
                    </a:cubicBezTo>
                    <a:cubicBezTo>
                      <a:pt x="2" y="26"/>
                      <a:pt x="4" y="29"/>
                      <a:pt x="3" y="30"/>
                    </a:cubicBezTo>
                    <a:cubicBezTo>
                      <a:pt x="2" y="30"/>
                      <a:pt x="1" y="31"/>
                      <a:pt x="3" y="32"/>
                    </a:cubicBezTo>
                    <a:cubicBezTo>
                      <a:pt x="8" y="35"/>
                      <a:pt x="12" y="41"/>
                      <a:pt x="14" y="47"/>
                    </a:cubicBezTo>
                    <a:cubicBezTo>
                      <a:pt x="17" y="52"/>
                      <a:pt x="19" y="58"/>
                      <a:pt x="23" y="63"/>
                    </a:cubicBezTo>
                    <a:cubicBezTo>
                      <a:pt x="24" y="65"/>
                      <a:pt x="26" y="67"/>
                      <a:pt x="26" y="70"/>
                    </a:cubicBezTo>
                    <a:cubicBezTo>
                      <a:pt x="26" y="71"/>
                      <a:pt x="25" y="70"/>
                      <a:pt x="25" y="71"/>
                    </a:cubicBezTo>
                    <a:cubicBezTo>
                      <a:pt x="26" y="72"/>
                      <a:pt x="27" y="73"/>
                      <a:pt x="28" y="74"/>
                    </a:cubicBezTo>
                    <a:cubicBezTo>
                      <a:pt x="29" y="76"/>
                      <a:pt x="30" y="78"/>
                      <a:pt x="32" y="79"/>
                    </a:cubicBezTo>
                    <a:cubicBezTo>
                      <a:pt x="35" y="80"/>
                      <a:pt x="38" y="82"/>
                      <a:pt x="41" y="83"/>
                    </a:cubicBezTo>
                    <a:cubicBezTo>
                      <a:pt x="43" y="84"/>
                      <a:pt x="45" y="86"/>
                      <a:pt x="48" y="87"/>
                    </a:cubicBezTo>
                    <a:cubicBezTo>
                      <a:pt x="50" y="89"/>
                      <a:pt x="52" y="91"/>
                      <a:pt x="54" y="93"/>
                    </a:cubicBezTo>
                    <a:cubicBezTo>
                      <a:pt x="58" y="95"/>
                      <a:pt x="57" y="91"/>
                      <a:pt x="59" y="90"/>
                    </a:cubicBezTo>
                    <a:cubicBezTo>
                      <a:pt x="60" y="89"/>
                      <a:pt x="60" y="87"/>
                      <a:pt x="61" y="86"/>
                    </a:cubicBezTo>
                    <a:cubicBezTo>
                      <a:pt x="61" y="85"/>
                      <a:pt x="64" y="83"/>
                      <a:pt x="63" y="82"/>
                    </a:cubicBezTo>
                    <a:cubicBezTo>
                      <a:pt x="61" y="81"/>
                      <a:pt x="60" y="81"/>
                      <a:pt x="61" y="78"/>
                    </a:cubicBezTo>
                    <a:cubicBezTo>
                      <a:pt x="61" y="77"/>
                      <a:pt x="61" y="76"/>
                      <a:pt x="61" y="76"/>
                    </a:cubicBezTo>
                    <a:cubicBezTo>
                      <a:pt x="62" y="75"/>
                      <a:pt x="63" y="74"/>
                      <a:pt x="63" y="74"/>
                    </a:cubicBezTo>
                    <a:cubicBezTo>
                      <a:pt x="64" y="71"/>
                      <a:pt x="62" y="66"/>
                      <a:pt x="64" y="64"/>
                    </a:cubicBezTo>
                    <a:cubicBezTo>
                      <a:pt x="64" y="63"/>
                      <a:pt x="63" y="61"/>
                      <a:pt x="62" y="59"/>
                    </a:cubicBezTo>
                    <a:cubicBezTo>
                      <a:pt x="61" y="56"/>
                      <a:pt x="60" y="56"/>
                      <a:pt x="57" y="57"/>
                    </a:cubicBezTo>
                    <a:cubicBezTo>
                      <a:pt x="53" y="57"/>
                      <a:pt x="55" y="50"/>
                      <a:pt x="55" y="48"/>
                    </a:cubicBezTo>
                    <a:cubicBezTo>
                      <a:pt x="53" y="49"/>
                      <a:pt x="52" y="51"/>
                      <a:pt x="50" y="51"/>
                    </a:cubicBezTo>
                    <a:cubicBezTo>
                      <a:pt x="49" y="51"/>
                      <a:pt x="47" y="51"/>
                      <a:pt x="46" y="51"/>
                    </a:cubicBezTo>
                    <a:cubicBezTo>
                      <a:pt x="45" y="50"/>
                      <a:pt x="45" y="48"/>
                      <a:pt x="44" y="48"/>
                    </a:cubicBezTo>
                    <a:cubicBezTo>
                      <a:pt x="41" y="48"/>
                      <a:pt x="41" y="44"/>
                      <a:pt x="40" y="42"/>
                    </a:cubicBezTo>
                    <a:cubicBezTo>
                      <a:pt x="38" y="40"/>
                      <a:pt x="37" y="37"/>
                      <a:pt x="39" y="35"/>
                    </a:cubicBezTo>
                    <a:cubicBezTo>
                      <a:pt x="40" y="34"/>
                      <a:pt x="42" y="34"/>
                      <a:pt x="42" y="33"/>
                    </a:cubicBezTo>
                    <a:cubicBezTo>
                      <a:pt x="42" y="32"/>
                      <a:pt x="42" y="31"/>
                      <a:pt x="42" y="30"/>
                    </a:cubicBezTo>
                    <a:cubicBezTo>
                      <a:pt x="42" y="27"/>
                      <a:pt x="42" y="26"/>
                      <a:pt x="45" y="25"/>
                    </a:cubicBezTo>
                    <a:cubicBezTo>
                      <a:pt x="47" y="24"/>
                      <a:pt x="48" y="24"/>
                      <a:pt x="50" y="24"/>
                    </a:cubicBezTo>
                    <a:cubicBezTo>
                      <a:pt x="51" y="24"/>
                      <a:pt x="52" y="23"/>
                      <a:pt x="53" y="22"/>
                    </a:cubicBezTo>
                    <a:cubicBezTo>
                      <a:pt x="54" y="22"/>
                      <a:pt x="59" y="23"/>
                      <a:pt x="57" y="2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29" name="Freeform 625">
                <a:extLst>
                  <a:ext uri="{FF2B5EF4-FFF2-40B4-BE49-F238E27FC236}">
                    <a16:creationId xmlns:a16="http://schemas.microsoft.com/office/drawing/2014/main" id="{04DFCD2A-C8DB-7D31-2FDE-B96AA3FBB9F0}"/>
                  </a:ext>
                </a:extLst>
              </p:cNvPr>
              <p:cNvSpPr>
                <a:spLocks/>
              </p:cNvSpPr>
              <p:nvPr/>
            </p:nvSpPr>
            <p:spPr bwMode="auto">
              <a:xfrm>
                <a:off x="8158790" y="9867685"/>
                <a:ext cx="407643" cy="1984597"/>
              </a:xfrm>
              <a:custGeom>
                <a:avLst/>
                <a:gdLst>
                  <a:gd name="T0" fmla="*/ 38 w 44"/>
                  <a:gd name="T1" fmla="*/ 20 h 212"/>
                  <a:gd name="T2" fmla="*/ 36 w 44"/>
                  <a:gd name="T3" fmla="*/ 12 h 212"/>
                  <a:gd name="T4" fmla="*/ 34 w 44"/>
                  <a:gd name="T5" fmla="*/ 5 h 212"/>
                  <a:gd name="T6" fmla="*/ 30 w 44"/>
                  <a:gd name="T7" fmla="*/ 3 h 212"/>
                  <a:gd name="T8" fmla="*/ 28 w 44"/>
                  <a:gd name="T9" fmla="*/ 15 h 212"/>
                  <a:gd name="T10" fmla="*/ 26 w 44"/>
                  <a:gd name="T11" fmla="*/ 31 h 212"/>
                  <a:gd name="T12" fmla="*/ 23 w 44"/>
                  <a:gd name="T13" fmla="*/ 56 h 212"/>
                  <a:gd name="T14" fmla="*/ 21 w 44"/>
                  <a:gd name="T15" fmla="*/ 68 h 212"/>
                  <a:gd name="T16" fmla="*/ 21 w 44"/>
                  <a:gd name="T17" fmla="*/ 80 h 212"/>
                  <a:gd name="T18" fmla="*/ 20 w 44"/>
                  <a:gd name="T19" fmla="*/ 88 h 212"/>
                  <a:gd name="T20" fmla="*/ 11 w 44"/>
                  <a:gd name="T21" fmla="*/ 110 h 212"/>
                  <a:gd name="T22" fmla="*/ 10 w 44"/>
                  <a:gd name="T23" fmla="*/ 132 h 212"/>
                  <a:gd name="T24" fmla="*/ 17 w 44"/>
                  <a:gd name="T25" fmla="*/ 133 h 212"/>
                  <a:gd name="T26" fmla="*/ 16 w 44"/>
                  <a:gd name="T27" fmla="*/ 136 h 212"/>
                  <a:gd name="T28" fmla="*/ 14 w 44"/>
                  <a:gd name="T29" fmla="*/ 145 h 212"/>
                  <a:gd name="T30" fmla="*/ 15 w 44"/>
                  <a:gd name="T31" fmla="*/ 150 h 212"/>
                  <a:gd name="T32" fmla="*/ 13 w 44"/>
                  <a:gd name="T33" fmla="*/ 152 h 212"/>
                  <a:gd name="T34" fmla="*/ 11 w 44"/>
                  <a:gd name="T35" fmla="*/ 158 h 212"/>
                  <a:gd name="T36" fmla="*/ 8 w 44"/>
                  <a:gd name="T37" fmla="*/ 159 h 212"/>
                  <a:gd name="T38" fmla="*/ 4 w 44"/>
                  <a:gd name="T39" fmla="*/ 159 h 212"/>
                  <a:gd name="T40" fmla="*/ 0 w 44"/>
                  <a:gd name="T41" fmla="*/ 164 h 212"/>
                  <a:gd name="T42" fmla="*/ 2 w 44"/>
                  <a:gd name="T43" fmla="*/ 163 h 212"/>
                  <a:gd name="T44" fmla="*/ 7 w 44"/>
                  <a:gd name="T45" fmla="*/ 171 h 212"/>
                  <a:gd name="T46" fmla="*/ 11 w 44"/>
                  <a:gd name="T47" fmla="*/ 173 h 212"/>
                  <a:gd name="T48" fmla="*/ 7 w 44"/>
                  <a:gd name="T49" fmla="*/ 174 h 212"/>
                  <a:gd name="T50" fmla="*/ 7 w 44"/>
                  <a:gd name="T51" fmla="*/ 179 h 212"/>
                  <a:gd name="T52" fmla="*/ 9 w 44"/>
                  <a:gd name="T53" fmla="*/ 182 h 212"/>
                  <a:gd name="T54" fmla="*/ 9 w 44"/>
                  <a:gd name="T55" fmla="*/ 185 h 212"/>
                  <a:gd name="T56" fmla="*/ 7 w 44"/>
                  <a:gd name="T57" fmla="*/ 187 h 212"/>
                  <a:gd name="T58" fmla="*/ 10 w 44"/>
                  <a:gd name="T59" fmla="*/ 190 h 212"/>
                  <a:gd name="T60" fmla="*/ 8 w 44"/>
                  <a:gd name="T61" fmla="*/ 193 h 212"/>
                  <a:gd name="T62" fmla="*/ 11 w 44"/>
                  <a:gd name="T63" fmla="*/ 194 h 212"/>
                  <a:gd name="T64" fmla="*/ 11 w 44"/>
                  <a:gd name="T65" fmla="*/ 198 h 212"/>
                  <a:gd name="T66" fmla="*/ 15 w 44"/>
                  <a:gd name="T67" fmla="*/ 197 h 212"/>
                  <a:gd name="T68" fmla="*/ 15 w 44"/>
                  <a:gd name="T69" fmla="*/ 197 h 212"/>
                  <a:gd name="T70" fmla="*/ 16 w 44"/>
                  <a:gd name="T71" fmla="*/ 198 h 212"/>
                  <a:gd name="T72" fmla="*/ 18 w 44"/>
                  <a:gd name="T73" fmla="*/ 202 h 212"/>
                  <a:gd name="T74" fmla="*/ 16 w 44"/>
                  <a:gd name="T75" fmla="*/ 207 h 212"/>
                  <a:gd name="T76" fmla="*/ 18 w 44"/>
                  <a:gd name="T77" fmla="*/ 209 h 212"/>
                  <a:gd name="T78" fmla="*/ 25 w 44"/>
                  <a:gd name="T79" fmla="*/ 204 h 212"/>
                  <a:gd name="T80" fmla="*/ 26 w 44"/>
                  <a:gd name="T81" fmla="*/ 199 h 212"/>
                  <a:gd name="T82" fmla="*/ 17 w 44"/>
                  <a:gd name="T83" fmla="*/ 192 h 212"/>
                  <a:gd name="T84" fmla="*/ 12 w 44"/>
                  <a:gd name="T85" fmla="*/ 185 h 212"/>
                  <a:gd name="T86" fmla="*/ 15 w 44"/>
                  <a:gd name="T87" fmla="*/ 177 h 212"/>
                  <a:gd name="T88" fmla="*/ 17 w 44"/>
                  <a:gd name="T89" fmla="*/ 169 h 212"/>
                  <a:gd name="T90" fmla="*/ 21 w 44"/>
                  <a:gd name="T91" fmla="*/ 158 h 212"/>
                  <a:gd name="T92" fmla="*/ 21 w 44"/>
                  <a:gd name="T93" fmla="*/ 152 h 212"/>
                  <a:gd name="T94" fmla="*/ 19 w 44"/>
                  <a:gd name="T95" fmla="*/ 140 h 212"/>
                  <a:gd name="T96" fmla="*/ 23 w 44"/>
                  <a:gd name="T97" fmla="*/ 117 h 212"/>
                  <a:gd name="T98" fmla="*/ 26 w 44"/>
                  <a:gd name="T99" fmla="*/ 102 h 212"/>
                  <a:gd name="T100" fmla="*/ 29 w 44"/>
                  <a:gd name="T101" fmla="*/ 85 h 212"/>
                  <a:gd name="T102" fmla="*/ 27 w 44"/>
                  <a:gd name="T103" fmla="*/ 73 h 212"/>
                  <a:gd name="T104" fmla="*/ 30 w 44"/>
                  <a:gd name="T105" fmla="*/ 62 h 212"/>
                  <a:gd name="T106" fmla="*/ 34 w 44"/>
                  <a:gd name="T107" fmla="*/ 54 h 212"/>
                  <a:gd name="T108" fmla="*/ 36 w 44"/>
                  <a:gd name="T109" fmla="*/ 44 h 212"/>
                  <a:gd name="T110" fmla="*/ 40 w 44"/>
                  <a:gd name="T111" fmla="*/ 35 h 212"/>
                  <a:gd name="T112" fmla="*/ 40 w 44"/>
                  <a:gd name="T113" fmla="*/ 2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4" h="212">
                    <a:moveTo>
                      <a:pt x="40" y="28"/>
                    </a:moveTo>
                    <a:cubicBezTo>
                      <a:pt x="38" y="27"/>
                      <a:pt x="40" y="22"/>
                      <a:pt x="38" y="20"/>
                    </a:cubicBezTo>
                    <a:cubicBezTo>
                      <a:pt x="37" y="19"/>
                      <a:pt x="35" y="16"/>
                      <a:pt x="36" y="14"/>
                    </a:cubicBezTo>
                    <a:cubicBezTo>
                      <a:pt x="38" y="13"/>
                      <a:pt x="35" y="13"/>
                      <a:pt x="36" y="12"/>
                    </a:cubicBezTo>
                    <a:cubicBezTo>
                      <a:pt x="37" y="11"/>
                      <a:pt x="36" y="10"/>
                      <a:pt x="35" y="9"/>
                    </a:cubicBezTo>
                    <a:cubicBezTo>
                      <a:pt x="34" y="8"/>
                      <a:pt x="34" y="7"/>
                      <a:pt x="34" y="5"/>
                    </a:cubicBezTo>
                    <a:cubicBezTo>
                      <a:pt x="34" y="3"/>
                      <a:pt x="33" y="2"/>
                      <a:pt x="32" y="0"/>
                    </a:cubicBezTo>
                    <a:cubicBezTo>
                      <a:pt x="31" y="1"/>
                      <a:pt x="30" y="2"/>
                      <a:pt x="30" y="3"/>
                    </a:cubicBezTo>
                    <a:cubicBezTo>
                      <a:pt x="29" y="5"/>
                      <a:pt x="27" y="4"/>
                      <a:pt x="28" y="6"/>
                    </a:cubicBezTo>
                    <a:cubicBezTo>
                      <a:pt x="28" y="9"/>
                      <a:pt x="28" y="12"/>
                      <a:pt x="28" y="15"/>
                    </a:cubicBezTo>
                    <a:cubicBezTo>
                      <a:pt x="28" y="19"/>
                      <a:pt x="29" y="24"/>
                      <a:pt x="28" y="28"/>
                    </a:cubicBezTo>
                    <a:cubicBezTo>
                      <a:pt x="27" y="29"/>
                      <a:pt x="26" y="30"/>
                      <a:pt x="26" y="31"/>
                    </a:cubicBezTo>
                    <a:cubicBezTo>
                      <a:pt x="26" y="33"/>
                      <a:pt x="27" y="35"/>
                      <a:pt x="27" y="37"/>
                    </a:cubicBezTo>
                    <a:cubicBezTo>
                      <a:pt x="27" y="43"/>
                      <a:pt x="25" y="50"/>
                      <a:pt x="23" y="56"/>
                    </a:cubicBezTo>
                    <a:cubicBezTo>
                      <a:pt x="22" y="59"/>
                      <a:pt x="22" y="61"/>
                      <a:pt x="23" y="64"/>
                    </a:cubicBezTo>
                    <a:cubicBezTo>
                      <a:pt x="23" y="66"/>
                      <a:pt x="23" y="67"/>
                      <a:pt x="21" y="68"/>
                    </a:cubicBezTo>
                    <a:cubicBezTo>
                      <a:pt x="20" y="69"/>
                      <a:pt x="21" y="70"/>
                      <a:pt x="21" y="71"/>
                    </a:cubicBezTo>
                    <a:cubicBezTo>
                      <a:pt x="21" y="74"/>
                      <a:pt x="21" y="77"/>
                      <a:pt x="21" y="80"/>
                    </a:cubicBezTo>
                    <a:cubicBezTo>
                      <a:pt x="21" y="81"/>
                      <a:pt x="21" y="83"/>
                      <a:pt x="21" y="84"/>
                    </a:cubicBezTo>
                    <a:cubicBezTo>
                      <a:pt x="20" y="85"/>
                      <a:pt x="21" y="87"/>
                      <a:pt x="20" y="88"/>
                    </a:cubicBezTo>
                    <a:cubicBezTo>
                      <a:pt x="18" y="93"/>
                      <a:pt x="16" y="98"/>
                      <a:pt x="14" y="103"/>
                    </a:cubicBezTo>
                    <a:cubicBezTo>
                      <a:pt x="13" y="106"/>
                      <a:pt x="10" y="107"/>
                      <a:pt x="11" y="110"/>
                    </a:cubicBezTo>
                    <a:cubicBezTo>
                      <a:pt x="12" y="113"/>
                      <a:pt x="14" y="118"/>
                      <a:pt x="12" y="122"/>
                    </a:cubicBezTo>
                    <a:cubicBezTo>
                      <a:pt x="10" y="124"/>
                      <a:pt x="8" y="129"/>
                      <a:pt x="10" y="132"/>
                    </a:cubicBezTo>
                    <a:cubicBezTo>
                      <a:pt x="11" y="134"/>
                      <a:pt x="12" y="134"/>
                      <a:pt x="13" y="133"/>
                    </a:cubicBezTo>
                    <a:cubicBezTo>
                      <a:pt x="14" y="132"/>
                      <a:pt x="18" y="132"/>
                      <a:pt x="17" y="133"/>
                    </a:cubicBezTo>
                    <a:cubicBezTo>
                      <a:pt x="17" y="133"/>
                      <a:pt x="16" y="133"/>
                      <a:pt x="15" y="134"/>
                    </a:cubicBezTo>
                    <a:cubicBezTo>
                      <a:pt x="15" y="135"/>
                      <a:pt x="15" y="135"/>
                      <a:pt x="16" y="136"/>
                    </a:cubicBezTo>
                    <a:cubicBezTo>
                      <a:pt x="16" y="136"/>
                      <a:pt x="15" y="137"/>
                      <a:pt x="15" y="137"/>
                    </a:cubicBezTo>
                    <a:cubicBezTo>
                      <a:pt x="14" y="139"/>
                      <a:pt x="13" y="143"/>
                      <a:pt x="14" y="145"/>
                    </a:cubicBezTo>
                    <a:cubicBezTo>
                      <a:pt x="14" y="146"/>
                      <a:pt x="14" y="146"/>
                      <a:pt x="13" y="148"/>
                    </a:cubicBezTo>
                    <a:cubicBezTo>
                      <a:pt x="12" y="149"/>
                      <a:pt x="14" y="149"/>
                      <a:pt x="15" y="150"/>
                    </a:cubicBezTo>
                    <a:cubicBezTo>
                      <a:pt x="15" y="150"/>
                      <a:pt x="15" y="150"/>
                      <a:pt x="14" y="151"/>
                    </a:cubicBezTo>
                    <a:cubicBezTo>
                      <a:pt x="13" y="151"/>
                      <a:pt x="11" y="152"/>
                      <a:pt x="13" y="152"/>
                    </a:cubicBezTo>
                    <a:cubicBezTo>
                      <a:pt x="12" y="153"/>
                      <a:pt x="13" y="156"/>
                      <a:pt x="14" y="156"/>
                    </a:cubicBezTo>
                    <a:cubicBezTo>
                      <a:pt x="13" y="156"/>
                      <a:pt x="10" y="155"/>
                      <a:pt x="11" y="158"/>
                    </a:cubicBezTo>
                    <a:cubicBezTo>
                      <a:pt x="11" y="158"/>
                      <a:pt x="12" y="163"/>
                      <a:pt x="10" y="162"/>
                    </a:cubicBezTo>
                    <a:cubicBezTo>
                      <a:pt x="10" y="162"/>
                      <a:pt x="8" y="160"/>
                      <a:pt x="8" y="159"/>
                    </a:cubicBezTo>
                    <a:cubicBezTo>
                      <a:pt x="6" y="158"/>
                      <a:pt x="7" y="157"/>
                      <a:pt x="5" y="158"/>
                    </a:cubicBezTo>
                    <a:cubicBezTo>
                      <a:pt x="5" y="158"/>
                      <a:pt x="4" y="159"/>
                      <a:pt x="4" y="159"/>
                    </a:cubicBezTo>
                    <a:cubicBezTo>
                      <a:pt x="4" y="160"/>
                      <a:pt x="5" y="160"/>
                      <a:pt x="4" y="161"/>
                    </a:cubicBezTo>
                    <a:cubicBezTo>
                      <a:pt x="4" y="162"/>
                      <a:pt x="0" y="162"/>
                      <a:pt x="0" y="164"/>
                    </a:cubicBezTo>
                    <a:cubicBezTo>
                      <a:pt x="0" y="164"/>
                      <a:pt x="1" y="165"/>
                      <a:pt x="2" y="165"/>
                    </a:cubicBezTo>
                    <a:cubicBezTo>
                      <a:pt x="2" y="165"/>
                      <a:pt x="1" y="164"/>
                      <a:pt x="2" y="163"/>
                    </a:cubicBezTo>
                    <a:cubicBezTo>
                      <a:pt x="2" y="163"/>
                      <a:pt x="5" y="165"/>
                      <a:pt x="7" y="164"/>
                    </a:cubicBezTo>
                    <a:cubicBezTo>
                      <a:pt x="11" y="163"/>
                      <a:pt x="5" y="170"/>
                      <a:pt x="7" y="171"/>
                    </a:cubicBezTo>
                    <a:cubicBezTo>
                      <a:pt x="8" y="171"/>
                      <a:pt x="10" y="170"/>
                      <a:pt x="11" y="171"/>
                    </a:cubicBezTo>
                    <a:cubicBezTo>
                      <a:pt x="12" y="171"/>
                      <a:pt x="12" y="174"/>
                      <a:pt x="11" y="173"/>
                    </a:cubicBezTo>
                    <a:cubicBezTo>
                      <a:pt x="11" y="173"/>
                      <a:pt x="8" y="171"/>
                      <a:pt x="8" y="172"/>
                    </a:cubicBezTo>
                    <a:cubicBezTo>
                      <a:pt x="7" y="173"/>
                      <a:pt x="6" y="173"/>
                      <a:pt x="7" y="174"/>
                    </a:cubicBezTo>
                    <a:cubicBezTo>
                      <a:pt x="7" y="174"/>
                      <a:pt x="9" y="176"/>
                      <a:pt x="8" y="176"/>
                    </a:cubicBezTo>
                    <a:cubicBezTo>
                      <a:pt x="7" y="176"/>
                      <a:pt x="7" y="179"/>
                      <a:pt x="7" y="179"/>
                    </a:cubicBezTo>
                    <a:cubicBezTo>
                      <a:pt x="6" y="182"/>
                      <a:pt x="9" y="178"/>
                      <a:pt x="9" y="178"/>
                    </a:cubicBezTo>
                    <a:cubicBezTo>
                      <a:pt x="9" y="178"/>
                      <a:pt x="8" y="183"/>
                      <a:pt x="9" y="182"/>
                    </a:cubicBezTo>
                    <a:cubicBezTo>
                      <a:pt x="9" y="182"/>
                      <a:pt x="8" y="182"/>
                      <a:pt x="8" y="183"/>
                    </a:cubicBezTo>
                    <a:cubicBezTo>
                      <a:pt x="7" y="184"/>
                      <a:pt x="8" y="184"/>
                      <a:pt x="9" y="185"/>
                    </a:cubicBezTo>
                    <a:cubicBezTo>
                      <a:pt x="9" y="185"/>
                      <a:pt x="7" y="186"/>
                      <a:pt x="7" y="186"/>
                    </a:cubicBezTo>
                    <a:cubicBezTo>
                      <a:pt x="6" y="186"/>
                      <a:pt x="7" y="186"/>
                      <a:pt x="7" y="187"/>
                    </a:cubicBezTo>
                    <a:cubicBezTo>
                      <a:pt x="6" y="189"/>
                      <a:pt x="10" y="189"/>
                      <a:pt x="10" y="188"/>
                    </a:cubicBezTo>
                    <a:cubicBezTo>
                      <a:pt x="10" y="189"/>
                      <a:pt x="9" y="189"/>
                      <a:pt x="10" y="190"/>
                    </a:cubicBezTo>
                    <a:cubicBezTo>
                      <a:pt x="10" y="190"/>
                      <a:pt x="10" y="190"/>
                      <a:pt x="10" y="190"/>
                    </a:cubicBezTo>
                    <a:cubicBezTo>
                      <a:pt x="10" y="191"/>
                      <a:pt x="8" y="192"/>
                      <a:pt x="8" y="193"/>
                    </a:cubicBezTo>
                    <a:cubicBezTo>
                      <a:pt x="7" y="195"/>
                      <a:pt x="10" y="192"/>
                      <a:pt x="11" y="192"/>
                    </a:cubicBezTo>
                    <a:cubicBezTo>
                      <a:pt x="10" y="193"/>
                      <a:pt x="11" y="194"/>
                      <a:pt x="11" y="194"/>
                    </a:cubicBezTo>
                    <a:cubicBezTo>
                      <a:pt x="11" y="195"/>
                      <a:pt x="8" y="196"/>
                      <a:pt x="8" y="196"/>
                    </a:cubicBezTo>
                    <a:cubicBezTo>
                      <a:pt x="10" y="197"/>
                      <a:pt x="10" y="196"/>
                      <a:pt x="11" y="198"/>
                    </a:cubicBezTo>
                    <a:cubicBezTo>
                      <a:pt x="12" y="200"/>
                      <a:pt x="14" y="195"/>
                      <a:pt x="13" y="195"/>
                    </a:cubicBezTo>
                    <a:cubicBezTo>
                      <a:pt x="14" y="195"/>
                      <a:pt x="14" y="196"/>
                      <a:pt x="15" y="197"/>
                    </a:cubicBezTo>
                    <a:cubicBezTo>
                      <a:pt x="15" y="197"/>
                      <a:pt x="15" y="195"/>
                      <a:pt x="15" y="195"/>
                    </a:cubicBezTo>
                    <a:cubicBezTo>
                      <a:pt x="15" y="195"/>
                      <a:pt x="15" y="197"/>
                      <a:pt x="15" y="197"/>
                    </a:cubicBezTo>
                    <a:cubicBezTo>
                      <a:pt x="16" y="196"/>
                      <a:pt x="16" y="195"/>
                      <a:pt x="16" y="196"/>
                    </a:cubicBezTo>
                    <a:cubicBezTo>
                      <a:pt x="17" y="196"/>
                      <a:pt x="16" y="198"/>
                      <a:pt x="16" y="198"/>
                    </a:cubicBezTo>
                    <a:cubicBezTo>
                      <a:pt x="15" y="199"/>
                      <a:pt x="17" y="199"/>
                      <a:pt x="16" y="200"/>
                    </a:cubicBezTo>
                    <a:cubicBezTo>
                      <a:pt x="15" y="202"/>
                      <a:pt x="17" y="201"/>
                      <a:pt x="18" y="202"/>
                    </a:cubicBezTo>
                    <a:cubicBezTo>
                      <a:pt x="21" y="202"/>
                      <a:pt x="24" y="204"/>
                      <a:pt x="21" y="206"/>
                    </a:cubicBezTo>
                    <a:cubicBezTo>
                      <a:pt x="20" y="207"/>
                      <a:pt x="17" y="206"/>
                      <a:pt x="16" y="207"/>
                    </a:cubicBezTo>
                    <a:cubicBezTo>
                      <a:pt x="15" y="209"/>
                      <a:pt x="18" y="208"/>
                      <a:pt x="19" y="209"/>
                    </a:cubicBezTo>
                    <a:cubicBezTo>
                      <a:pt x="18" y="209"/>
                      <a:pt x="18" y="209"/>
                      <a:pt x="18" y="209"/>
                    </a:cubicBezTo>
                    <a:cubicBezTo>
                      <a:pt x="18" y="209"/>
                      <a:pt x="22" y="212"/>
                      <a:pt x="24" y="210"/>
                    </a:cubicBezTo>
                    <a:cubicBezTo>
                      <a:pt x="25" y="208"/>
                      <a:pt x="23" y="206"/>
                      <a:pt x="25" y="204"/>
                    </a:cubicBezTo>
                    <a:cubicBezTo>
                      <a:pt x="26" y="202"/>
                      <a:pt x="29" y="202"/>
                      <a:pt x="30" y="202"/>
                    </a:cubicBezTo>
                    <a:cubicBezTo>
                      <a:pt x="35" y="199"/>
                      <a:pt x="28" y="199"/>
                      <a:pt x="26" y="199"/>
                    </a:cubicBezTo>
                    <a:cubicBezTo>
                      <a:pt x="24" y="199"/>
                      <a:pt x="21" y="199"/>
                      <a:pt x="19" y="198"/>
                    </a:cubicBezTo>
                    <a:cubicBezTo>
                      <a:pt x="17" y="196"/>
                      <a:pt x="17" y="196"/>
                      <a:pt x="17" y="192"/>
                    </a:cubicBezTo>
                    <a:cubicBezTo>
                      <a:pt x="17" y="188"/>
                      <a:pt x="16" y="191"/>
                      <a:pt x="13" y="189"/>
                    </a:cubicBezTo>
                    <a:cubicBezTo>
                      <a:pt x="12" y="189"/>
                      <a:pt x="12" y="186"/>
                      <a:pt x="12" y="185"/>
                    </a:cubicBezTo>
                    <a:cubicBezTo>
                      <a:pt x="11" y="183"/>
                      <a:pt x="11" y="180"/>
                      <a:pt x="13" y="179"/>
                    </a:cubicBezTo>
                    <a:cubicBezTo>
                      <a:pt x="14" y="178"/>
                      <a:pt x="14" y="178"/>
                      <a:pt x="15" y="177"/>
                    </a:cubicBezTo>
                    <a:cubicBezTo>
                      <a:pt x="15" y="176"/>
                      <a:pt x="16" y="175"/>
                      <a:pt x="17" y="175"/>
                    </a:cubicBezTo>
                    <a:cubicBezTo>
                      <a:pt x="18" y="174"/>
                      <a:pt x="16" y="171"/>
                      <a:pt x="17" y="169"/>
                    </a:cubicBezTo>
                    <a:cubicBezTo>
                      <a:pt x="17" y="168"/>
                      <a:pt x="19" y="167"/>
                      <a:pt x="20" y="165"/>
                    </a:cubicBezTo>
                    <a:cubicBezTo>
                      <a:pt x="20" y="163"/>
                      <a:pt x="20" y="160"/>
                      <a:pt x="21" y="158"/>
                    </a:cubicBezTo>
                    <a:cubicBezTo>
                      <a:pt x="21" y="156"/>
                      <a:pt x="23" y="156"/>
                      <a:pt x="21" y="154"/>
                    </a:cubicBezTo>
                    <a:cubicBezTo>
                      <a:pt x="20" y="153"/>
                      <a:pt x="17" y="153"/>
                      <a:pt x="21" y="152"/>
                    </a:cubicBezTo>
                    <a:cubicBezTo>
                      <a:pt x="26" y="151"/>
                      <a:pt x="20" y="151"/>
                      <a:pt x="19" y="149"/>
                    </a:cubicBezTo>
                    <a:cubicBezTo>
                      <a:pt x="19" y="146"/>
                      <a:pt x="19" y="142"/>
                      <a:pt x="19" y="140"/>
                    </a:cubicBezTo>
                    <a:cubicBezTo>
                      <a:pt x="19" y="136"/>
                      <a:pt x="19" y="131"/>
                      <a:pt x="19" y="127"/>
                    </a:cubicBezTo>
                    <a:cubicBezTo>
                      <a:pt x="20" y="124"/>
                      <a:pt x="21" y="119"/>
                      <a:pt x="23" y="117"/>
                    </a:cubicBezTo>
                    <a:cubicBezTo>
                      <a:pt x="26" y="114"/>
                      <a:pt x="23" y="109"/>
                      <a:pt x="23" y="106"/>
                    </a:cubicBezTo>
                    <a:cubicBezTo>
                      <a:pt x="23" y="104"/>
                      <a:pt x="24" y="103"/>
                      <a:pt x="26" y="102"/>
                    </a:cubicBezTo>
                    <a:cubicBezTo>
                      <a:pt x="28" y="100"/>
                      <a:pt x="27" y="99"/>
                      <a:pt x="27" y="96"/>
                    </a:cubicBezTo>
                    <a:cubicBezTo>
                      <a:pt x="27" y="92"/>
                      <a:pt x="30" y="89"/>
                      <a:pt x="29" y="85"/>
                    </a:cubicBezTo>
                    <a:cubicBezTo>
                      <a:pt x="29" y="82"/>
                      <a:pt x="28" y="79"/>
                      <a:pt x="27" y="76"/>
                    </a:cubicBezTo>
                    <a:cubicBezTo>
                      <a:pt x="27" y="75"/>
                      <a:pt x="26" y="74"/>
                      <a:pt x="27" y="73"/>
                    </a:cubicBezTo>
                    <a:cubicBezTo>
                      <a:pt x="28" y="72"/>
                      <a:pt x="29" y="68"/>
                      <a:pt x="29" y="67"/>
                    </a:cubicBezTo>
                    <a:cubicBezTo>
                      <a:pt x="29" y="66"/>
                      <a:pt x="28" y="64"/>
                      <a:pt x="30" y="62"/>
                    </a:cubicBezTo>
                    <a:cubicBezTo>
                      <a:pt x="31" y="61"/>
                      <a:pt x="30" y="59"/>
                      <a:pt x="31" y="58"/>
                    </a:cubicBezTo>
                    <a:cubicBezTo>
                      <a:pt x="31" y="56"/>
                      <a:pt x="33" y="55"/>
                      <a:pt x="34" y="54"/>
                    </a:cubicBezTo>
                    <a:cubicBezTo>
                      <a:pt x="34" y="53"/>
                      <a:pt x="37" y="50"/>
                      <a:pt x="37" y="49"/>
                    </a:cubicBezTo>
                    <a:cubicBezTo>
                      <a:pt x="37" y="48"/>
                      <a:pt x="36" y="46"/>
                      <a:pt x="36" y="44"/>
                    </a:cubicBezTo>
                    <a:cubicBezTo>
                      <a:pt x="36" y="42"/>
                      <a:pt x="36" y="41"/>
                      <a:pt x="36" y="39"/>
                    </a:cubicBezTo>
                    <a:cubicBezTo>
                      <a:pt x="36" y="36"/>
                      <a:pt x="37" y="36"/>
                      <a:pt x="40" y="35"/>
                    </a:cubicBezTo>
                    <a:cubicBezTo>
                      <a:pt x="44" y="34"/>
                      <a:pt x="44" y="32"/>
                      <a:pt x="44" y="28"/>
                    </a:cubicBezTo>
                    <a:cubicBezTo>
                      <a:pt x="43" y="29"/>
                      <a:pt x="41" y="29"/>
                      <a:pt x="40" y="28"/>
                    </a:cubicBezTo>
                    <a:cubicBezTo>
                      <a:pt x="40" y="28"/>
                      <a:pt x="40" y="29"/>
                      <a:pt x="40" y="2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0" name="Freeform 626">
                <a:extLst>
                  <a:ext uri="{FF2B5EF4-FFF2-40B4-BE49-F238E27FC236}">
                    <a16:creationId xmlns:a16="http://schemas.microsoft.com/office/drawing/2014/main" id="{0E82EB13-1F23-97AA-765B-5894CAC336DD}"/>
                  </a:ext>
                </a:extLst>
              </p:cNvPr>
              <p:cNvSpPr>
                <a:spLocks/>
              </p:cNvSpPr>
              <p:nvPr/>
            </p:nvSpPr>
            <p:spPr bwMode="auto">
              <a:xfrm>
                <a:off x="8435859" y="9485418"/>
                <a:ext cx="598727" cy="653038"/>
              </a:xfrm>
              <a:custGeom>
                <a:avLst/>
                <a:gdLst>
                  <a:gd name="T0" fmla="*/ 61 w 64"/>
                  <a:gd name="T1" fmla="*/ 42 h 70"/>
                  <a:gd name="T2" fmla="*/ 58 w 64"/>
                  <a:gd name="T3" fmla="*/ 35 h 70"/>
                  <a:gd name="T4" fmla="*/ 50 w 64"/>
                  <a:gd name="T5" fmla="*/ 35 h 70"/>
                  <a:gd name="T6" fmla="*/ 49 w 64"/>
                  <a:gd name="T7" fmla="*/ 33 h 70"/>
                  <a:gd name="T8" fmla="*/ 47 w 64"/>
                  <a:gd name="T9" fmla="*/ 30 h 70"/>
                  <a:gd name="T10" fmla="*/ 48 w 64"/>
                  <a:gd name="T11" fmla="*/ 28 h 70"/>
                  <a:gd name="T12" fmla="*/ 47 w 64"/>
                  <a:gd name="T13" fmla="*/ 26 h 70"/>
                  <a:gd name="T14" fmla="*/ 47 w 64"/>
                  <a:gd name="T15" fmla="*/ 23 h 70"/>
                  <a:gd name="T16" fmla="*/ 41 w 64"/>
                  <a:gd name="T17" fmla="*/ 21 h 70"/>
                  <a:gd name="T18" fmla="*/ 37 w 64"/>
                  <a:gd name="T19" fmla="*/ 18 h 70"/>
                  <a:gd name="T20" fmla="*/ 33 w 64"/>
                  <a:gd name="T21" fmla="*/ 16 h 70"/>
                  <a:gd name="T22" fmla="*/ 29 w 64"/>
                  <a:gd name="T23" fmla="*/ 16 h 70"/>
                  <a:gd name="T24" fmla="*/ 23 w 64"/>
                  <a:gd name="T25" fmla="*/ 9 h 70"/>
                  <a:gd name="T26" fmla="*/ 23 w 64"/>
                  <a:gd name="T27" fmla="*/ 6 h 70"/>
                  <a:gd name="T28" fmla="*/ 23 w 64"/>
                  <a:gd name="T29" fmla="*/ 4 h 70"/>
                  <a:gd name="T30" fmla="*/ 18 w 64"/>
                  <a:gd name="T31" fmla="*/ 3 h 70"/>
                  <a:gd name="T32" fmla="*/ 10 w 64"/>
                  <a:gd name="T33" fmla="*/ 6 h 70"/>
                  <a:gd name="T34" fmla="*/ 7 w 64"/>
                  <a:gd name="T35" fmla="*/ 9 h 70"/>
                  <a:gd name="T36" fmla="*/ 2 w 64"/>
                  <a:gd name="T37" fmla="*/ 8 h 70"/>
                  <a:gd name="T38" fmla="*/ 6 w 64"/>
                  <a:gd name="T39" fmla="*/ 16 h 70"/>
                  <a:gd name="T40" fmla="*/ 5 w 64"/>
                  <a:gd name="T41" fmla="*/ 23 h 70"/>
                  <a:gd name="T42" fmla="*/ 4 w 64"/>
                  <a:gd name="T43" fmla="*/ 27 h 70"/>
                  <a:gd name="T44" fmla="*/ 3 w 64"/>
                  <a:gd name="T45" fmla="*/ 31 h 70"/>
                  <a:gd name="T46" fmla="*/ 5 w 64"/>
                  <a:gd name="T47" fmla="*/ 35 h 70"/>
                  <a:gd name="T48" fmla="*/ 3 w 64"/>
                  <a:gd name="T49" fmla="*/ 38 h 70"/>
                  <a:gd name="T50" fmla="*/ 4 w 64"/>
                  <a:gd name="T51" fmla="*/ 46 h 70"/>
                  <a:gd name="T52" fmla="*/ 4 w 64"/>
                  <a:gd name="T53" fmla="*/ 49 h 70"/>
                  <a:gd name="T54" fmla="*/ 7 w 64"/>
                  <a:gd name="T55" fmla="*/ 52 h 70"/>
                  <a:gd name="T56" fmla="*/ 7 w 64"/>
                  <a:gd name="T57" fmla="*/ 54 h 70"/>
                  <a:gd name="T58" fmla="*/ 6 w 64"/>
                  <a:gd name="T59" fmla="*/ 56 h 70"/>
                  <a:gd name="T60" fmla="*/ 9 w 64"/>
                  <a:gd name="T61" fmla="*/ 63 h 70"/>
                  <a:gd name="T62" fmla="*/ 13 w 64"/>
                  <a:gd name="T63" fmla="*/ 69 h 70"/>
                  <a:gd name="T64" fmla="*/ 14 w 64"/>
                  <a:gd name="T65" fmla="*/ 67 h 70"/>
                  <a:gd name="T66" fmla="*/ 17 w 64"/>
                  <a:gd name="T67" fmla="*/ 65 h 70"/>
                  <a:gd name="T68" fmla="*/ 20 w 64"/>
                  <a:gd name="T69" fmla="*/ 65 h 70"/>
                  <a:gd name="T70" fmla="*/ 25 w 64"/>
                  <a:gd name="T71" fmla="*/ 65 h 70"/>
                  <a:gd name="T72" fmla="*/ 28 w 64"/>
                  <a:gd name="T73" fmla="*/ 68 h 70"/>
                  <a:gd name="T74" fmla="*/ 31 w 64"/>
                  <a:gd name="T75" fmla="*/ 65 h 70"/>
                  <a:gd name="T76" fmla="*/ 37 w 64"/>
                  <a:gd name="T77" fmla="*/ 64 h 70"/>
                  <a:gd name="T78" fmla="*/ 44 w 64"/>
                  <a:gd name="T79" fmla="*/ 52 h 70"/>
                  <a:gd name="T80" fmla="*/ 52 w 64"/>
                  <a:gd name="T81" fmla="*/ 51 h 70"/>
                  <a:gd name="T82" fmla="*/ 59 w 64"/>
                  <a:gd name="T83" fmla="*/ 54 h 70"/>
                  <a:gd name="T84" fmla="*/ 61 w 64"/>
                  <a:gd name="T85" fmla="*/ 42 h 70"/>
                  <a:gd name="T86" fmla="*/ 61 w 64"/>
                  <a:gd name="T87" fmla="*/ 4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 h="70">
                    <a:moveTo>
                      <a:pt x="61" y="42"/>
                    </a:moveTo>
                    <a:cubicBezTo>
                      <a:pt x="57" y="40"/>
                      <a:pt x="58" y="39"/>
                      <a:pt x="58" y="35"/>
                    </a:cubicBezTo>
                    <a:cubicBezTo>
                      <a:pt x="55" y="35"/>
                      <a:pt x="52" y="35"/>
                      <a:pt x="50" y="35"/>
                    </a:cubicBezTo>
                    <a:cubicBezTo>
                      <a:pt x="48" y="35"/>
                      <a:pt x="49" y="34"/>
                      <a:pt x="49" y="33"/>
                    </a:cubicBezTo>
                    <a:cubicBezTo>
                      <a:pt x="49" y="32"/>
                      <a:pt x="48" y="30"/>
                      <a:pt x="47" y="30"/>
                    </a:cubicBezTo>
                    <a:cubicBezTo>
                      <a:pt x="47" y="29"/>
                      <a:pt x="48" y="29"/>
                      <a:pt x="48" y="28"/>
                    </a:cubicBezTo>
                    <a:cubicBezTo>
                      <a:pt x="49" y="27"/>
                      <a:pt x="48" y="26"/>
                      <a:pt x="47" y="26"/>
                    </a:cubicBezTo>
                    <a:cubicBezTo>
                      <a:pt x="47" y="25"/>
                      <a:pt x="48" y="24"/>
                      <a:pt x="47" y="23"/>
                    </a:cubicBezTo>
                    <a:cubicBezTo>
                      <a:pt x="45" y="21"/>
                      <a:pt x="43" y="21"/>
                      <a:pt x="41" y="21"/>
                    </a:cubicBezTo>
                    <a:cubicBezTo>
                      <a:pt x="40" y="21"/>
                      <a:pt x="38" y="19"/>
                      <a:pt x="37" y="18"/>
                    </a:cubicBezTo>
                    <a:cubicBezTo>
                      <a:pt x="35" y="18"/>
                      <a:pt x="34" y="16"/>
                      <a:pt x="33" y="16"/>
                    </a:cubicBezTo>
                    <a:cubicBezTo>
                      <a:pt x="31" y="16"/>
                      <a:pt x="30" y="16"/>
                      <a:pt x="29" y="16"/>
                    </a:cubicBezTo>
                    <a:cubicBezTo>
                      <a:pt x="27" y="16"/>
                      <a:pt x="23" y="11"/>
                      <a:pt x="23" y="9"/>
                    </a:cubicBezTo>
                    <a:cubicBezTo>
                      <a:pt x="23" y="8"/>
                      <a:pt x="23" y="7"/>
                      <a:pt x="23" y="6"/>
                    </a:cubicBezTo>
                    <a:cubicBezTo>
                      <a:pt x="23" y="5"/>
                      <a:pt x="23" y="5"/>
                      <a:pt x="23" y="4"/>
                    </a:cubicBezTo>
                    <a:cubicBezTo>
                      <a:pt x="23" y="0"/>
                      <a:pt x="21" y="2"/>
                      <a:pt x="18" y="3"/>
                    </a:cubicBezTo>
                    <a:cubicBezTo>
                      <a:pt x="15" y="3"/>
                      <a:pt x="13" y="6"/>
                      <a:pt x="10" y="6"/>
                    </a:cubicBezTo>
                    <a:cubicBezTo>
                      <a:pt x="8" y="6"/>
                      <a:pt x="8" y="8"/>
                      <a:pt x="7" y="9"/>
                    </a:cubicBezTo>
                    <a:cubicBezTo>
                      <a:pt x="6" y="9"/>
                      <a:pt x="3" y="8"/>
                      <a:pt x="2" y="8"/>
                    </a:cubicBezTo>
                    <a:cubicBezTo>
                      <a:pt x="4" y="9"/>
                      <a:pt x="5" y="14"/>
                      <a:pt x="6" y="16"/>
                    </a:cubicBezTo>
                    <a:cubicBezTo>
                      <a:pt x="4" y="17"/>
                      <a:pt x="5" y="21"/>
                      <a:pt x="5" y="23"/>
                    </a:cubicBezTo>
                    <a:cubicBezTo>
                      <a:pt x="5" y="25"/>
                      <a:pt x="5" y="26"/>
                      <a:pt x="4" y="27"/>
                    </a:cubicBezTo>
                    <a:cubicBezTo>
                      <a:pt x="3" y="28"/>
                      <a:pt x="3" y="30"/>
                      <a:pt x="3" y="31"/>
                    </a:cubicBezTo>
                    <a:cubicBezTo>
                      <a:pt x="2" y="33"/>
                      <a:pt x="5" y="33"/>
                      <a:pt x="5" y="35"/>
                    </a:cubicBezTo>
                    <a:cubicBezTo>
                      <a:pt x="5" y="36"/>
                      <a:pt x="3" y="37"/>
                      <a:pt x="3" y="38"/>
                    </a:cubicBezTo>
                    <a:cubicBezTo>
                      <a:pt x="0" y="41"/>
                      <a:pt x="4" y="42"/>
                      <a:pt x="4" y="46"/>
                    </a:cubicBezTo>
                    <a:cubicBezTo>
                      <a:pt x="4" y="47"/>
                      <a:pt x="4" y="48"/>
                      <a:pt x="4" y="49"/>
                    </a:cubicBezTo>
                    <a:cubicBezTo>
                      <a:pt x="5" y="50"/>
                      <a:pt x="6" y="51"/>
                      <a:pt x="7" y="52"/>
                    </a:cubicBezTo>
                    <a:cubicBezTo>
                      <a:pt x="7" y="53"/>
                      <a:pt x="5" y="53"/>
                      <a:pt x="7" y="54"/>
                    </a:cubicBezTo>
                    <a:cubicBezTo>
                      <a:pt x="7" y="54"/>
                      <a:pt x="6" y="56"/>
                      <a:pt x="6" y="56"/>
                    </a:cubicBezTo>
                    <a:cubicBezTo>
                      <a:pt x="6" y="59"/>
                      <a:pt x="9" y="61"/>
                      <a:pt x="9" y="63"/>
                    </a:cubicBezTo>
                    <a:cubicBezTo>
                      <a:pt x="10" y="66"/>
                      <a:pt x="8" y="69"/>
                      <a:pt x="13" y="69"/>
                    </a:cubicBezTo>
                    <a:cubicBezTo>
                      <a:pt x="14" y="70"/>
                      <a:pt x="14" y="68"/>
                      <a:pt x="14" y="67"/>
                    </a:cubicBezTo>
                    <a:cubicBezTo>
                      <a:pt x="14" y="66"/>
                      <a:pt x="16" y="65"/>
                      <a:pt x="17" y="65"/>
                    </a:cubicBezTo>
                    <a:cubicBezTo>
                      <a:pt x="18" y="64"/>
                      <a:pt x="19" y="63"/>
                      <a:pt x="20" y="65"/>
                    </a:cubicBezTo>
                    <a:cubicBezTo>
                      <a:pt x="22" y="66"/>
                      <a:pt x="24" y="65"/>
                      <a:pt x="25" y="65"/>
                    </a:cubicBezTo>
                    <a:cubicBezTo>
                      <a:pt x="27" y="65"/>
                      <a:pt x="27" y="68"/>
                      <a:pt x="28" y="68"/>
                    </a:cubicBezTo>
                    <a:cubicBezTo>
                      <a:pt x="29" y="68"/>
                      <a:pt x="30" y="66"/>
                      <a:pt x="31" y="65"/>
                    </a:cubicBezTo>
                    <a:cubicBezTo>
                      <a:pt x="32" y="63"/>
                      <a:pt x="36" y="66"/>
                      <a:pt x="37" y="64"/>
                    </a:cubicBezTo>
                    <a:cubicBezTo>
                      <a:pt x="39" y="59"/>
                      <a:pt x="38" y="54"/>
                      <a:pt x="44" y="52"/>
                    </a:cubicBezTo>
                    <a:cubicBezTo>
                      <a:pt x="46" y="51"/>
                      <a:pt x="49" y="51"/>
                      <a:pt x="52" y="51"/>
                    </a:cubicBezTo>
                    <a:cubicBezTo>
                      <a:pt x="55" y="51"/>
                      <a:pt x="57" y="52"/>
                      <a:pt x="59" y="54"/>
                    </a:cubicBezTo>
                    <a:cubicBezTo>
                      <a:pt x="60" y="51"/>
                      <a:pt x="64" y="43"/>
                      <a:pt x="61" y="42"/>
                    </a:cubicBezTo>
                    <a:cubicBezTo>
                      <a:pt x="60" y="41"/>
                      <a:pt x="62" y="42"/>
                      <a:pt x="61" y="4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1" name="Freeform 627">
                <a:extLst>
                  <a:ext uri="{FF2B5EF4-FFF2-40B4-BE49-F238E27FC236}">
                    <a16:creationId xmlns:a16="http://schemas.microsoft.com/office/drawing/2014/main" id="{7739C4C6-A09B-8CDB-104C-D20FF9B816B3}"/>
                  </a:ext>
                </a:extLst>
              </p:cNvPr>
              <p:cNvSpPr>
                <a:spLocks/>
              </p:cNvSpPr>
              <p:nvPr/>
            </p:nvSpPr>
            <p:spPr bwMode="auto">
              <a:xfrm>
                <a:off x="8773441" y="9950508"/>
                <a:ext cx="420383" cy="414121"/>
              </a:xfrm>
              <a:custGeom>
                <a:avLst/>
                <a:gdLst>
                  <a:gd name="T0" fmla="*/ 40 w 45"/>
                  <a:gd name="T1" fmla="*/ 24 h 44"/>
                  <a:gd name="T2" fmla="*/ 36 w 45"/>
                  <a:gd name="T3" fmla="*/ 24 h 44"/>
                  <a:gd name="T4" fmla="*/ 36 w 45"/>
                  <a:gd name="T5" fmla="*/ 20 h 44"/>
                  <a:gd name="T6" fmla="*/ 34 w 45"/>
                  <a:gd name="T7" fmla="*/ 17 h 44"/>
                  <a:gd name="T8" fmla="*/ 29 w 45"/>
                  <a:gd name="T9" fmla="*/ 16 h 44"/>
                  <a:gd name="T10" fmla="*/ 25 w 45"/>
                  <a:gd name="T11" fmla="*/ 15 h 44"/>
                  <a:gd name="T12" fmla="*/ 25 w 45"/>
                  <a:gd name="T13" fmla="*/ 12 h 44"/>
                  <a:gd name="T14" fmla="*/ 24 w 45"/>
                  <a:gd name="T15" fmla="*/ 7 h 44"/>
                  <a:gd name="T16" fmla="*/ 21 w 45"/>
                  <a:gd name="T17" fmla="*/ 3 h 44"/>
                  <a:gd name="T18" fmla="*/ 14 w 45"/>
                  <a:gd name="T19" fmla="*/ 1 h 44"/>
                  <a:gd name="T20" fmla="*/ 5 w 45"/>
                  <a:gd name="T21" fmla="*/ 3 h 44"/>
                  <a:gd name="T22" fmla="*/ 2 w 45"/>
                  <a:gd name="T23" fmla="*/ 11 h 44"/>
                  <a:gd name="T24" fmla="*/ 1 w 45"/>
                  <a:gd name="T25" fmla="*/ 14 h 44"/>
                  <a:gd name="T26" fmla="*/ 2 w 45"/>
                  <a:gd name="T27" fmla="*/ 17 h 44"/>
                  <a:gd name="T28" fmla="*/ 9 w 45"/>
                  <a:gd name="T29" fmla="*/ 24 h 44"/>
                  <a:gd name="T30" fmla="*/ 13 w 45"/>
                  <a:gd name="T31" fmla="*/ 25 h 44"/>
                  <a:gd name="T32" fmla="*/ 17 w 45"/>
                  <a:gd name="T33" fmla="*/ 27 h 44"/>
                  <a:gd name="T34" fmla="*/ 25 w 45"/>
                  <a:gd name="T35" fmla="*/ 35 h 44"/>
                  <a:gd name="T36" fmla="*/ 22 w 45"/>
                  <a:gd name="T37" fmla="*/ 39 h 44"/>
                  <a:gd name="T38" fmla="*/ 20 w 45"/>
                  <a:gd name="T39" fmla="*/ 42 h 44"/>
                  <a:gd name="T40" fmla="*/ 28 w 45"/>
                  <a:gd name="T41" fmla="*/ 44 h 44"/>
                  <a:gd name="T42" fmla="*/ 32 w 45"/>
                  <a:gd name="T43" fmla="*/ 43 h 44"/>
                  <a:gd name="T44" fmla="*/ 37 w 45"/>
                  <a:gd name="T45" fmla="*/ 42 h 44"/>
                  <a:gd name="T46" fmla="*/ 40 w 45"/>
                  <a:gd name="T47" fmla="*/ 39 h 44"/>
                  <a:gd name="T48" fmla="*/ 41 w 45"/>
                  <a:gd name="T49" fmla="*/ 34 h 44"/>
                  <a:gd name="T50" fmla="*/ 40 w 45"/>
                  <a:gd name="T51" fmla="*/ 24 h 44"/>
                  <a:gd name="T52" fmla="*/ 40 w 45"/>
                  <a:gd name="T53"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 h="44">
                    <a:moveTo>
                      <a:pt x="40" y="24"/>
                    </a:moveTo>
                    <a:cubicBezTo>
                      <a:pt x="39" y="25"/>
                      <a:pt x="37" y="26"/>
                      <a:pt x="36" y="24"/>
                    </a:cubicBezTo>
                    <a:cubicBezTo>
                      <a:pt x="35" y="23"/>
                      <a:pt x="37" y="22"/>
                      <a:pt x="36" y="20"/>
                    </a:cubicBezTo>
                    <a:cubicBezTo>
                      <a:pt x="35" y="19"/>
                      <a:pt x="35" y="18"/>
                      <a:pt x="34" y="17"/>
                    </a:cubicBezTo>
                    <a:cubicBezTo>
                      <a:pt x="31" y="15"/>
                      <a:pt x="31" y="17"/>
                      <a:pt x="29" y="16"/>
                    </a:cubicBezTo>
                    <a:cubicBezTo>
                      <a:pt x="28" y="16"/>
                      <a:pt x="27" y="16"/>
                      <a:pt x="25" y="15"/>
                    </a:cubicBezTo>
                    <a:cubicBezTo>
                      <a:pt x="23" y="15"/>
                      <a:pt x="24" y="13"/>
                      <a:pt x="25" y="12"/>
                    </a:cubicBezTo>
                    <a:cubicBezTo>
                      <a:pt x="25" y="10"/>
                      <a:pt x="24" y="8"/>
                      <a:pt x="24" y="7"/>
                    </a:cubicBezTo>
                    <a:cubicBezTo>
                      <a:pt x="23" y="4"/>
                      <a:pt x="24" y="4"/>
                      <a:pt x="21" y="3"/>
                    </a:cubicBezTo>
                    <a:cubicBezTo>
                      <a:pt x="19" y="1"/>
                      <a:pt x="18" y="0"/>
                      <a:pt x="14" y="1"/>
                    </a:cubicBezTo>
                    <a:cubicBezTo>
                      <a:pt x="11" y="1"/>
                      <a:pt x="7" y="2"/>
                      <a:pt x="5" y="3"/>
                    </a:cubicBezTo>
                    <a:cubicBezTo>
                      <a:pt x="2" y="6"/>
                      <a:pt x="3" y="8"/>
                      <a:pt x="2" y="11"/>
                    </a:cubicBezTo>
                    <a:cubicBezTo>
                      <a:pt x="2" y="12"/>
                      <a:pt x="1" y="13"/>
                      <a:pt x="1" y="14"/>
                    </a:cubicBezTo>
                    <a:cubicBezTo>
                      <a:pt x="0" y="15"/>
                      <a:pt x="1" y="15"/>
                      <a:pt x="2" y="17"/>
                    </a:cubicBezTo>
                    <a:cubicBezTo>
                      <a:pt x="4" y="20"/>
                      <a:pt x="6" y="21"/>
                      <a:pt x="9" y="24"/>
                    </a:cubicBezTo>
                    <a:cubicBezTo>
                      <a:pt x="10" y="25"/>
                      <a:pt x="12" y="25"/>
                      <a:pt x="13" y="25"/>
                    </a:cubicBezTo>
                    <a:cubicBezTo>
                      <a:pt x="15" y="25"/>
                      <a:pt x="16" y="26"/>
                      <a:pt x="17" y="27"/>
                    </a:cubicBezTo>
                    <a:cubicBezTo>
                      <a:pt x="19" y="28"/>
                      <a:pt x="27" y="31"/>
                      <a:pt x="25" y="35"/>
                    </a:cubicBezTo>
                    <a:cubicBezTo>
                      <a:pt x="24" y="36"/>
                      <a:pt x="22" y="37"/>
                      <a:pt x="22" y="39"/>
                    </a:cubicBezTo>
                    <a:cubicBezTo>
                      <a:pt x="22" y="41"/>
                      <a:pt x="22" y="41"/>
                      <a:pt x="20" y="42"/>
                    </a:cubicBezTo>
                    <a:cubicBezTo>
                      <a:pt x="19" y="44"/>
                      <a:pt x="27" y="43"/>
                      <a:pt x="28" y="44"/>
                    </a:cubicBezTo>
                    <a:cubicBezTo>
                      <a:pt x="30" y="44"/>
                      <a:pt x="30" y="44"/>
                      <a:pt x="32" y="43"/>
                    </a:cubicBezTo>
                    <a:cubicBezTo>
                      <a:pt x="33" y="41"/>
                      <a:pt x="36" y="43"/>
                      <a:pt x="37" y="42"/>
                    </a:cubicBezTo>
                    <a:cubicBezTo>
                      <a:pt x="38" y="41"/>
                      <a:pt x="39" y="40"/>
                      <a:pt x="40" y="39"/>
                    </a:cubicBezTo>
                    <a:cubicBezTo>
                      <a:pt x="41" y="37"/>
                      <a:pt x="40" y="35"/>
                      <a:pt x="41" y="34"/>
                    </a:cubicBezTo>
                    <a:cubicBezTo>
                      <a:pt x="41" y="32"/>
                      <a:pt x="45" y="24"/>
                      <a:pt x="40" y="24"/>
                    </a:cubicBezTo>
                    <a:cubicBezTo>
                      <a:pt x="40" y="25"/>
                      <a:pt x="41" y="24"/>
                      <a:pt x="40" y="2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2" name="Freeform 628">
                <a:extLst>
                  <a:ext uri="{FF2B5EF4-FFF2-40B4-BE49-F238E27FC236}">
                    <a16:creationId xmlns:a16="http://schemas.microsoft.com/office/drawing/2014/main" id="{8254898D-34AC-7AF9-FEDB-60422DC11071}"/>
                  </a:ext>
                </a:extLst>
              </p:cNvPr>
              <p:cNvSpPr>
                <a:spLocks noEditPoints="1"/>
              </p:cNvSpPr>
              <p:nvPr/>
            </p:nvSpPr>
            <p:spPr bwMode="auto">
              <a:xfrm>
                <a:off x="8241593" y="8800526"/>
                <a:ext cx="1856688" cy="1882659"/>
              </a:xfrm>
              <a:custGeom>
                <a:avLst/>
                <a:gdLst>
                  <a:gd name="T0" fmla="*/ 188 w 199"/>
                  <a:gd name="T1" fmla="*/ 51 h 201"/>
                  <a:gd name="T2" fmla="*/ 165 w 199"/>
                  <a:gd name="T3" fmla="*/ 41 h 201"/>
                  <a:gd name="T4" fmla="*/ 135 w 199"/>
                  <a:gd name="T5" fmla="*/ 30 h 201"/>
                  <a:gd name="T6" fmla="*/ 122 w 199"/>
                  <a:gd name="T7" fmla="*/ 36 h 201"/>
                  <a:gd name="T8" fmla="*/ 116 w 199"/>
                  <a:gd name="T9" fmla="*/ 29 h 201"/>
                  <a:gd name="T10" fmla="*/ 111 w 199"/>
                  <a:gd name="T11" fmla="*/ 33 h 201"/>
                  <a:gd name="T12" fmla="*/ 120 w 199"/>
                  <a:gd name="T13" fmla="*/ 23 h 201"/>
                  <a:gd name="T14" fmla="*/ 116 w 199"/>
                  <a:gd name="T15" fmla="*/ 8 h 201"/>
                  <a:gd name="T16" fmla="*/ 105 w 199"/>
                  <a:gd name="T17" fmla="*/ 15 h 201"/>
                  <a:gd name="T18" fmla="*/ 93 w 199"/>
                  <a:gd name="T19" fmla="*/ 14 h 201"/>
                  <a:gd name="T20" fmla="*/ 77 w 199"/>
                  <a:gd name="T21" fmla="*/ 19 h 201"/>
                  <a:gd name="T22" fmla="*/ 69 w 199"/>
                  <a:gd name="T23" fmla="*/ 1 h 201"/>
                  <a:gd name="T24" fmla="*/ 56 w 199"/>
                  <a:gd name="T25" fmla="*/ 7 h 201"/>
                  <a:gd name="T26" fmla="*/ 50 w 199"/>
                  <a:gd name="T27" fmla="*/ 11 h 201"/>
                  <a:gd name="T28" fmla="*/ 51 w 199"/>
                  <a:gd name="T29" fmla="*/ 16 h 201"/>
                  <a:gd name="T30" fmla="*/ 41 w 199"/>
                  <a:gd name="T31" fmla="*/ 22 h 201"/>
                  <a:gd name="T32" fmla="*/ 27 w 199"/>
                  <a:gd name="T33" fmla="*/ 18 h 201"/>
                  <a:gd name="T34" fmla="*/ 25 w 199"/>
                  <a:gd name="T35" fmla="*/ 21 h 201"/>
                  <a:gd name="T36" fmla="*/ 22 w 199"/>
                  <a:gd name="T37" fmla="*/ 39 h 201"/>
                  <a:gd name="T38" fmla="*/ 10 w 199"/>
                  <a:gd name="T39" fmla="*/ 49 h 201"/>
                  <a:gd name="T40" fmla="*/ 2 w 199"/>
                  <a:gd name="T41" fmla="*/ 66 h 201"/>
                  <a:gd name="T42" fmla="*/ 9 w 199"/>
                  <a:gd name="T43" fmla="*/ 75 h 201"/>
                  <a:gd name="T44" fmla="*/ 24 w 199"/>
                  <a:gd name="T45" fmla="*/ 81 h 201"/>
                  <a:gd name="T46" fmla="*/ 39 w 199"/>
                  <a:gd name="T47" fmla="*/ 76 h 201"/>
                  <a:gd name="T48" fmla="*/ 49 w 199"/>
                  <a:gd name="T49" fmla="*/ 88 h 201"/>
                  <a:gd name="T50" fmla="*/ 61 w 199"/>
                  <a:gd name="T51" fmla="*/ 94 h 201"/>
                  <a:gd name="T52" fmla="*/ 68 w 199"/>
                  <a:gd name="T53" fmla="*/ 102 h 201"/>
                  <a:gd name="T54" fmla="*/ 80 w 199"/>
                  <a:gd name="T55" fmla="*/ 114 h 201"/>
                  <a:gd name="T56" fmla="*/ 82 w 199"/>
                  <a:gd name="T57" fmla="*/ 135 h 201"/>
                  <a:gd name="T58" fmla="*/ 93 w 199"/>
                  <a:gd name="T59" fmla="*/ 145 h 201"/>
                  <a:gd name="T60" fmla="*/ 98 w 199"/>
                  <a:gd name="T61" fmla="*/ 157 h 201"/>
                  <a:gd name="T62" fmla="*/ 90 w 199"/>
                  <a:gd name="T63" fmla="*/ 173 h 201"/>
                  <a:gd name="T64" fmla="*/ 86 w 199"/>
                  <a:gd name="T65" fmla="*/ 181 h 201"/>
                  <a:gd name="T66" fmla="*/ 94 w 199"/>
                  <a:gd name="T67" fmla="*/ 187 h 201"/>
                  <a:gd name="T68" fmla="*/ 107 w 199"/>
                  <a:gd name="T69" fmla="*/ 197 h 201"/>
                  <a:gd name="T70" fmla="*/ 119 w 199"/>
                  <a:gd name="T71" fmla="*/ 180 h 201"/>
                  <a:gd name="T72" fmla="*/ 128 w 199"/>
                  <a:gd name="T73" fmla="*/ 157 h 201"/>
                  <a:gd name="T74" fmla="*/ 137 w 199"/>
                  <a:gd name="T75" fmla="*/ 149 h 201"/>
                  <a:gd name="T76" fmla="*/ 144 w 199"/>
                  <a:gd name="T77" fmla="*/ 147 h 201"/>
                  <a:gd name="T78" fmla="*/ 155 w 199"/>
                  <a:gd name="T79" fmla="*/ 142 h 201"/>
                  <a:gd name="T80" fmla="*/ 163 w 199"/>
                  <a:gd name="T81" fmla="*/ 139 h 201"/>
                  <a:gd name="T82" fmla="*/ 169 w 199"/>
                  <a:gd name="T83" fmla="*/ 130 h 201"/>
                  <a:gd name="T84" fmla="*/ 175 w 199"/>
                  <a:gd name="T85" fmla="*/ 116 h 201"/>
                  <a:gd name="T86" fmla="*/ 176 w 199"/>
                  <a:gd name="T87" fmla="*/ 98 h 201"/>
                  <a:gd name="T88" fmla="*/ 178 w 199"/>
                  <a:gd name="T89" fmla="*/ 91 h 201"/>
                  <a:gd name="T90" fmla="*/ 182 w 199"/>
                  <a:gd name="T91" fmla="*/ 86 h 201"/>
                  <a:gd name="T92" fmla="*/ 196 w 199"/>
                  <a:gd name="T93" fmla="*/ 57 h 201"/>
                  <a:gd name="T94" fmla="*/ 110 w 199"/>
                  <a:gd name="T95" fmla="*/ 190 h 201"/>
                  <a:gd name="T96" fmla="*/ 115 w 199"/>
                  <a:gd name="T97" fmla="*/ 18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9" h="201">
                    <a:moveTo>
                      <a:pt x="196" y="57"/>
                    </a:moveTo>
                    <a:cubicBezTo>
                      <a:pt x="195" y="55"/>
                      <a:pt x="195" y="53"/>
                      <a:pt x="194" y="52"/>
                    </a:cubicBezTo>
                    <a:cubicBezTo>
                      <a:pt x="192" y="51"/>
                      <a:pt x="189" y="52"/>
                      <a:pt x="188" y="51"/>
                    </a:cubicBezTo>
                    <a:cubicBezTo>
                      <a:pt x="183" y="50"/>
                      <a:pt x="180" y="46"/>
                      <a:pt x="177" y="44"/>
                    </a:cubicBezTo>
                    <a:cubicBezTo>
                      <a:pt x="175" y="43"/>
                      <a:pt x="173" y="42"/>
                      <a:pt x="172" y="41"/>
                    </a:cubicBezTo>
                    <a:cubicBezTo>
                      <a:pt x="169" y="40"/>
                      <a:pt x="168" y="41"/>
                      <a:pt x="165" y="41"/>
                    </a:cubicBezTo>
                    <a:cubicBezTo>
                      <a:pt x="161" y="42"/>
                      <a:pt x="157" y="37"/>
                      <a:pt x="153" y="39"/>
                    </a:cubicBezTo>
                    <a:cubicBezTo>
                      <a:pt x="150" y="40"/>
                      <a:pt x="147" y="35"/>
                      <a:pt x="145" y="34"/>
                    </a:cubicBezTo>
                    <a:cubicBezTo>
                      <a:pt x="142" y="32"/>
                      <a:pt x="138" y="30"/>
                      <a:pt x="135" y="30"/>
                    </a:cubicBezTo>
                    <a:cubicBezTo>
                      <a:pt x="133" y="29"/>
                      <a:pt x="131" y="29"/>
                      <a:pt x="130" y="30"/>
                    </a:cubicBezTo>
                    <a:cubicBezTo>
                      <a:pt x="129" y="33"/>
                      <a:pt x="126" y="34"/>
                      <a:pt x="125" y="36"/>
                    </a:cubicBezTo>
                    <a:cubicBezTo>
                      <a:pt x="123" y="39"/>
                      <a:pt x="124" y="38"/>
                      <a:pt x="122" y="36"/>
                    </a:cubicBezTo>
                    <a:cubicBezTo>
                      <a:pt x="122" y="36"/>
                      <a:pt x="121" y="35"/>
                      <a:pt x="121" y="35"/>
                    </a:cubicBezTo>
                    <a:cubicBezTo>
                      <a:pt x="119" y="34"/>
                      <a:pt x="120" y="36"/>
                      <a:pt x="119" y="37"/>
                    </a:cubicBezTo>
                    <a:cubicBezTo>
                      <a:pt x="118" y="38"/>
                      <a:pt x="115" y="29"/>
                      <a:pt x="116" y="29"/>
                    </a:cubicBezTo>
                    <a:cubicBezTo>
                      <a:pt x="116" y="29"/>
                      <a:pt x="113" y="33"/>
                      <a:pt x="112" y="33"/>
                    </a:cubicBezTo>
                    <a:cubicBezTo>
                      <a:pt x="112" y="33"/>
                      <a:pt x="116" y="30"/>
                      <a:pt x="115" y="29"/>
                    </a:cubicBezTo>
                    <a:cubicBezTo>
                      <a:pt x="113" y="28"/>
                      <a:pt x="113" y="33"/>
                      <a:pt x="111" y="33"/>
                    </a:cubicBezTo>
                    <a:cubicBezTo>
                      <a:pt x="111" y="33"/>
                      <a:pt x="115" y="27"/>
                      <a:pt x="115" y="26"/>
                    </a:cubicBezTo>
                    <a:cubicBezTo>
                      <a:pt x="115" y="25"/>
                      <a:pt x="117" y="25"/>
                      <a:pt x="117" y="24"/>
                    </a:cubicBezTo>
                    <a:cubicBezTo>
                      <a:pt x="118" y="23"/>
                      <a:pt x="119" y="25"/>
                      <a:pt x="120" y="23"/>
                    </a:cubicBezTo>
                    <a:cubicBezTo>
                      <a:pt x="121" y="22"/>
                      <a:pt x="120" y="22"/>
                      <a:pt x="120" y="20"/>
                    </a:cubicBezTo>
                    <a:cubicBezTo>
                      <a:pt x="121" y="19"/>
                      <a:pt x="121" y="17"/>
                      <a:pt x="119" y="16"/>
                    </a:cubicBezTo>
                    <a:cubicBezTo>
                      <a:pt x="116" y="15"/>
                      <a:pt x="116" y="11"/>
                      <a:pt x="116" y="8"/>
                    </a:cubicBezTo>
                    <a:cubicBezTo>
                      <a:pt x="116" y="7"/>
                      <a:pt x="115" y="6"/>
                      <a:pt x="114" y="5"/>
                    </a:cubicBezTo>
                    <a:cubicBezTo>
                      <a:pt x="113" y="4"/>
                      <a:pt x="112" y="7"/>
                      <a:pt x="111" y="8"/>
                    </a:cubicBezTo>
                    <a:cubicBezTo>
                      <a:pt x="110" y="11"/>
                      <a:pt x="108" y="15"/>
                      <a:pt x="105" y="15"/>
                    </a:cubicBezTo>
                    <a:cubicBezTo>
                      <a:pt x="104" y="15"/>
                      <a:pt x="103" y="14"/>
                      <a:pt x="101" y="14"/>
                    </a:cubicBezTo>
                    <a:cubicBezTo>
                      <a:pt x="100" y="14"/>
                      <a:pt x="99" y="15"/>
                      <a:pt x="98" y="14"/>
                    </a:cubicBezTo>
                    <a:cubicBezTo>
                      <a:pt x="96" y="13"/>
                      <a:pt x="95" y="14"/>
                      <a:pt x="93" y="14"/>
                    </a:cubicBezTo>
                    <a:cubicBezTo>
                      <a:pt x="91" y="14"/>
                      <a:pt x="92" y="14"/>
                      <a:pt x="91" y="16"/>
                    </a:cubicBezTo>
                    <a:cubicBezTo>
                      <a:pt x="90" y="17"/>
                      <a:pt x="85" y="16"/>
                      <a:pt x="84" y="17"/>
                    </a:cubicBezTo>
                    <a:cubicBezTo>
                      <a:pt x="82" y="17"/>
                      <a:pt x="79" y="19"/>
                      <a:pt x="77" y="19"/>
                    </a:cubicBezTo>
                    <a:cubicBezTo>
                      <a:pt x="74" y="19"/>
                      <a:pt x="72" y="15"/>
                      <a:pt x="72" y="13"/>
                    </a:cubicBezTo>
                    <a:cubicBezTo>
                      <a:pt x="70" y="10"/>
                      <a:pt x="74" y="8"/>
                      <a:pt x="73" y="5"/>
                    </a:cubicBezTo>
                    <a:cubicBezTo>
                      <a:pt x="72" y="3"/>
                      <a:pt x="71" y="0"/>
                      <a:pt x="69" y="1"/>
                    </a:cubicBezTo>
                    <a:cubicBezTo>
                      <a:pt x="69" y="2"/>
                      <a:pt x="62" y="5"/>
                      <a:pt x="61" y="5"/>
                    </a:cubicBezTo>
                    <a:cubicBezTo>
                      <a:pt x="60" y="5"/>
                      <a:pt x="58" y="5"/>
                      <a:pt x="58" y="6"/>
                    </a:cubicBezTo>
                    <a:cubicBezTo>
                      <a:pt x="57" y="6"/>
                      <a:pt x="57" y="9"/>
                      <a:pt x="56" y="7"/>
                    </a:cubicBezTo>
                    <a:cubicBezTo>
                      <a:pt x="55" y="6"/>
                      <a:pt x="47" y="5"/>
                      <a:pt x="47" y="6"/>
                    </a:cubicBezTo>
                    <a:cubicBezTo>
                      <a:pt x="47" y="6"/>
                      <a:pt x="49" y="7"/>
                      <a:pt x="49" y="7"/>
                    </a:cubicBezTo>
                    <a:cubicBezTo>
                      <a:pt x="50" y="8"/>
                      <a:pt x="50" y="9"/>
                      <a:pt x="50" y="11"/>
                    </a:cubicBezTo>
                    <a:cubicBezTo>
                      <a:pt x="51" y="11"/>
                      <a:pt x="51" y="13"/>
                      <a:pt x="52" y="14"/>
                    </a:cubicBezTo>
                    <a:cubicBezTo>
                      <a:pt x="52" y="14"/>
                      <a:pt x="54" y="14"/>
                      <a:pt x="54" y="14"/>
                    </a:cubicBezTo>
                    <a:cubicBezTo>
                      <a:pt x="54" y="15"/>
                      <a:pt x="52" y="16"/>
                      <a:pt x="51" y="16"/>
                    </a:cubicBezTo>
                    <a:cubicBezTo>
                      <a:pt x="50" y="17"/>
                      <a:pt x="50" y="18"/>
                      <a:pt x="49" y="19"/>
                    </a:cubicBezTo>
                    <a:cubicBezTo>
                      <a:pt x="49" y="19"/>
                      <a:pt x="44" y="23"/>
                      <a:pt x="43" y="22"/>
                    </a:cubicBezTo>
                    <a:cubicBezTo>
                      <a:pt x="43" y="21"/>
                      <a:pt x="42" y="21"/>
                      <a:pt x="41" y="22"/>
                    </a:cubicBezTo>
                    <a:cubicBezTo>
                      <a:pt x="40" y="23"/>
                      <a:pt x="38" y="21"/>
                      <a:pt x="38" y="21"/>
                    </a:cubicBezTo>
                    <a:cubicBezTo>
                      <a:pt x="36" y="20"/>
                      <a:pt x="35" y="16"/>
                      <a:pt x="34" y="16"/>
                    </a:cubicBezTo>
                    <a:cubicBezTo>
                      <a:pt x="32" y="15"/>
                      <a:pt x="29" y="18"/>
                      <a:pt x="27" y="18"/>
                    </a:cubicBezTo>
                    <a:cubicBezTo>
                      <a:pt x="25" y="18"/>
                      <a:pt x="23" y="18"/>
                      <a:pt x="21" y="18"/>
                    </a:cubicBezTo>
                    <a:cubicBezTo>
                      <a:pt x="21" y="18"/>
                      <a:pt x="21" y="20"/>
                      <a:pt x="22" y="20"/>
                    </a:cubicBezTo>
                    <a:cubicBezTo>
                      <a:pt x="22" y="21"/>
                      <a:pt x="24" y="21"/>
                      <a:pt x="25" y="21"/>
                    </a:cubicBezTo>
                    <a:cubicBezTo>
                      <a:pt x="25" y="22"/>
                      <a:pt x="21" y="23"/>
                      <a:pt x="20" y="23"/>
                    </a:cubicBezTo>
                    <a:cubicBezTo>
                      <a:pt x="19" y="24"/>
                      <a:pt x="21" y="27"/>
                      <a:pt x="22" y="28"/>
                    </a:cubicBezTo>
                    <a:cubicBezTo>
                      <a:pt x="24" y="32"/>
                      <a:pt x="24" y="35"/>
                      <a:pt x="22" y="39"/>
                    </a:cubicBezTo>
                    <a:cubicBezTo>
                      <a:pt x="22" y="41"/>
                      <a:pt x="22" y="47"/>
                      <a:pt x="20" y="47"/>
                    </a:cubicBezTo>
                    <a:cubicBezTo>
                      <a:pt x="19" y="48"/>
                      <a:pt x="17" y="47"/>
                      <a:pt x="15" y="48"/>
                    </a:cubicBezTo>
                    <a:cubicBezTo>
                      <a:pt x="14" y="49"/>
                      <a:pt x="11" y="49"/>
                      <a:pt x="10" y="49"/>
                    </a:cubicBezTo>
                    <a:cubicBezTo>
                      <a:pt x="5" y="51"/>
                      <a:pt x="5" y="53"/>
                      <a:pt x="5" y="57"/>
                    </a:cubicBezTo>
                    <a:cubicBezTo>
                      <a:pt x="5" y="59"/>
                      <a:pt x="2" y="59"/>
                      <a:pt x="2" y="60"/>
                    </a:cubicBezTo>
                    <a:cubicBezTo>
                      <a:pt x="2" y="63"/>
                      <a:pt x="0" y="64"/>
                      <a:pt x="2" y="66"/>
                    </a:cubicBezTo>
                    <a:cubicBezTo>
                      <a:pt x="4" y="68"/>
                      <a:pt x="4" y="70"/>
                      <a:pt x="5" y="72"/>
                    </a:cubicBezTo>
                    <a:cubicBezTo>
                      <a:pt x="5" y="73"/>
                      <a:pt x="6" y="73"/>
                      <a:pt x="7" y="73"/>
                    </a:cubicBezTo>
                    <a:cubicBezTo>
                      <a:pt x="8" y="73"/>
                      <a:pt x="8" y="74"/>
                      <a:pt x="9" y="75"/>
                    </a:cubicBezTo>
                    <a:cubicBezTo>
                      <a:pt x="11" y="78"/>
                      <a:pt x="16" y="75"/>
                      <a:pt x="18" y="73"/>
                    </a:cubicBezTo>
                    <a:cubicBezTo>
                      <a:pt x="18" y="76"/>
                      <a:pt x="16" y="81"/>
                      <a:pt x="19" y="82"/>
                    </a:cubicBezTo>
                    <a:cubicBezTo>
                      <a:pt x="20" y="82"/>
                      <a:pt x="23" y="81"/>
                      <a:pt x="24" y="81"/>
                    </a:cubicBezTo>
                    <a:cubicBezTo>
                      <a:pt x="27" y="82"/>
                      <a:pt x="28" y="82"/>
                      <a:pt x="30" y="80"/>
                    </a:cubicBezTo>
                    <a:cubicBezTo>
                      <a:pt x="30" y="79"/>
                      <a:pt x="32" y="79"/>
                      <a:pt x="33" y="79"/>
                    </a:cubicBezTo>
                    <a:cubicBezTo>
                      <a:pt x="35" y="77"/>
                      <a:pt x="37" y="76"/>
                      <a:pt x="39" y="76"/>
                    </a:cubicBezTo>
                    <a:cubicBezTo>
                      <a:pt x="41" y="75"/>
                      <a:pt x="46" y="73"/>
                      <a:pt x="44" y="77"/>
                    </a:cubicBezTo>
                    <a:cubicBezTo>
                      <a:pt x="44" y="79"/>
                      <a:pt x="43" y="81"/>
                      <a:pt x="44" y="83"/>
                    </a:cubicBezTo>
                    <a:cubicBezTo>
                      <a:pt x="45" y="85"/>
                      <a:pt x="47" y="87"/>
                      <a:pt x="49" y="88"/>
                    </a:cubicBezTo>
                    <a:cubicBezTo>
                      <a:pt x="51" y="90"/>
                      <a:pt x="54" y="89"/>
                      <a:pt x="56" y="90"/>
                    </a:cubicBezTo>
                    <a:cubicBezTo>
                      <a:pt x="57" y="91"/>
                      <a:pt x="58" y="92"/>
                      <a:pt x="59" y="92"/>
                    </a:cubicBezTo>
                    <a:cubicBezTo>
                      <a:pt x="60" y="92"/>
                      <a:pt x="61" y="93"/>
                      <a:pt x="61" y="94"/>
                    </a:cubicBezTo>
                    <a:cubicBezTo>
                      <a:pt x="63" y="94"/>
                      <a:pt x="68" y="93"/>
                      <a:pt x="68" y="96"/>
                    </a:cubicBezTo>
                    <a:cubicBezTo>
                      <a:pt x="69" y="98"/>
                      <a:pt x="68" y="98"/>
                      <a:pt x="69" y="100"/>
                    </a:cubicBezTo>
                    <a:cubicBezTo>
                      <a:pt x="70" y="101"/>
                      <a:pt x="69" y="101"/>
                      <a:pt x="68" y="102"/>
                    </a:cubicBezTo>
                    <a:cubicBezTo>
                      <a:pt x="68" y="102"/>
                      <a:pt x="70" y="107"/>
                      <a:pt x="70" y="108"/>
                    </a:cubicBezTo>
                    <a:cubicBezTo>
                      <a:pt x="70" y="109"/>
                      <a:pt x="78" y="108"/>
                      <a:pt x="79" y="108"/>
                    </a:cubicBezTo>
                    <a:cubicBezTo>
                      <a:pt x="79" y="110"/>
                      <a:pt x="78" y="113"/>
                      <a:pt x="80" y="114"/>
                    </a:cubicBezTo>
                    <a:cubicBezTo>
                      <a:pt x="83" y="116"/>
                      <a:pt x="83" y="118"/>
                      <a:pt x="82" y="122"/>
                    </a:cubicBezTo>
                    <a:cubicBezTo>
                      <a:pt x="81" y="124"/>
                      <a:pt x="80" y="127"/>
                      <a:pt x="81" y="130"/>
                    </a:cubicBezTo>
                    <a:cubicBezTo>
                      <a:pt x="81" y="131"/>
                      <a:pt x="82" y="133"/>
                      <a:pt x="82" y="135"/>
                    </a:cubicBezTo>
                    <a:cubicBezTo>
                      <a:pt x="82" y="136"/>
                      <a:pt x="80" y="138"/>
                      <a:pt x="82" y="138"/>
                    </a:cubicBezTo>
                    <a:cubicBezTo>
                      <a:pt x="83" y="139"/>
                      <a:pt x="86" y="140"/>
                      <a:pt x="88" y="139"/>
                    </a:cubicBezTo>
                    <a:cubicBezTo>
                      <a:pt x="90" y="137"/>
                      <a:pt x="94" y="144"/>
                      <a:pt x="93" y="145"/>
                    </a:cubicBezTo>
                    <a:cubicBezTo>
                      <a:pt x="93" y="146"/>
                      <a:pt x="93" y="147"/>
                      <a:pt x="94" y="148"/>
                    </a:cubicBezTo>
                    <a:cubicBezTo>
                      <a:pt x="95" y="149"/>
                      <a:pt x="97" y="147"/>
                      <a:pt x="98" y="148"/>
                    </a:cubicBezTo>
                    <a:cubicBezTo>
                      <a:pt x="102" y="150"/>
                      <a:pt x="98" y="154"/>
                      <a:pt x="98" y="157"/>
                    </a:cubicBezTo>
                    <a:cubicBezTo>
                      <a:pt x="100" y="154"/>
                      <a:pt x="102" y="160"/>
                      <a:pt x="102" y="160"/>
                    </a:cubicBezTo>
                    <a:cubicBezTo>
                      <a:pt x="103" y="164"/>
                      <a:pt x="101" y="165"/>
                      <a:pt x="98" y="166"/>
                    </a:cubicBezTo>
                    <a:cubicBezTo>
                      <a:pt x="94" y="168"/>
                      <a:pt x="92" y="170"/>
                      <a:pt x="90" y="173"/>
                    </a:cubicBezTo>
                    <a:cubicBezTo>
                      <a:pt x="89" y="175"/>
                      <a:pt x="88" y="176"/>
                      <a:pt x="86" y="177"/>
                    </a:cubicBezTo>
                    <a:cubicBezTo>
                      <a:pt x="85" y="179"/>
                      <a:pt x="83" y="180"/>
                      <a:pt x="81" y="182"/>
                    </a:cubicBezTo>
                    <a:cubicBezTo>
                      <a:pt x="83" y="182"/>
                      <a:pt x="85" y="181"/>
                      <a:pt x="86" y="181"/>
                    </a:cubicBezTo>
                    <a:cubicBezTo>
                      <a:pt x="87" y="181"/>
                      <a:pt x="88" y="183"/>
                      <a:pt x="89" y="183"/>
                    </a:cubicBezTo>
                    <a:cubicBezTo>
                      <a:pt x="89" y="184"/>
                      <a:pt x="90" y="185"/>
                      <a:pt x="91" y="186"/>
                    </a:cubicBezTo>
                    <a:cubicBezTo>
                      <a:pt x="92" y="187"/>
                      <a:pt x="93" y="186"/>
                      <a:pt x="94" y="187"/>
                    </a:cubicBezTo>
                    <a:cubicBezTo>
                      <a:pt x="96" y="189"/>
                      <a:pt x="100" y="190"/>
                      <a:pt x="101" y="193"/>
                    </a:cubicBezTo>
                    <a:cubicBezTo>
                      <a:pt x="102" y="195"/>
                      <a:pt x="103" y="199"/>
                      <a:pt x="104" y="201"/>
                    </a:cubicBezTo>
                    <a:cubicBezTo>
                      <a:pt x="105" y="200"/>
                      <a:pt x="106" y="199"/>
                      <a:pt x="107" y="197"/>
                    </a:cubicBezTo>
                    <a:cubicBezTo>
                      <a:pt x="107" y="196"/>
                      <a:pt x="108" y="194"/>
                      <a:pt x="109" y="193"/>
                    </a:cubicBezTo>
                    <a:cubicBezTo>
                      <a:pt x="110" y="190"/>
                      <a:pt x="113" y="189"/>
                      <a:pt x="116" y="187"/>
                    </a:cubicBezTo>
                    <a:cubicBezTo>
                      <a:pt x="118" y="185"/>
                      <a:pt x="118" y="183"/>
                      <a:pt x="119" y="180"/>
                    </a:cubicBezTo>
                    <a:cubicBezTo>
                      <a:pt x="121" y="176"/>
                      <a:pt x="124" y="175"/>
                      <a:pt x="126" y="172"/>
                    </a:cubicBezTo>
                    <a:cubicBezTo>
                      <a:pt x="129" y="169"/>
                      <a:pt x="126" y="165"/>
                      <a:pt x="127" y="161"/>
                    </a:cubicBezTo>
                    <a:cubicBezTo>
                      <a:pt x="128" y="160"/>
                      <a:pt x="128" y="159"/>
                      <a:pt x="128" y="157"/>
                    </a:cubicBezTo>
                    <a:cubicBezTo>
                      <a:pt x="128" y="156"/>
                      <a:pt x="128" y="156"/>
                      <a:pt x="129" y="156"/>
                    </a:cubicBezTo>
                    <a:cubicBezTo>
                      <a:pt x="131" y="155"/>
                      <a:pt x="132" y="153"/>
                      <a:pt x="133" y="152"/>
                    </a:cubicBezTo>
                    <a:cubicBezTo>
                      <a:pt x="134" y="151"/>
                      <a:pt x="135" y="150"/>
                      <a:pt x="137" y="149"/>
                    </a:cubicBezTo>
                    <a:cubicBezTo>
                      <a:pt x="138" y="149"/>
                      <a:pt x="139" y="148"/>
                      <a:pt x="141" y="147"/>
                    </a:cubicBezTo>
                    <a:cubicBezTo>
                      <a:pt x="142" y="147"/>
                      <a:pt x="143" y="148"/>
                      <a:pt x="144" y="148"/>
                    </a:cubicBezTo>
                    <a:cubicBezTo>
                      <a:pt x="145" y="148"/>
                      <a:pt x="144" y="147"/>
                      <a:pt x="144" y="147"/>
                    </a:cubicBezTo>
                    <a:cubicBezTo>
                      <a:pt x="143" y="146"/>
                      <a:pt x="147" y="145"/>
                      <a:pt x="147" y="145"/>
                    </a:cubicBezTo>
                    <a:cubicBezTo>
                      <a:pt x="147" y="145"/>
                      <a:pt x="149" y="142"/>
                      <a:pt x="149" y="143"/>
                    </a:cubicBezTo>
                    <a:cubicBezTo>
                      <a:pt x="150" y="144"/>
                      <a:pt x="155" y="142"/>
                      <a:pt x="155" y="142"/>
                    </a:cubicBezTo>
                    <a:cubicBezTo>
                      <a:pt x="156" y="142"/>
                      <a:pt x="155" y="143"/>
                      <a:pt x="156" y="143"/>
                    </a:cubicBezTo>
                    <a:cubicBezTo>
                      <a:pt x="157" y="143"/>
                      <a:pt x="160" y="143"/>
                      <a:pt x="161" y="142"/>
                    </a:cubicBezTo>
                    <a:cubicBezTo>
                      <a:pt x="162" y="141"/>
                      <a:pt x="162" y="140"/>
                      <a:pt x="163" y="139"/>
                    </a:cubicBezTo>
                    <a:cubicBezTo>
                      <a:pt x="164" y="139"/>
                      <a:pt x="165" y="138"/>
                      <a:pt x="165" y="137"/>
                    </a:cubicBezTo>
                    <a:cubicBezTo>
                      <a:pt x="166" y="136"/>
                      <a:pt x="165" y="134"/>
                      <a:pt x="166" y="133"/>
                    </a:cubicBezTo>
                    <a:cubicBezTo>
                      <a:pt x="167" y="132"/>
                      <a:pt x="168" y="131"/>
                      <a:pt x="169" y="130"/>
                    </a:cubicBezTo>
                    <a:cubicBezTo>
                      <a:pt x="171" y="127"/>
                      <a:pt x="172" y="126"/>
                      <a:pt x="172" y="123"/>
                    </a:cubicBezTo>
                    <a:cubicBezTo>
                      <a:pt x="172" y="121"/>
                      <a:pt x="172" y="120"/>
                      <a:pt x="173" y="118"/>
                    </a:cubicBezTo>
                    <a:cubicBezTo>
                      <a:pt x="173" y="117"/>
                      <a:pt x="174" y="117"/>
                      <a:pt x="175" y="116"/>
                    </a:cubicBezTo>
                    <a:cubicBezTo>
                      <a:pt x="176" y="115"/>
                      <a:pt x="175" y="113"/>
                      <a:pt x="175" y="112"/>
                    </a:cubicBezTo>
                    <a:cubicBezTo>
                      <a:pt x="175" y="110"/>
                      <a:pt x="176" y="109"/>
                      <a:pt x="176" y="107"/>
                    </a:cubicBezTo>
                    <a:cubicBezTo>
                      <a:pt x="177" y="104"/>
                      <a:pt x="176" y="101"/>
                      <a:pt x="176" y="98"/>
                    </a:cubicBezTo>
                    <a:cubicBezTo>
                      <a:pt x="176" y="96"/>
                      <a:pt x="175" y="94"/>
                      <a:pt x="176" y="93"/>
                    </a:cubicBezTo>
                    <a:cubicBezTo>
                      <a:pt x="177" y="91"/>
                      <a:pt x="176" y="92"/>
                      <a:pt x="176" y="90"/>
                    </a:cubicBezTo>
                    <a:cubicBezTo>
                      <a:pt x="176" y="90"/>
                      <a:pt x="178" y="91"/>
                      <a:pt x="178" y="91"/>
                    </a:cubicBezTo>
                    <a:cubicBezTo>
                      <a:pt x="178" y="91"/>
                      <a:pt x="178" y="90"/>
                      <a:pt x="178" y="90"/>
                    </a:cubicBezTo>
                    <a:cubicBezTo>
                      <a:pt x="178" y="90"/>
                      <a:pt x="179" y="90"/>
                      <a:pt x="179" y="90"/>
                    </a:cubicBezTo>
                    <a:cubicBezTo>
                      <a:pt x="181" y="90"/>
                      <a:pt x="182" y="87"/>
                      <a:pt x="182" y="86"/>
                    </a:cubicBezTo>
                    <a:cubicBezTo>
                      <a:pt x="183" y="85"/>
                      <a:pt x="184" y="83"/>
                      <a:pt x="185" y="81"/>
                    </a:cubicBezTo>
                    <a:cubicBezTo>
                      <a:pt x="187" y="79"/>
                      <a:pt x="189" y="79"/>
                      <a:pt x="190" y="77"/>
                    </a:cubicBezTo>
                    <a:cubicBezTo>
                      <a:pt x="195" y="71"/>
                      <a:pt x="199" y="64"/>
                      <a:pt x="196" y="57"/>
                    </a:cubicBezTo>
                    <a:cubicBezTo>
                      <a:pt x="194" y="53"/>
                      <a:pt x="198" y="60"/>
                      <a:pt x="196" y="57"/>
                    </a:cubicBezTo>
                    <a:close/>
                    <a:moveTo>
                      <a:pt x="115" y="186"/>
                    </a:moveTo>
                    <a:cubicBezTo>
                      <a:pt x="113" y="187"/>
                      <a:pt x="112" y="189"/>
                      <a:pt x="110" y="190"/>
                    </a:cubicBezTo>
                    <a:cubicBezTo>
                      <a:pt x="107" y="191"/>
                      <a:pt x="112" y="188"/>
                      <a:pt x="112" y="187"/>
                    </a:cubicBezTo>
                    <a:cubicBezTo>
                      <a:pt x="113" y="186"/>
                      <a:pt x="114" y="184"/>
                      <a:pt x="116" y="182"/>
                    </a:cubicBezTo>
                    <a:cubicBezTo>
                      <a:pt x="118" y="180"/>
                      <a:pt x="117" y="184"/>
                      <a:pt x="115" y="186"/>
                    </a:cubicBezTo>
                    <a:cubicBezTo>
                      <a:pt x="115" y="186"/>
                      <a:pt x="116" y="185"/>
                      <a:pt x="115" y="186"/>
                    </a:cubicBezTo>
                    <a:close/>
                  </a:path>
                </a:pathLst>
              </a:custGeom>
              <a:grpFill/>
              <a:ln w="9525"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3" name="Freeform 629">
                <a:extLst>
                  <a:ext uri="{FF2B5EF4-FFF2-40B4-BE49-F238E27FC236}">
                    <a16:creationId xmlns:a16="http://schemas.microsoft.com/office/drawing/2014/main" id="{4B28291D-1A1E-937E-057F-7AC1FA4EF55C}"/>
                  </a:ext>
                </a:extLst>
              </p:cNvPr>
              <p:cNvSpPr>
                <a:spLocks/>
              </p:cNvSpPr>
              <p:nvPr/>
            </p:nvSpPr>
            <p:spPr bwMode="auto">
              <a:xfrm>
                <a:off x="8961338" y="10485681"/>
                <a:ext cx="251592" cy="261215"/>
              </a:xfrm>
              <a:custGeom>
                <a:avLst/>
                <a:gdLst>
                  <a:gd name="T0" fmla="*/ 21 w 27"/>
                  <a:gd name="T1" fmla="*/ 10 h 28"/>
                  <a:gd name="T2" fmla="*/ 17 w 27"/>
                  <a:gd name="T3" fmla="*/ 7 h 28"/>
                  <a:gd name="T4" fmla="*/ 14 w 27"/>
                  <a:gd name="T5" fmla="*/ 6 h 28"/>
                  <a:gd name="T6" fmla="*/ 11 w 27"/>
                  <a:gd name="T7" fmla="*/ 3 h 28"/>
                  <a:gd name="T8" fmla="*/ 6 w 27"/>
                  <a:gd name="T9" fmla="*/ 2 h 28"/>
                  <a:gd name="T10" fmla="*/ 4 w 27"/>
                  <a:gd name="T11" fmla="*/ 3 h 28"/>
                  <a:gd name="T12" fmla="*/ 3 w 27"/>
                  <a:gd name="T13" fmla="*/ 6 h 28"/>
                  <a:gd name="T14" fmla="*/ 3 w 27"/>
                  <a:gd name="T15" fmla="*/ 12 h 28"/>
                  <a:gd name="T16" fmla="*/ 2 w 27"/>
                  <a:gd name="T17" fmla="*/ 17 h 28"/>
                  <a:gd name="T18" fmla="*/ 1 w 27"/>
                  <a:gd name="T19" fmla="*/ 22 h 28"/>
                  <a:gd name="T20" fmla="*/ 4 w 27"/>
                  <a:gd name="T21" fmla="*/ 25 h 28"/>
                  <a:gd name="T22" fmla="*/ 9 w 27"/>
                  <a:gd name="T23" fmla="*/ 26 h 28"/>
                  <a:gd name="T24" fmla="*/ 13 w 27"/>
                  <a:gd name="T25" fmla="*/ 28 h 28"/>
                  <a:gd name="T26" fmla="*/ 19 w 27"/>
                  <a:gd name="T27" fmla="*/ 28 h 28"/>
                  <a:gd name="T28" fmla="*/ 24 w 27"/>
                  <a:gd name="T29" fmla="*/ 25 h 28"/>
                  <a:gd name="T30" fmla="*/ 26 w 27"/>
                  <a:gd name="T31" fmla="*/ 19 h 28"/>
                  <a:gd name="T32" fmla="*/ 24 w 27"/>
                  <a:gd name="T33" fmla="*/ 14 h 28"/>
                  <a:gd name="T34" fmla="*/ 21 w 27"/>
                  <a:gd name="T35" fmla="*/ 10 h 28"/>
                  <a:gd name="T36" fmla="*/ 21 w 27"/>
                  <a:gd name="T37" fmla="*/ 1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8">
                    <a:moveTo>
                      <a:pt x="21" y="10"/>
                    </a:moveTo>
                    <a:cubicBezTo>
                      <a:pt x="20" y="8"/>
                      <a:pt x="18" y="8"/>
                      <a:pt x="17" y="7"/>
                    </a:cubicBezTo>
                    <a:cubicBezTo>
                      <a:pt x="16" y="6"/>
                      <a:pt x="15" y="7"/>
                      <a:pt x="14" y="6"/>
                    </a:cubicBezTo>
                    <a:cubicBezTo>
                      <a:pt x="13" y="5"/>
                      <a:pt x="12" y="4"/>
                      <a:pt x="11" y="3"/>
                    </a:cubicBezTo>
                    <a:cubicBezTo>
                      <a:pt x="10" y="0"/>
                      <a:pt x="9" y="1"/>
                      <a:pt x="6" y="2"/>
                    </a:cubicBezTo>
                    <a:cubicBezTo>
                      <a:pt x="5" y="2"/>
                      <a:pt x="5" y="1"/>
                      <a:pt x="4" y="3"/>
                    </a:cubicBezTo>
                    <a:cubicBezTo>
                      <a:pt x="3" y="4"/>
                      <a:pt x="3" y="5"/>
                      <a:pt x="3" y="6"/>
                    </a:cubicBezTo>
                    <a:cubicBezTo>
                      <a:pt x="3" y="8"/>
                      <a:pt x="3" y="10"/>
                      <a:pt x="3" y="12"/>
                    </a:cubicBezTo>
                    <a:cubicBezTo>
                      <a:pt x="3" y="13"/>
                      <a:pt x="3" y="15"/>
                      <a:pt x="2" y="17"/>
                    </a:cubicBezTo>
                    <a:cubicBezTo>
                      <a:pt x="0" y="19"/>
                      <a:pt x="0" y="19"/>
                      <a:pt x="1" y="22"/>
                    </a:cubicBezTo>
                    <a:cubicBezTo>
                      <a:pt x="2" y="24"/>
                      <a:pt x="2" y="24"/>
                      <a:pt x="4" y="25"/>
                    </a:cubicBezTo>
                    <a:cubicBezTo>
                      <a:pt x="6" y="25"/>
                      <a:pt x="8" y="25"/>
                      <a:pt x="9" y="26"/>
                    </a:cubicBezTo>
                    <a:cubicBezTo>
                      <a:pt x="10" y="26"/>
                      <a:pt x="12" y="28"/>
                      <a:pt x="13" y="28"/>
                    </a:cubicBezTo>
                    <a:cubicBezTo>
                      <a:pt x="15" y="27"/>
                      <a:pt x="17" y="28"/>
                      <a:pt x="19" y="28"/>
                    </a:cubicBezTo>
                    <a:cubicBezTo>
                      <a:pt x="20" y="28"/>
                      <a:pt x="23" y="26"/>
                      <a:pt x="24" y="25"/>
                    </a:cubicBezTo>
                    <a:cubicBezTo>
                      <a:pt x="26" y="23"/>
                      <a:pt x="27" y="21"/>
                      <a:pt x="26" y="19"/>
                    </a:cubicBezTo>
                    <a:cubicBezTo>
                      <a:pt x="25" y="17"/>
                      <a:pt x="25" y="16"/>
                      <a:pt x="24" y="14"/>
                    </a:cubicBezTo>
                    <a:cubicBezTo>
                      <a:pt x="24" y="12"/>
                      <a:pt x="23" y="11"/>
                      <a:pt x="21" y="10"/>
                    </a:cubicBezTo>
                    <a:cubicBezTo>
                      <a:pt x="20" y="9"/>
                      <a:pt x="22" y="10"/>
                      <a:pt x="21"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4" name="Freeform 630">
                <a:extLst>
                  <a:ext uri="{FF2B5EF4-FFF2-40B4-BE49-F238E27FC236}">
                    <a16:creationId xmlns:a16="http://schemas.microsoft.com/office/drawing/2014/main" id="{2995721E-1C6B-F618-8A67-7CE6A4BCBFDB}"/>
                  </a:ext>
                </a:extLst>
              </p:cNvPr>
              <p:cNvSpPr>
                <a:spLocks/>
              </p:cNvSpPr>
              <p:nvPr/>
            </p:nvSpPr>
            <p:spPr bwMode="auto">
              <a:xfrm>
                <a:off x="8241593" y="10074745"/>
                <a:ext cx="961783" cy="1672412"/>
              </a:xfrm>
              <a:custGeom>
                <a:avLst/>
                <a:gdLst>
                  <a:gd name="T0" fmla="*/ 80 w 103"/>
                  <a:gd name="T1" fmla="*/ 52 h 179"/>
                  <a:gd name="T2" fmla="*/ 85 w 103"/>
                  <a:gd name="T3" fmla="*/ 42 h 179"/>
                  <a:gd name="T4" fmla="*/ 102 w 103"/>
                  <a:gd name="T5" fmla="*/ 29 h 179"/>
                  <a:gd name="T6" fmla="*/ 99 w 103"/>
                  <a:gd name="T7" fmla="*/ 21 h 179"/>
                  <a:gd name="T8" fmla="*/ 94 w 103"/>
                  <a:gd name="T9" fmla="*/ 29 h 179"/>
                  <a:gd name="T10" fmla="*/ 82 w 103"/>
                  <a:gd name="T11" fmla="*/ 30 h 179"/>
                  <a:gd name="T12" fmla="*/ 79 w 103"/>
                  <a:gd name="T13" fmla="*/ 28 h 179"/>
                  <a:gd name="T14" fmla="*/ 81 w 103"/>
                  <a:gd name="T15" fmla="*/ 22 h 179"/>
                  <a:gd name="T16" fmla="*/ 64 w 103"/>
                  <a:gd name="T17" fmla="*/ 9 h 179"/>
                  <a:gd name="T18" fmla="*/ 57 w 103"/>
                  <a:gd name="T19" fmla="*/ 2 h 179"/>
                  <a:gd name="T20" fmla="*/ 48 w 103"/>
                  <a:gd name="T21" fmla="*/ 4 h 179"/>
                  <a:gd name="T22" fmla="*/ 39 w 103"/>
                  <a:gd name="T23" fmla="*/ 1 h 179"/>
                  <a:gd name="T24" fmla="*/ 35 w 103"/>
                  <a:gd name="T25" fmla="*/ 9 h 179"/>
                  <a:gd name="T26" fmla="*/ 27 w 103"/>
                  <a:gd name="T27" fmla="*/ 22 h 179"/>
                  <a:gd name="T28" fmla="*/ 25 w 103"/>
                  <a:gd name="T29" fmla="*/ 32 h 179"/>
                  <a:gd name="T30" fmla="*/ 21 w 103"/>
                  <a:gd name="T31" fmla="*/ 39 h 179"/>
                  <a:gd name="T32" fmla="*/ 19 w 103"/>
                  <a:gd name="T33" fmla="*/ 47 h 179"/>
                  <a:gd name="T34" fmla="*/ 17 w 103"/>
                  <a:gd name="T35" fmla="*/ 52 h 179"/>
                  <a:gd name="T36" fmla="*/ 20 w 103"/>
                  <a:gd name="T37" fmla="*/ 61 h 179"/>
                  <a:gd name="T38" fmla="*/ 18 w 103"/>
                  <a:gd name="T39" fmla="*/ 79 h 179"/>
                  <a:gd name="T40" fmla="*/ 15 w 103"/>
                  <a:gd name="T41" fmla="*/ 94 h 179"/>
                  <a:gd name="T42" fmla="*/ 10 w 103"/>
                  <a:gd name="T43" fmla="*/ 117 h 179"/>
                  <a:gd name="T44" fmla="*/ 13 w 103"/>
                  <a:gd name="T45" fmla="*/ 130 h 179"/>
                  <a:gd name="T46" fmla="*/ 12 w 103"/>
                  <a:gd name="T47" fmla="*/ 135 h 179"/>
                  <a:gd name="T48" fmla="*/ 8 w 103"/>
                  <a:gd name="T49" fmla="*/ 147 h 179"/>
                  <a:gd name="T50" fmla="*/ 5 w 103"/>
                  <a:gd name="T51" fmla="*/ 156 h 179"/>
                  <a:gd name="T52" fmla="*/ 8 w 103"/>
                  <a:gd name="T53" fmla="*/ 170 h 179"/>
                  <a:gd name="T54" fmla="*/ 13 w 103"/>
                  <a:gd name="T55" fmla="*/ 176 h 179"/>
                  <a:gd name="T56" fmla="*/ 23 w 103"/>
                  <a:gd name="T57" fmla="*/ 178 h 179"/>
                  <a:gd name="T58" fmla="*/ 27 w 103"/>
                  <a:gd name="T59" fmla="*/ 179 h 179"/>
                  <a:gd name="T60" fmla="*/ 24 w 103"/>
                  <a:gd name="T61" fmla="*/ 169 h 179"/>
                  <a:gd name="T62" fmla="*/ 25 w 103"/>
                  <a:gd name="T63" fmla="*/ 163 h 179"/>
                  <a:gd name="T64" fmla="*/ 28 w 103"/>
                  <a:gd name="T65" fmla="*/ 163 h 179"/>
                  <a:gd name="T66" fmla="*/ 31 w 103"/>
                  <a:gd name="T67" fmla="*/ 157 h 179"/>
                  <a:gd name="T68" fmla="*/ 40 w 103"/>
                  <a:gd name="T69" fmla="*/ 151 h 179"/>
                  <a:gd name="T70" fmla="*/ 41 w 103"/>
                  <a:gd name="T71" fmla="*/ 145 h 179"/>
                  <a:gd name="T72" fmla="*/ 32 w 103"/>
                  <a:gd name="T73" fmla="*/ 140 h 179"/>
                  <a:gd name="T74" fmla="*/ 39 w 103"/>
                  <a:gd name="T75" fmla="*/ 131 h 179"/>
                  <a:gd name="T76" fmla="*/ 43 w 103"/>
                  <a:gd name="T77" fmla="*/ 124 h 179"/>
                  <a:gd name="T78" fmla="*/ 48 w 103"/>
                  <a:gd name="T79" fmla="*/ 116 h 179"/>
                  <a:gd name="T80" fmla="*/ 51 w 103"/>
                  <a:gd name="T81" fmla="*/ 114 h 179"/>
                  <a:gd name="T82" fmla="*/ 45 w 103"/>
                  <a:gd name="T83" fmla="*/ 113 h 179"/>
                  <a:gd name="T84" fmla="*/ 54 w 103"/>
                  <a:gd name="T85" fmla="*/ 108 h 179"/>
                  <a:gd name="T86" fmla="*/ 58 w 103"/>
                  <a:gd name="T87" fmla="*/ 102 h 179"/>
                  <a:gd name="T88" fmla="*/ 59 w 103"/>
                  <a:gd name="T89" fmla="*/ 97 h 179"/>
                  <a:gd name="T90" fmla="*/ 60 w 103"/>
                  <a:gd name="T91" fmla="*/ 96 h 179"/>
                  <a:gd name="T92" fmla="*/ 76 w 103"/>
                  <a:gd name="T93" fmla="*/ 93 h 179"/>
                  <a:gd name="T94" fmla="*/ 84 w 103"/>
                  <a:gd name="T95" fmla="*/ 87 h 179"/>
                  <a:gd name="T96" fmla="*/ 83 w 103"/>
                  <a:gd name="T97" fmla="*/ 78 h 179"/>
                  <a:gd name="T98" fmla="*/ 78 w 103"/>
                  <a:gd name="T99" fmla="*/ 69 h 179"/>
                  <a:gd name="T100" fmla="*/ 78 w 103"/>
                  <a:gd name="T101" fmla="*/ 66 h 179"/>
                  <a:gd name="T102" fmla="*/ 78 w 103"/>
                  <a:gd name="T103" fmla="*/ 62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 h="179">
                    <a:moveTo>
                      <a:pt x="78" y="62"/>
                    </a:moveTo>
                    <a:cubicBezTo>
                      <a:pt x="81" y="59"/>
                      <a:pt x="79" y="56"/>
                      <a:pt x="80" y="52"/>
                    </a:cubicBezTo>
                    <a:cubicBezTo>
                      <a:pt x="80" y="51"/>
                      <a:pt x="80" y="49"/>
                      <a:pt x="80" y="48"/>
                    </a:cubicBezTo>
                    <a:cubicBezTo>
                      <a:pt x="81" y="45"/>
                      <a:pt x="83" y="44"/>
                      <a:pt x="85" y="42"/>
                    </a:cubicBezTo>
                    <a:cubicBezTo>
                      <a:pt x="89" y="39"/>
                      <a:pt x="91" y="34"/>
                      <a:pt x="95" y="31"/>
                    </a:cubicBezTo>
                    <a:cubicBezTo>
                      <a:pt x="97" y="30"/>
                      <a:pt x="100" y="30"/>
                      <a:pt x="102" y="29"/>
                    </a:cubicBezTo>
                    <a:cubicBezTo>
                      <a:pt x="103" y="27"/>
                      <a:pt x="102" y="24"/>
                      <a:pt x="101" y="23"/>
                    </a:cubicBezTo>
                    <a:cubicBezTo>
                      <a:pt x="100" y="21"/>
                      <a:pt x="101" y="21"/>
                      <a:pt x="99" y="21"/>
                    </a:cubicBezTo>
                    <a:cubicBezTo>
                      <a:pt x="97" y="20"/>
                      <a:pt x="98" y="24"/>
                      <a:pt x="97" y="25"/>
                    </a:cubicBezTo>
                    <a:cubicBezTo>
                      <a:pt x="96" y="26"/>
                      <a:pt x="95" y="28"/>
                      <a:pt x="94" y="29"/>
                    </a:cubicBezTo>
                    <a:cubicBezTo>
                      <a:pt x="93" y="30"/>
                      <a:pt x="90" y="29"/>
                      <a:pt x="88" y="30"/>
                    </a:cubicBezTo>
                    <a:cubicBezTo>
                      <a:pt x="87" y="32"/>
                      <a:pt x="84" y="30"/>
                      <a:pt x="82" y="30"/>
                    </a:cubicBezTo>
                    <a:cubicBezTo>
                      <a:pt x="81" y="30"/>
                      <a:pt x="79" y="31"/>
                      <a:pt x="78" y="30"/>
                    </a:cubicBezTo>
                    <a:cubicBezTo>
                      <a:pt x="76" y="30"/>
                      <a:pt x="79" y="28"/>
                      <a:pt x="79" y="28"/>
                    </a:cubicBezTo>
                    <a:cubicBezTo>
                      <a:pt x="80" y="27"/>
                      <a:pt x="79" y="26"/>
                      <a:pt x="79" y="26"/>
                    </a:cubicBezTo>
                    <a:cubicBezTo>
                      <a:pt x="79" y="24"/>
                      <a:pt x="80" y="23"/>
                      <a:pt x="81" y="22"/>
                    </a:cubicBezTo>
                    <a:cubicBezTo>
                      <a:pt x="85" y="18"/>
                      <a:pt x="77" y="16"/>
                      <a:pt x="74" y="14"/>
                    </a:cubicBezTo>
                    <a:cubicBezTo>
                      <a:pt x="71" y="12"/>
                      <a:pt x="67" y="12"/>
                      <a:pt x="64" y="9"/>
                    </a:cubicBezTo>
                    <a:cubicBezTo>
                      <a:pt x="63" y="8"/>
                      <a:pt x="61" y="7"/>
                      <a:pt x="60" y="6"/>
                    </a:cubicBezTo>
                    <a:cubicBezTo>
                      <a:pt x="59" y="4"/>
                      <a:pt x="58" y="2"/>
                      <a:pt x="57" y="2"/>
                    </a:cubicBezTo>
                    <a:cubicBezTo>
                      <a:pt x="56" y="1"/>
                      <a:pt x="53" y="1"/>
                      <a:pt x="52" y="2"/>
                    </a:cubicBezTo>
                    <a:cubicBezTo>
                      <a:pt x="51" y="3"/>
                      <a:pt x="50" y="6"/>
                      <a:pt x="48" y="4"/>
                    </a:cubicBezTo>
                    <a:cubicBezTo>
                      <a:pt x="47" y="2"/>
                      <a:pt x="45" y="2"/>
                      <a:pt x="43" y="2"/>
                    </a:cubicBezTo>
                    <a:cubicBezTo>
                      <a:pt x="41" y="2"/>
                      <a:pt x="41" y="0"/>
                      <a:pt x="39" y="1"/>
                    </a:cubicBezTo>
                    <a:cubicBezTo>
                      <a:pt x="38" y="2"/>
                      <a:pt x="35" y="3"/>
                      <a:pt x="35" y="4"/>
                    </a:cubicBezTo>
                    <a:cubicBezTo>
                      <a:pt x="34" y="6"/>
                      <a:pt x="35" y="8"/>
                      <a:pt x="35" y="9"/>
                    </a:cubicBezTo>
                    <a:cubicBezTo>
                      <a:pt x="34" y="13"/>
                      <a:pt x="31" y="13"/>
                      <a:pt x="28" y="14"/>
                    </a:cubicBezTo>
                    <a:cubicBezTo>
                      <a:pt x="26" y="15"/>
                      <a:pt x="27" y="20"/>
                      <a:pt x="27" y="22"/>
                    </a:cubicBezTo>
                    <a:cubicBezTo>
                      <a:pt x="27" y="24"/>
                      <a:pt x="28" y="26"/>
                      <a:pt x="28" y="27"/>
                    </a:cubicBezTo>
                    <a:cubicBezTo>
                      <a:pt x="28" y="28"/>
                      <a:pt x="25" y="31"/>
                      <a:pt x="25" y="32"/>
                    </a:cubicBezTo>
                    <a:cubicBezTo>
                      <a:pt x="24" y="33"/>
                      <a:pt x="21" y="35"/>
                      <a:pt x="21" y="36"/>
                    </a:cubicBezTo>
                    <a:cubicBezTo>
                      <a:pt x="21" y="37"/>
                      <a:pt x="21" y="38"/>
                      <a:pt x="21" y="39"/>
                    </a:cubicBezTo>
                    <a:cubicBezTo>
                      <a:pt x="21" y="40"/>
                      <a:pt x="20" y="41"/>
                      <a:pt x="20" y="42"/>
                    </a:cubicBezTo>
                    <a:cubicBezTo>
                      <a:pt x="20" y="43"/>
                      <a:pt x="21" y="46"/>
                      <a:pt x="19" y="47"/>
                    </a:cubicBezTo>
                    <a:cubicBezTo>
                      <a:pt x="19" y="48"/>
                      <a:pt x="19" y="50"/>
                      <a:pt x="19" y="51"/>
                    </a:cubicBezTo>
                    <a:cubicBezTo>
                      <a:pt x="18" y="51"/>
                      <a:pt x="17" y="51"/>
                      <a:pt x="17" y="52"/>
                    </a:cubicBezTo>
                    <a:cubicBezTo>
                      <a:pt x="17" y="54"/>
                      <a:pt x="19" y="55"/>
                      <a:pt x="19" y="57"/>
                    </a:cubicBezTo>
                    <a:cubicBezTo>
                      <a:pt x="19" y="58"/>
                      <a:pt x="19" y="60"/>
                      <a:pt x="20" y="61"/>
                    </a:cubicBezTo>
                    <a:cubicBezTo>
                      <a:pt x="22" y="65"/>
                      <a:pt x="18" y="69"/>
                      <a:pt x="18" y="73"/>
                    </a:cubicBezTo>
                    <a:cubicBezTo>
                      <a:pt x="17" y="75"/>
                      <a:pt x="19" y="77"/>
                      <a:pt x="18" y="79"/>
                    </a:cubicBezTo>
                    <a:cubicBezTo>
                      <a:pt x="17" y="80"/>
                      <a:pt x="15" y="81"/>
                      <a:pt x="14" y="83"/>
                    </a:cubicBezTo>
                    <a:cubicBezTo>
                      <a:pt x="13" y="85"/>
                      <a:pt x="17" y="93"/>
                      <a:pt x="15" y="94"/>
                    </a:cubicBezTo>
                    <a:cubicBezTo>
                      <a:pt x="11" y="96"/>
                      <a:pt x="12" y="101"/>
                      <a:pt x="11" y="105"/>
                    </a:cubicBezTo>
                    <a:cubicBezTo>
                      <a:pt x="9" y="108"/>
                      <a:pt x="10" y="113"/>
                      <a:pt x="10" y="117"/>
                    </a:cubicBezTo>
                    <a:cubicBezTo>
                      <a:pt x="10" y="120"/>
                      <a:pt x="10" y="123"/>
                      <a:pt x="10" y="126"/>
                    </a:cubicBezTo>
                    <a:cubicBezTo>
                      <a:pt x="10" y="127"/>
                      <a:pt x="15" y="130"/>
                      <a:pt x="13" y="130"/>
                    </a:cubicBezTo>
                    <a:cubicBezTo>
                      <a:pt x="13" y="130"/>
                      <a:pt x="9" y="131"/>
                      <a:pt x="11" y="132"/>
                    </a:cubicBezTo>
                    <a:cubicBezTo>
                      <a:pt x="13" y="132"/>
                      <a:pt x="13" y="133"/>
                      <a:pt x="12" y="135"/>
                    </a:cubicBezTo>
                    <a:cubicBezTo>
                      <a:pt x="11" y="137"/>
                      <a:pt x="11" y="139"/>
                      <a:pt x="11" y="142"/>
                    </a:cubicBezTo>
                    <a:cubicBezTo>
                      <a:pt x="11" y="144"/>
                      <a:pt x="9" y="145"/>
                      <a:pt x="8" y="147"/>
                    </a:cubicBezTo>
                    <a:cubicBezTo>
                      <a:pt x="7" y="148"/>
                      <a:pt x="8" y="150"/>
                      <a:pt x="8" y="152"/>
                    </a:cubicBezTo>
                    <a:cubicBezTo>
                      <a:pt x="8" y="153"/>
                      <a:pt x="6" y="156"/>
                      <a:pt x="5" y="156"/>
                    </a:cubicBezTo>
                    <a:cubicBezTo>
                      <a:pt x="0" y="158"/>
                      <a:pt x="3" y="164"/>
                      <a:pt x="4" y="167"/>
                    </a:cubicBezTo>
                    <a:cubicBezTo>
                      <a:pt x="5" y="169"/>
                      <a:pt x="8" y="166"/>
                      <a:pt x="8" y="170"/>
                    </a:cubicBezTo>
                    <a:cubicBezTo>
                      <a:pt x="8" y="171"/>
                      <a:pt x="7" y="174"/>
                      <a:pt x="9" y="175"/>
                    </a:cubicBezTo>
                    <a:cubicBezTo>
                      <a:pt x="10" y="176"/>
                      <a:pt x="11" y="176"/>
                      <a:pt x="13" y="176"/>
                    </a:cubicBezTo>
                    <a:cubicBezTo>
                      <a:pt x="15" y="177"/>
                      <a:pt x="18" y="177"/>
                      <a:pt x="20" y="177"/>
                    </a:cubicBezTo>
                    <a:cubicBezTo>
                      <a:pt x="21" y="177"/>
                      <a:pt x="22" y="177"/>
                      <a:pt x="23" y="178"/>
                    </a:cubicBezTo>
                    <a:cubicBezTo>
                      <a:pt x="23" y="177"/>
                      <a:pt x="24" y="177"/>
                      <a:pt x="25" y="177"/>
                    </a:cubicBezTo>
                    <a:cubicBezTo>
                      <a:pt x="25" y="178"/>
                      <a:pt x="27" y="179"/>
                      <a:pt x="27" y="179"/>
                    </a:cubicBezTo>
                    <a:cubicBezTo>
                      <a:pt x="28" y="179"/>
                      <a:pt x="26" y="176"/>
                      <a:pt x="26" y="175"/>
                    </a:cubicBezTo>
                    <a:cubicBezTo>
                      <a:pt x="24" y="173"/>
                      <a:pt x="24" y="171"/>
                      <a:pt x="24" y="169"/>
                    </a:cubicBezTo>
                    <a:cubicBezTo>
                      <a:pt x="24" y="167"/>
                      <a:pt x="24" y="166"/>
                      <a:pt x="27" y="164"/>
                    </a:cubicBezTo>
                    <a:cubicBezTo>
                      <a:pt x="29" y="163"/>
                      <a:pt x="25" y="163"/>
                      <a:pt x="25" y="163"/>
                    </a:cubicBezTo>
                    <a:cubicBezTo>
                      <a:pt x="25" y="163"/>
                      <a:pt x="27" y="162"/>
                      <a:pt x="26" y="162"/>
                    </a:cubicBezTo>
                    <a:cubicBezTo>
                      <a:pt x="27" y="162"/>
                      <a:pt x="27" y="163"/>
                      <a:pt x="28" y="163"/>
                    </a:cubicBezTo>
                    <a:cubicBezTo>
                      <a:pt x="29" y="164"/>
                      <a:pt x="30" y="163"/>
                      <a:pt x="31" y="163"/>
                    </a:cubicBezTo>
                    <a:cubicBezTo>
                      <a:pt x="32" y="161"/>
                      <a:pt x="31" y="159"/>
                      <a:pt x="31" y="157"/>
                    </a:cubicBezTo>
                    <a:cubicBezTo>
                      <a:pt x="32" y="155"/>
                      <a:pt x="34" y="154"/>
                      <a:pt x="37" y="153"/>
                    </a:cubicBezTo>
                    <a:cubicBezTo>
                      <a:pt x="38" y="152"/>
                      <a:pt x="39" y="152"/>
                      <a:pt x="40" y="151"/>
                    </a:cubicBezTo>
                    <a:cubicBezTo>
                      <a:pt x="41" y="150"/>
                      <a:pt x="39" y="149"/>
                      <a:pt x="39" y="149"/>
                    </a:cubicBezTo>
                    <a:cubicBezTo>
                      <a:pt x="39" y="148"/>
                      <a:pt x="42" y="147"/>
                      <a:pt x="41" y="145"/>
                    </a:cubicBezTo>
                    <a:cubicBezTo>
                      <a:pt x="40" y="143"/>
                      <a:pt x="36" y="145"/>
                      <a:pt x="35" y="143"/>
                    </a:cubicBezTo>
                    <a:cubicBezTo>
                      <a:pt x="34" y="142"/>
                      <a:pt x="33" y="142"/>
                      <a:pt x="32" y="140"/>
                    </a:cubicBezTo>
                    <a:cubicBezTo>
                      <a:pt x="31" y="138"/>
                      <a:pt x="33" y="135"/>
                      <a:pt x="34" y="134"/>
                    </a:cubicBezTo>
                    <a:cubicBezTo>
                      <a:pt x="36" y="133"/>
                      <a:pt x="37" y="131"/>
                      <a:pt x="39" y="131"/>
                    </a:cubicBezTo>
                    <a:cubicBezTo>
                      <a:pt x="41" y="130"/>
                      <a:pt x="41" y="132"/>
                      <a:pt x="42" y="129"/>
                    </a:cubicBezTo>
                    <a:cubicBezTo>
                      <a:pt x="42" y="127"/>
                      <a:pt x="44" y="126"/>
                      <a:pt x="43" y="124"/>
                    </a:cubicBezTo>
                    <a:cubicBezTo>
                      <a:pt x="42" y="121"/>
                      <a:pt x="47" y="121"/>
                      <a:pt x="48" y="119"/>
                    </a:cubicBezTo>
                    <a:cubicBezTo>
                      <a:pt x="48" y="119"/>
                      <a:pt x="43" y="115"/>
                      <a:pt x="48" y="116"/>
                    </a:cubicBezTo>
                    <a:cubicBezTo>
                      <a:pt x="49" y="117"/>
                      <a:pt x="49" y="118"/>
                      <a:pt x="50" y="118"/>
                    </a:cubicBezTo>
                    <a:cubicBezTo>
                      <a:pt x="52" y="118"/>
                      <a:pt x="52" y="115"/>
                      <a:pt x="51" y="114"/>
                    </a:cubicBezTo>
                    <a:cubicBezTo>
                      <a:pt x="51" y="113"/>
                      <a:pt x="49" y="115"/>
                      <a:pt x="49" y="115"/>
                    </a:cubicBezTo>
                    <a:cubicBezTo>
                      <a:pt x="47" y="115"/>
                      <a:pt x="45" y="114"/>
                      <a:pt x="45" y="113"/>
                    </a:cubicBezTo>
                    <a:cubicBezTo>
                      <a:pt x="45" y="112"/>
                      <a:pt x="43" y="105"/>
                      <a:pt x="45" y="105"/>
                    </a:cubicBezTo>
                    <a:cubicBezTo>
                      <a:pt x="48" y="106"/>
                      <a:pt x="50" y="108"/>
                      <a:pt x="54" y="108"/>
                    </a:cubicBezTo>
                    <a:cubicBezTo>
                      <a:pt x="55" y="108"/>
                      <a:pt x="56" y="107"/>
                      <a:pt x="57" y="107"/>
                    </a:cubicBezTo>
                    <a:cubicBezTo>
                      <a:pt x="59" y="105"/>
                      <a:pt x="57" y="104"/>
                      <a:pt x="58" y="102"/>
                    </a:cubicBezTo>
                    <a:cubicBezTo>
                      <a:pt x="58" y="101"/>
                      <a:pt x="59" y="100"/>
                      <a:pt x="59" y="100"/>
                    </a:cubicBezTo>
                    <a:cubicBezTo>
                      <a:pt x="60" y="98"/>
                      <a:pt x="59" y="98"/>
                      <a:pt x="59" y="97"/>
                    </a:cubicBezTo>
                    <a:cubicBezTo>
                      <a:pt x="58" y="96"/>
                      <a:pt x="58" y="94"/>
                      <a:pt x="59" y="94"/>
                    </a:cubicBezTo>
                    <a:cubicBezTo>
                      <a:pt x="61" y="94"/>
                      <a:pt x="60" y="96"/>
                      <a:pt x="60" y="96"/>
                    </a:cubicBezTo>
                    <a:cubicBezTo>
                      <a:pt x="59" y="95"/>
                      <a:pt x="65" y="95"/>
                      <a:pt x="65" y="95"/>
                    </a:cubicBezTo>
                    <a:cubicBezTo>
                      <a:pt x="69" y="95"/>
                      <a:pt x="72" y="93"/>
                      <a:pt x="76" y="93"/>
                    </a:cubicBezTo>
                    <a:cubicBezTo>
                      <a:pt x="77" y="92"/>
                      <a:pt x="80" y="91"/>
                      <a:pt x="82" y="90"/>
                    </a:cubicBezTo>
                    <a:cubicBezTo>
                      <a:pt x="83" y="89"/>
                      <a:pt x="83" y="88"/>
                      <a:pt x="84" y="87"/>
                    </a:cubicBezTo>
                    <a:cubicBezTo>
                      <a:pt x="85" y="86"/>
                      <a:pt x="86" y="85"/>
                      <a:pt x="87" y="83"/>
                    </a:cubicBezTo>
                    <a:cubicBezTo>
                      <a:pt x="87" y="80"/>
                      <a:pt x="85" y="80"/>
                      <a:pt x="83" y="78"/>
                    </a:cubicBezTo>
                    <a:cubicBezTo>
                      <a:pt x="82" y="76"/>
                      <a:pt x="85" y="75"/>
                      <a:pt x="83" y="73"/>
                    </a:cubicBezTo>
                    <a:cubicBezTo>
                      <a:pt x="82" y="72"/>
                      <a:pt x="78" y="71"/>
                      <a:pt x="78" y="69"/>
                    </a:cubicBezTo>
                    <a:cubicBezTo>
                      <a:pt x="78" y="69"/>
                      <a:pt x="78" y="68"/>
                      <a:pt x="79" y="68"/>
                    </a:cubicBezTo>
                    <a:cubicBezTo>
                      <a:pt x="79" y="67"/>
                      <a:pt x="78" y="67"/>
                      <a:pt x="78" y="66"/>
                    </a:cubicBezTo>
                    <a:cubicBezTo>
                      <a:pt x="78" y="65"/>
                      <a:pt x="77" y="63"/>
                      <a:pt x="78" y="62"/>
                    </a:cubicBezTo>
                    <a:cubicBezTo>
                      <a:pt x="79" y="61"/>
                      <a:pt x="77" y="63"/>
                      <a:pt x="78" y="6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5" name="Freeform 631">
                <a:extLst>
                  <a:ext uri="{FF2B5EF4-FFF2-40B4-BE49-F238E27FC236}">
                    <a16:creationId xmlns:a16="http://schemas.microsoft.com/office/drawing/2014/main" id="{D66A27DD-50EC-D486-EB9E-E4C8A83BC6CF}"/>
                  </a:ext>
                </a:extLst>
              </p:cNvPr>
              <p:cNvSpPr>
                <a:spLocks/>
              </p:cNvSpPr>
              <p:nvPr/>
            </p:nvSpPr>
            <p:spPr bwMode="auto">
              <a:xfrm>
                <a:off x="7617387" y="8313140"/>
                <a:ext cx="203824" cy="226173"/>
              </a:xfrm>
              <a:custGeom>
                <a:avLst/>
                <a:gdLst>
                  <a:gd name="T0" fmla="*/ 15 w 22"/>
                  <a:gd name="T1" fmla="*/ 23 h 24"/>
                  <a:gd name="T2" fmla="*/ 19 w 22"/>
                  <a:gd name="T3" fmla="*/ 24 h 24"/>
                  <a:gd name="T4" fmla="*/ 19 w 22"/>
                  <a:gd name="T5" fmla="*/ 17 h 24"/>
                  <a:gd name="T6" fmla="*/ 20 w 22"/>
                  <a:gd name="T7" fmla="*/ 10 h 24"/>
                  <a:gd name="T8" fmla="*/ 21 w 22"/>
                  <a:gd name="T9" fmla="*/ 7 h 24"/>
                  <a:gd name="T10" fmla="*/ 22 w 22"/>
                  <a:gd name="T11" fmla="*/ 3 h 24"/>
                  <a:gd name="T12" fmla="*/ 17 w 22"/>
                  <a:gd name="T13" fmla="*/ 4 h 24"/>
                  <a:gd name="T14" fmla="*/ 12 w 22"/>
                  <a:gd name="T15" fmla="*/ 5 h 24"/>
                  <a:gd name="T16" fmla="*/ 9 w 22"/>
                  <a:gd name="T17" fmla="*/ 8 h 24"/>
                  <a:gd name="T18" fmla="*/ 4 w 22"/>
                  <a:gd name="T19" fmla="*/ 9 h 24"/>
                  <a:gd name="T20" fmla="*/ 3 w 22"/>
                  <a:gd name="T21" fmla="*/ 12 h 24"/>
                  <a:gd name="T22" fmla="*/ 0 w 22"/>
                  <a:gd name="T23" fmla="*/ 13 h 24"/>
                  <a:gd name="T24" fmla="*/ 6 w 22"/>
                  <a:gd name="T25" fmla="*/ 19 h 24"/>
                  <a:gd name="T26" fmla="*/ 11 w 22"/>
                  <a:gd name="T27" fmla="*/ 22 h 24"/>
                  <a:gd name="T28" fmla="*/ 15 w 22"/>
                  <a:gd name="T29" fmla="*/ 23 h 24"/>
                  <a:gd name="T30" fmla="*/ 15 w 22"/>
                  <a:gd name="T31"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4">
                    <a:moveTo>
                      <a:pt x="15" y="23"/>
                    </a:moveTo>
                    <a:cubicBezTo>
                      <a:pt x="16" y="24"/>
                      <a:pt x="17" y="24"/>
                      <a:pt x="19" y="24"/>
                    </a:cubicBezTo>
                    <a:cubicBezTo>
                      <a:pt x="17" y="21"/>
                      <a:pt x="19" y="20"/>
                      <a:pt x="19" y="17"/>
                    </a:cubicBezTo>
                    <a:cubicBezTo>
                      <a:pt x="19" y="15"/>
                      <a:pt x="20" y="12"/>
                      <a:pt x="20" y="10"/>
                    </a:cubicBezTo>
                    <a:cubicBezTo>
                      <a:pt x="20" y="9"/>
                      <a:pt x="21" y="8"/>
                      <a:pt x="21" y="7"/>
                    </a:cubicBezTo>
                    <a:cubicBezTo>
                      <a:pt x="22" y="6"/>
                      <a:pt x="21" y="5"/>
                      <a:pt x="22" y="3"/>
                    </a:cubicBezTo>
                    <a:cubicBezTo>
                      <a:pt x="22" y="0"/>
                      <a:pt x="18" y="4"/>
                      <a:pt x="17" y="4"/>
                    </a:cubicBezTo>
                    <a:cubicBezTo>
                      <a:pt x="15" y="4"/>
                      <a:pt x="14" y="3"/>
                      <a:pt x="12" y="5"/>
                    </a:cubicBezTo>
                    <a:cubicBezTo>
                      <a:pt x="12" y="5"/>
                      <a:pt x="10" y="9"/>
                      <a:pt x="9" y="8"/>
                    </a:cubicBezTo>
                    <a:cubicBezTo>
                      <a:pt x="7" y="8"/>
                      <a:pt x="6" y="8"/>
                      <a:pt x="4" y="9"/>
                    </a:cubicBezTo>
                    <a:cubicBezTo>
                      <a:pt x="4" y="10"/>
                      <a:pt x="4" y="12"/>
                      <a:pt x="3" y="12"/>
                    </a:cubicBezTo>
                    <a:cubicBezTo>
                      <a:pt x="3" y="13"/>
                      <a:pt x="1" y="13"/>
                      <a:pt x="0" y="13"/>
                    </a:cubicBezTo>
                    <a:cubicBezTo>
                      <a:pt x="2" y="15"/>
                      <a:pt x="4" y="18"/>
                      <a:pt x="6" y="19"/>
                    </a:cubicBezTo>
                    <a:cubicBezTo>
                      <a:pt x="7" y="21"/>
                      <a:pt x="9" y="22"/>
                      <a:pt x="11" y="22"/>
                    </a:cubicBezTo>
                    <a:cubicBezTo>
                      <a:pt x="12" y="22"/>
                      <a:pt x="14" y="22"/>
                      <a:pt x="15" y="23"/>
                    </a:cubicBezTo>
                    <a:cubicBezTo>
                      <a:pt x="16" y="23"/>
                      <a:pt x="15" y="22"/>
                      <a:pt x="15" y="2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6" name="Freeform 632">
                <a:extLst>
                  <a:ext uri="{FF2B5EF4-FFF2-40B4-BE49-F238E27FC236}">
                    <a16:creationId xmlns:a16="http://schemas.microsoft.com/office/drawing/2014/main" id="{092B10B1-47DD-D105-5DCB-246A894C7A75}"/>
                  </a:ext>
                </a:extLst>
              </p:cNvPr>
              <p:cNvSpPr>
                <a:spLocks/>
              </p:cNvSpPr>
              <p:nvPr/>
            </p:nvSpPr>
            <p:spPr bwMode="auto">
              <a:xfrm>
                <a:off x="7681084" y="8520197"/>
                <a:ext cx="159235" cy="140163"/>
              </a:xfrm>
              <a:custGeom>
                <a:avLst/>
                <a:gdLst>
                  <a:gd name="T0" fmla="*/ 16 w 17"/>
                  <a:gd name="T1" fmla="*/ 10 h 15"/>
                  <a:gd name="T2" fmla="*/ 17 w 17"/>
                  <a:gd name="T3" fmla="*/ 8 h 15"/>
                  <a:gd name="T4" fmla="*/ 15 w 17"/>
                  <a:gd name="T5" fmla="*/ 6 h 15"/>
                  <a:gd name="T6" fmla="*/ 12 w 17"/>
                  <a:gd name="T7" fmla="*/ 2 h 15"/>
                  <a:gd name="T8" fmla="*/ 8 w 17"/>
                  <a:gd name="T9" fmla="*/ 1 h 15"/>
                  <a:gd name="T10" fmla="*/ 3 w 17"/>
                  <a:gd name="T11" fmla="*/ 0 h 15"/>
                  <a:gd name="T12" fmla="*/ 3 w 17"/>
                  <a:gd name="T13" fmla="*/ 6 h 15"/>
                  <a:gd name="T14" fmla="*/ 6 w 17"/>
                  <a:gd name="T15" fmla="*/ 7 h 15"/>
                  <a:gd name="T16" fmla="*/ 4 w 17"/>
                  <a:gd name="T17" fmla="*/ 5 h 15"/>
                  <a:gd name="T18" fmla="*/ 7 w 17"/>
                  <a:gd name="T19" fmla="*/ 7 h 15"/>
                  <a:gd name="T20" fmla="*/ 11 w 17"/>
                  <a:gd name="T21" fmla="*/ 10 h 15"/>
                  <a:gd name="T22" fmla="*/ 14 w 17"/>
                  <a:gd name="T23" fmla="*/ 14 h 15"/>
                  <a:gd name="T24" fmla="*/ 16 w 17"/>
                  <a:gd name="T25" fmla="*/ 10 h 15"/>
                  <a:gd name="T26" fmla="*/ 16 w 17"/>
                  <a:gd name="T27"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5">
                    <a:moveTo>
                      <a:pt x="16" y="10"/>
                    </a:moveTo>
                    <a:cubicBezTo>
                      <a:pt x="16" y="9"/>
                      <a:pt x="16" y="8"/>
                      <a:pt x="17" y="8"/>
                    </a:cubicBezTo>
                    <a:cubicBezTo>
                      <a:pt x="16" y="7"/>
                      <a:pt x="16" y="6"/>
                      <a:pt x="15" y="6"/>
                    </a:cubicBezTo>
                    <a:cubicBezTo>
                      <a:pt x="14" y="5"/>
                      <a:pt x="13" y="2"/>
                      <a:pt x="12" y="2"/>
                    </a:cubicBezTo>
                    <a:cubicBezTo>
                      <a:pt x="10" y="2"/>
                      <a:pt x="9" y="2"/>
                      <a:pt x="8" y="1"/>
                    </a:cubicBezTo>
                    <a:cubicBezTo>
                      <a:pt x="7" y="0"/>
                      <a:pt x="4" y="0"/>
                      <a:pt x="3" y="0"/>
                    </a:cubicBezTo>
                    <a:cubicBezTo>
                      <a:pt x="4" y="1"/>
                      <a:pt x="0" y="6"/>
                      <a:pt x="3" y="6"/>
                    </a:cubicBezTo>
                    <a:cubicBezTo>
                      <a:pt x="4" y="6"/>
                      <a:pt x="4" y="8"/>
                      <a:pt x="6" y="7"/>
                    </a:cubicBezTo>
                    <a:cubicBezTo>
                      <a:pt x="7" y="6"/>
                      <a:pt x="4" y="5"/>
                      <a:pt x="4" y="5"/>
                    </a:cubicBezTo>
                    <a:cubicBezTo>
                      <a:pt x="5" y="5"/>
                      <a:pt x="7" y="6"/>
                      <a:pt x="7" y="7"/>
                    </a:cubicBezTo>
                    <a:cubicBezTo>
                      <a:pt x="8" y="9"/>
                      <a:pt x="10" y="8"/>
                      <a:pt x="11" y="10"/>
                    </a:cubicBezTo>
                    <a:cubicBezTo>
                      <a:pt x="12" y="11"/>
                      <a:pt x="12" y="13"/>
                      <a:pt x="14" y="14"/>
                    </a:cubicBezTo>
                    <a:cubicBezTo>
                      <a:pt x="17" y="15"/>
                      <a:pt x="17" y="12"/>
                      <a:pt x="16" y="10"/>
                    </a:cubicBezTo>
                    <a:cubicBezTo>
                      <a:pt x="16" y="9"/>
                      <a:pt x="16" y="11"/>
                      <a:pt x="16"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7" name="Freeform 633">
                <a:extLst>
                  <a:ext uri="{FF2B5EF4-FFF2-40B4-BE49-F238E27FC236}">
                    <a16:creationId xmlns:a16="http://schemas.microsoft.com/office/drawing/2014/main" id="{86D608D2-1883-0509-060C-DCB5F9C7278B}"/>
                  </a:ext>
                </a:extLst>
              </p:cNvPr>
              <p:cNvSpPr>
                <a:spLocks/>
              </p:cNvSpPr>
              <p:nvPr/>
            </p:nvSpPr>
            <p:spPr bwMode="auto">
              <a:xfrm>
                <a:off x="7502737" y="8360921"/>
                <a:ext cx="105096" cy="82827"/>
              </a:xfrm>
              <a:custGeom>
                <a:avLst/>
                <a:gdLst>
                  <a:gd name="T0" fmla="*/ 4 w 11"/>
                  <a:gd name="T1" fmla="*/ 1 h 9"/>
                  <a:gd name="T2" fmla="*/ 4 w 11"/>
                  <a:gd name="T3" fmla="*/ 0 h 9"/>
                  <a:gd name="T4" fmla="*/ 0 w 11"/>
                  <a:gd name="T5" fmla="*/ 4 h 9"/>
                  <a:gd name="T6" fmla="*/ 11 w 11"/>
                  <a:gd name="T7" fmla="*/ 5 h 9"/>
                  <a:gd name="T8" fmla="*/ 4 w 11"/>
                  <a:gd name="T9" fmla="*/ 1 h 9"/>
                </a:gdLst>
                <a:ahLst/>
                <a:cxnLst>
                  <a:cxn ang="0">
                    <a:pos x="T0" y="T1"/>
                  </a:cxn>
                  <a:cxn ang="0">
                    <a:pos x="T2" y="T3"/>
                  </a:cxn>
                  <a:cxn ang="0">
                    <a:pos x="T4" y="T5"/>
                  </a:cxn>
                  <a:cxn ang="0">
                    <a:pos x="T6" y="T7"/>
                  </a:cxn>
                  <a:cxn ang="0">
                    <a:pos x="T8" y="T9"/>
                  </a:cxn>
                </a:cxnLst>
                <a:rect l="0" t="0" r="r" b="b"/>
                <a:pathLst>
                  <a:path w="11" h="9">
                    <a:moveTo>
                      <a:pt x="4" y="1"/>
                    </a:moveTo>
                    <a:cubicBezTo>
                      <a:pt x="4" y="0"/>
                      <a:pt x="4" y="0"/>
                      <a:pt x="4" y="0"/>
                    </a:cubicBezTo>
                    <a:cubicBezTo>
                      <a:pt x="3" y="1"/>
                      <a:pt x="1" y="3"/>
                      <a:pt x="0" y="4"/>
                    </a:cubicBezTo>
                    <a:cubicBezTo>
                      <a:pt x="2" y="5"/>
                      <a:pt x="11" y="9"/>
                      <a:pt x="11" y="5"/>
                    </a:cubicBezTo>
                    <a:cubicBezTo>
                      <a:pt x="11" y="2"/>
                      <a:pt x="6" y="3"/>
                      <a:pt x="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8" name="Freeform 634">
                <a:extLst>
                  <a:ext uri="{FF2B5EF4-FFF2-40B4-BE49-F238E27FC236}">
                    <a16:creationId xmlns:a16="http://schemas.microsoft.com/office/drawing/2014/main" id="{6DA0A749-2D32-BB5B-55D6-43A6FB0A3D54}"/>
                  </a:ext>
                </a:extLst>
              </p:cNvPr>
              <p:cNvSpPr>
                <a:spLocks/>
              </p:cNvSpPr>
              <p:nvPr/>
            </p:nvSpPr>
            <p:spPr bwMode="auto">
              <a:xfrm>
                <a:off x="7391272" y="8192091"/>
                <a:ext cx="187902" cy="216615"/>
              </a:xfrm>
              <a:custGeom>
                <a:avLst/>
                <a:gdLst>
                  <a:gd name="T0" fmla="*/ 16 w 20"/>
                  <a:gd name="T1" fmla="*/ 16 h 23"/>
                  <a:gd name="T2" fmla="*/ 20 w 20"/>
                  <a:gd name="T3" fmla="*/ 12 h 23"/>
                  <a:gd name="T4" fmla="*/ 16 w 20"/>
                  <a:gd name="T5" fmla="*/ 8 h 23"/>
                  <a:gd name="T6" fmla="*/ 16 w 20"/>
                  <a:gd name="T7" fmla="*/ 1 h 23"/>
                  <a:gd name="T8" fmla="*/ 8 w 20"/>
                  <a:gd name="T9" fmla="*/ 1 h 23"/>
                  <a:gd name="T10" fmla="*/ 7 w 20"/>
                  <a:gd name="T11" fmla="*/ 6 h 23"/>
                  <a:gd name="T12" fmla="*/ 8 w 20"/>
                  <a:gd name="T13" fmla="*/ 10 h 23"/>
                  <a:gd name="T14" fmla="*/ 4 w 20"/>
                  <a:gd name="T15" fmla="*/ 10 h 23"/>
                  <a:gd name="T16" fmla="*/ 2 w 20"/>
                  <a:gd name="T17" fmla="*/ 15 h 23"/>
                  <a:gd name="T18" fmla="*/ 12 w 20"/>
                  <a:gd name="T19" fmla="*/ 21 h 23"/>
                  <a:gd name="T20" fmla="*/ 16 w 20"/>
                  <a:gd name="T21" fmla="*/ 1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3">
                    <a:moveTo>
                      <a:pt x="16" y="16"/>
                    </a:moveTo>
                    <a:cubicBezTo>
                      <a:pt x="16" y="14"/>
                      <a:pt x="19" y="13"/>
                      <a:pt x="20" y="12"/>
                    </a:cubicBezTo>
                    <a:cubicBezTo>
                      <a:pt x="17" y="11"/>
                      <a:pt x="16" y="11"/>
                      <a:pt x="16" y="8"/>
                    </a:cubicBezTo>
                    <a:cubicBezTo>
                      <a:pt x="16" y="7"/>
                      <a:pt x="17" y="2"/>
                      <a:pt x="16" y="1"/>
                    </a:cubicBezTo>
                    <a:cubicBezTo>
                      <a:pt x="15" y="0"/>
                      <a:pt x="10" y="1"/>
                      <a:pt x="8" y="1"/>
                    </a:cubicBezTo>
                    <a:cubicBezTo>
                      <a:pt x="6" y="1"/>
                      <a:pt x="6" y="4"/>
                      <a:pt x="7" y="6"/>
                    </a:cubicBezTo>
                    <a:cubicBezTo>
                      <a:pt x="8" y="7"/>
                      <a:pt x="12" y="10"/>
                      <a:pt x="8" y="10"/>
                    </a:cubicBezTo>
                    <a:cubicBezTo>
                      <a:pt x="7" y="10"/>
                      <a:pt x="5" y="10"/>
                      <a:pt x="4" y="10"/>
                    </a:cubicBezTo>
                    <a:cubicBezTo>
                      <a:pt x="2" y="10"/>
                      <a:pt x="2" y="14"/>
                      <a:pt x="2" y="15"/>
                    </a:cubicBezTo>
                    <a:cubicBezTo>
                      <a:pt x="0" y="21"/>
                      <a:pt x="8" y="20"/>
                      <a:pt x="12" y="21"/>
                    </a:cubicBezTo>
                    <a:cubicBezTo>
                      <a:pt x="13" y="23"/>
                      <a:pt x="16" y="17"/>
                      <a:pt x="16" y="1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39" name="Freeform 635">
                <a:extLst>
                  <a:ext uri="{FF2B5EF4-FFF2-40B4-BE49-F238E27FC236}">
                    <a16:creationId xmlns:a16="http://schemas.microsoft.com/office/drawing/2014/main" id="{2BF4B702-A7C1-6FF9-4E86-CDE832C681CC}"/>
                  </a:ext>
                </a:extLst>
              </p:cNvPr>
              <p:cNvSpPr>
                <a:spLocks/>
              </p:cNvSpPr>
              <p:nvPr/>
            </p:nvSpPr>
            <p:spPr bwMode="auto">
              <a:xfrm>
                <a:off x="6254330" y="7453043"/>
                <a:ext cx="1398093" cy="898324"/>
              </a:xfrm>
              <a:custGeom>
                <a:avLst/>
                <a:gdLst>
                  <a:gd name="T0" fmla="*/ 132 w 150"/>
                  <a:gd name="T1" fmla="*/ 88 h 96"/>
                  <a:gd name="T2" fmla="*/ 130 w 150"/>
                  <a:gd name="T3" fmla="*/ 80 h 96"/>
                  <a:gd name="T4" fmla="*/ 144 w 150"/>
                  <a:gd name="T5" fmla="*/ 78 h 96"/>
                  <a:gd name="T6" fmla="*/ 146 w 150"/>
                  <a:gd name="T7" fmla="*/ 68 h 96"/>
                  <a:gd name="T8" fmla="*/ 146 w 150"/>
                  <a:gd name="T9" fmla="*/ 61 h 96"/>
                  <a:gd name="T10" fmla="*/ 132 w 150"/>
                  <a:gd name="T11" fmla="*/ 64 h 96"/>
                  <a:gd name="T12" fmla="*/ 126 w 150"/>
                  <a:gd name="T13" fmla="*/ 76 h 96"/>
                  <a:gd name="T14" fmla="*/ 110 w 150"/>
                  <a:gd name="T15" fmla="*/ 76 h 96"/>
                  <a:gd name="T16" fmla="*/ 102 w 150"/>
                  <a:gd name="T17" fmla="*/ 69 h 96"/>
                  <a:gd name="T18" fmla="*/ 96 w 150"/>
                  <a:gd name="T19" fmla="*/ 51 h 96"/>
                  <a:gd name="T20" fmla="*/ 98 w 150"/>
                  <a:gd name="T21" fmla="*/ 38 h 96"/>
                  <a:gd name="T22" fmla="*/ 90 w 150"/>
                  <a:gd name="T23" fmla="*/ 35 h 96"/>
                  <a:gd name="T24" fmla="*/ 82 w 150"/>
                  <a:gd name="T25" fmla="*/ 24 h 96"/>
                  <a:gd name="T26" fmla="*/ 75 w 150"/>
                  <a:gd name="T27" fmla="*/ 17 h 96"/>
                  <a:gd name="T28" fmla="*/ 68 w 150"/>
                  <a:gd name="T29" fmla="*/ 20 h 96"/>
                  <a:gd name="T30" fmla="*/ 59 w 150"/>
                  <a:gd name="T31" fmla="*/ 10 h 96"/>
                  <a:gd name="T32" fmla="*/ 45 w 150"/>
                  <a:gd name="T33" fmla="*/ 6 h 96"/>
                  <a:gd name="T34" fmla="*/ 29 w 150"/>
                  <a:gd name="T35" fmla="*/ 8 h 96"/>
                  <a:gd name="T36" fmla="*/ 13 w 150"/>
                  <a:gd name="T37" fmla="*/ 1 h 96"/>
                  <a:gd name="T38" fmla="*/ 7 w 150"/>
                  <a:gd name="T39" fmla="*/ 16 h 96"/>
                  <a:gd name="T40" fmla="*/ 15 w 150"/>
                  <a:gd name="T41" fmla="*/ 28 h 96"/>
                  <a:gd name="T42" fmla="*/ 15 w 150"/>
                  <a:gd name="T43" fmla="*/ 32 h 96"/>
                  <a:gd name="T44" fmla="*/ 25 w 150"/>
                  <a:gd name="T45" fmla="*/ 38 h 96"/>
                  <a:gd name="T46" fmla="*/ 26 w 150"/>
                  <a:gd name="T47" fmla="*/ 44 h 96"/>
                  <a:gd name="T48" fmla="*/ 36 w 150"/>
                  <a:gd name="T49" fmla="*/ 53 h 96"/>
                  <a:gd name="T50" fmla="*/ 36 w 150"/>
                  <a:gd name="T51" fmla="*/ 47 h 96"/>
                  <a:gd name="T52" fmla="*/ 32 w 150"/>
                  <a:gd name="T53" fmla="*/ 42 h 96"/>
                  <a:gd name="T54" fmla="*/ 26 w 150"/>
                  <a:gd name="T55" fmla="*/ 32 h 96"/>
                  <a:gd name="T56" fmla="*/ 20 w 150"/>
                  <a:gd name="T57" fmla="*/ 23 h 96"/>
                  <a:gd name="T58" fmla="*/ 13 w 150"/>
                  <a:gd name="T59" fmla="*/ 16 h 96"/>
                  <a:gd name="T60" fmla="*/ 11 w 150"/>
                  <a:gd name="T61" fmla="*/ 5 h 96"/>
                  <a:gd name="T62" fmla="*/ 15 w 150"/>
                  <a:gd name="T63" fmla="*/ 7 h 96"/>
                  <a:gd name="T64" fmla="*/ 20 w 150"/>
                  <a:gd name="T65" fmla="*/ 9 h 96"/>
                  <a:gd name="T66" fmla="*/ 23 w 150"/>
                  <a:gd name="T67" fmla="*/ 19 h 96"/>
                  <a:gd name="T68" fmla="*/ 23 w 150"/>
                  <a:gd name="T69" fmla="*/ 20 h 96"/>
                  <a:gd name="T70" fmla="*/ 32 w 150"/>
                  <a:gd name="T71" fmla="*/ 27 h 96"/>
                  <a:gd name="T72" fmla="*/ 36 w 150"/>
                  <a:gd name="T73" fmla="*/ 33 h 96"/>
                  <a:gd name="T74" fmla="*/ 38 w 150"/>
                  <a:gd name="T75" fmla="*/ 38 h 96"/>
                  <a:gd name="T76" fmla="*/ 46 w 150"/>
                  <a:gd name="T77" fmla="*/ 45 h 96"/>
                  <a:gd name="T78" fmla="*/ 54 w 150"/>
                  <a:gd name="T79" fmla="*/ 53 h 96"/>
                  <a:gd name="T80" fmla="*/ 56 w 150"/>
                  <a:gd name="T81" fmla="*/ 59 h 96"/>
                  <a:gd name="T82" fmla="*/ 58 w 150"/>
                  <a:gd name="T83" fmla="*/ 65 h 96"/>
                  <a:gd name="T84" fmla="*/ 60 w 150"/>
                  <a:gd name="T85" fmla="*/ 72 h 96"/>
                  <a:gd name="T86" fmla="*/ 68 w 150"/>
                  <a:gd name="T87" fmla="*/ 77 h 96"/>
                  <a:gd name="T88" fmla="*/ 89 w 150"/>
                  <a:gd name="T89" fmla="*/ 86 h 96"/>
                  <a:gd name="T90" fmla="*/ 113 w 150"/>
                  <a:gd name="T91" fmla="*/ 88 h 96"/>
                  <a:gd name="T92" fmla="*/ 126 w 150"/>
                  <a:gd name="T93" fmla="*/ 8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96">
                    <a:moveTo>
                      <a:pt x="126" y="89"/>
                    </a:moveTo>
                    <a:cubicBezTo>
                      <a:pt x="127" y="89"/>
                      <a:pt x="134" y="90"/>
                      <a:pt x="132" y="88"/>
                    </a:cubicBezTo>
                    <a:cubicBezTo>
                      <a:pt x="131" y="86"/>
                      <a:pt x="129" y="85"/>
                      <a:pt x="128" y="83"/>
                    </a:cubicBezTo>
                    <a:cubicBezTo>
                      <a:pt x="128" y="83"/>
                      <a:pt x="129" y="80"/>
                      <a:pt x="130" y="80"/>
                    </a:cubicBezTo>
                    <a:cubicBezTo>
                      <a:pt x="131" y="79"/>
                      <a:pt x="136" y="80"/>
                      <a:pt x="138" y="80"/>
                    </a:cubicBezTo>
                    <a:cubicBezTo>
                      <a:pt x="141" y="80"/>
                      <a:pt x="140" y="75"/>
                      <a:pt x="144" y="78"/>
                    </a:cubicBezTo>
                    <a:cubicBezTo>
                      <a:pt x="145" y="76"/>
                      <a:pt x="146" y="75"/>
                      <a:pt x="146" y="73"/>
                    </a:cubicBezTo>
                    <a:cubicBezTo>
                      <a:pt x="146" y="71"/>
                      <a:pt x="145" y="69"/>
                      <a:pt x="146" y="68"/>
                    </a:cubicBezTo>
                    <a:cubicBezTo>
                      <a:pt x="147" y="66"/>
                      <a:pt x="150" y="64"/>
                      <a:pt x="150" y="63"/>
                    </a:cubicBezTo>
                    <a:cubicBezTo>
                      <a:pt x="149" y="61"/>
                      <a:pt x="148" y="61"/>
                      <a:pt x="146" y="61"/>
                    </a:cubicBezTo>
                    <a:cubicBezTo>
                      <a:pt x="143" y="61"/>
                      <a:pt x="139" y="61"/>
                      <a:pt x="136" y="62"/>
                    </a:cubicBezTo>
                    <a:cubicBezTo>
                      <a:pt x="134" y="62"/>
                      <a:pt x="133" y="63"/>
                      <a:pt x="132" y="64"/>
                    </a:cubicBezTo>
                    <a:cubicBezTo>
                      <a:pt x="131" y="66"/>
                      <a:pt x="132" y="68"/>
                      <a:pt x="131" y="70"/>
                    </a:cubicBezTo>
                    <a:cubicBezTo>
                      <a:pt x="131" y="71"/>
                      <a:pt x="126" y="76"/>
                      <a:pt x="126" y="76"/>
                    </a:cubicBezTo>
                    <a:cubicBezTo>
                      <a:pt x="122" y="75"/>
                      <a:pt x="118" y="76"/>
                      <a:pt x="114" y="78"/>
                    </a:cubicBezTo>
                    <a:cubicBezTo>
                      <a:pt x="112" y="78"/>
                      <a:pt x="111" y="77"/>
                      <a:pt x="110" y="76"/>
                    </a:cubicBezTo>
                    <a:cubicBezTo>
                      <a:pt x="109" y="75"/>
                      <a:pt x="107" y="75"/>
                      <a:pt x="105" y="74"/>
                    </a:cubicBezTo>
                    <a:cubicBezTo>
                      <a:pt x="103" y="74"/>
                      <a:pt x="103" y="71"/>
                      <a:pt x="102" y="69"/>
                    </a:cubicBezTo>
                    <a:cubicBezTo>
                      <a:pt x="101" y="67"/>
                      <a:pt x="99" y="66"/>
                      <a:pt x="98" y="64"/>
                    </a:cubicBezTo>
                    <a:cubicBezTo>
                      <a:pt x="97" y="60"/>
                      <a:pt x="95" y="55"/>
                      <a:pt x="96" y="51"/>
                    </a:cubicBezTo>
                    <a:cubicBezTo>
                      <a:pt x="96" y="48"/>
                      <a:pt x="95" y="44"/>
                      <a:pt x="97" y="41"/>
                    </a:cubicBezTo>
                    <a:cubicBezTo>
                      <a:pt x="98" y="40"/>
                      <a:pt x="98" y="39"/>
                      <a:pt x="98" y="38"/>
                    </a:cubicBezTo>
                    <a:cubicBezTo>
                      <a:pt x="99" y="36"/>
                      <a:pt x="97" y="37"/>
                      <a:pt x="96" y="36"/>
                    </a:cubicBezTo>
                    <a:cubicBezTo>
                      <a:pt x="94" y="36"/>
                      <a:pt x="92" y="35"/>
                      <a:pt x="90" y="35"/>
                    </a:cubicBezTo>
                    <a:cubicBezTo>
                      <a:pt x="89" y="34"/>
                      <a:pt x="87" y="32"/>
                      <a:pt x="87" y="30"/>
                    </a:cubicBezTo>
                    <a:cubicBezTo>
                      <a:pt x="87" y="27"/>
                      <a:pt x="84" y="26"/>
                      <a:pt x="82" y="24"/>
                    </a:cubicBezTo>
                    <a:cubicBezTo>
                      <a:pt x="81" y="22"/>
                      <a:pt x="81" y="20"/>
                      <a:pt x="80" y="18"/>
                    </a:cubicBezTo>
                    <a:cubicBezTo>
                      <a:pt x="79" y="17"/>
                      <a:pt x="77" y="17"/>
                      <a:pt x="75" y="17"/>
                    </a:cubicBezTo>
                    <a:cubicBezTo>
                      <a:pt x="74" y="16"/>
                      <a:pt x="72" y="16"/>
                      <a:pt x="71" y="17"/>
                    </a:cubicBezTo>
                    <a:cubicBezTo>
                      <a:pt x="71" y="18"/>
                      <a:pt x="70" y="20"/>
                      <a:pt x="68" y="20"/>
                    </a:cubicBezTo>
                    <a:cubicBezTo>
                      <a:pt x="66" y="20"/>
                      <a:pt x="63" y="18"/>
                      <a:pt x="62" y="16"/>
                    </a:cubicBezTo>
                    <a:cubicBezTo>
                      <a:pt x="61" y="13"/>
                      <a:pt x="61" y="12"/>
                      <a:pt x="59" y="10"/>
                    </a:cubicBezTo>
                    <a:cubicBezTo>
                      <a:pt x="57" y="9"/>
                      <a:pt x="54" y="6"/>
                      <a:pt x="52" y="6"/>
                    </a:cubicBezTo>
                    <a:cubicBezTo>
                      <a:pt x="51" y="5"/>
                      <a:pt x="45" y="5"/>
                      <a:pt x="45" y="6"/>
                    </a:cubicBezTo>
                    <a:cubicBezTo>
                      <a:pt x="43" y="9"/>
                      <a:pt x="42" y="8"/>
                      <a:pt x="39" y="8"/>
                    </a:cubicBezTo>
                    <a:cubicBezTo>
                      <a:pt x="35" y="8"/>
                      <a:pt x="32" y="8"/>
                      <a:pt x="29" y="8"/>
                    </a:cubicBezTo>
                    <a:cubicBezTo>
                      <a:pt x="28" y="8"/>
                      <a:pt x="25" y="6"/>
                      <a:pt x="23" y="5"/>
                    </a:cubicBezTo>
                    <a:cubicBezTo>
                      <a:pt x="20" y="4"/>
                      <a:pt x="17" y="3"/>
                      <a:pt x="13" y="1"/>
                    </a:cubicBezTo>
                    <a:cubicBezTo>
                      <a:pt x="9" y="0"/>
                      <a:pt x="4" y="1"/>
                      <a:pt x="0" y="2"/>
                    </a:cubicBezTo>
                    <a:cubicBezTo>
                      <a:pt x="1" y="7"/>
                      <a:pt x="5" y="11"/>
                      <a:pt x="7" y="16"/>
                    </a:cubicBezTo>
                    <a:cubicBezTo>
                      <a:pt x="8" y="18"/>
                      <a:pt x="11" y="20"/>
                      <a:pt x="13" y="21"/>
                    </a:cubicBezTo>
                    <a:cubicBezTo>
                      <a:pt x="14" y="23"/>
                      <a:pt x="16" y="26"/>
                      <a:pt x="15" y="28"/>
                    </a:cubicBezTo>
                    <a:cubicBezTo>
                      <a:pt x="15" y="28"/>
                      <a:pt x="8" y="26"/>
                      <a:pt x="12" y="29"/>
                    </a:cubicBezTo>
                    <a:cubicBezTo>
                      <a:pt x="13" y="30"/>
                      <a:pt x="14" y="31"/>
                      <a:pt x="15" y="32"/>
                    </a:cubicBezTo>
                    <a:cubicBezTo>
                      <a:pt x="17" y="32"/>
                      <a:pt x="18" y="32"/>
                      <a:pt x="19" y="33"/>
                    </a:cubicBezTo>
                    <a:cubicBezTo>
                      <a:pt x="21" y="34"/>
                      <a:pt x="23" y="36"/>
                      <a:pt x="25" y="38"/>
                    </a:cubicBezTo>
                    <a:cubicBezTo>
                      <a:pt x="26" y="39"/>
                      <a:pt x="25" y="41"/>
                      <a:pt x="24" y="42"/>
                    </a:cubicBezTo>
                    <a:cubicBezTo>
                      <a:pt x="23" y="43"/>
                      <a:pt x="25" y="44"/>
                      <a:pt x="26" y="44"/>
                    </a:cubicBezTo>
                    <a:cubicBezTo>
                      <a:pt x="29" y="46"/>
                      <a:pt x="31" y="48"/>
                      <a:pt x="33" y="50"/>
                    </a:cubicBezTo>
                    <a:cubicBezTo>
                      <a:pt x="34" y="51"/>
                      <a:pt x="35" y="53"/>
                      <a:pt x="36" y="53"/>
                    </a:cubicBezTo>
                    <a:cubicBezTo>
                      <a:pt x="37" y="53"/>
                      <a:pt x="38" y="51"/>
                      <a:pt x="37" y="50"/>
                    </a:cubicBezTo>
                    <a:cubicBezTo>
                      <a:pt x="37" y="49"/>
                      <a:pt x="36" y="48"/>
                      <a:pt x="36" y="47"/>
                    </a:cubicBezTo>
                    <a:cubicBezTo>
                      <a:pt x="35" y="46"/>
                      <a:pt x="33" y="47"/>
                      <a:pt x="32" y="46"/>
                    </a:cubicBezTo>
                    <a:cubicBezTo>
                      <a:pt x="30" y="44"/>
                      <a:pt x="32" y="44"/>
                      <a:pt x="32" y="42"/>
                    </a:cubicBezTo>
                    <a:cubicBezTo>
                      <a:pt x="32" y="42"/>
                      <a:pt x="30" y="40"/>
                      <a:pt x="30" y="39"/>
                    </a:cubicBezTo>
                    <a:cubicBezTo>
                      <a:pt x="28" y="37"/>
                      <a:pt x="28" y="34"/>
                      <a:pt x="26" y="32"/>
                    </a:cubicBezTo>
                    <a:cubicBezTo>
                      <a:pt x="24" y="31"/>
                      <a:pt x="22" y="29"/>
                      <a:pt x="21" y="27"/>
                    </a:cubicBezTo>
                    <a:cubicBezTo>
                      <a:pt x="21" y="26"/>
                      <a:pt x="21" y="24"/>
                      <a:pt x="20" y="23"/>
                    </a:cubicBezTo>
                    <a:cubicBezTo>
                      <a:pt x="19" y="22"/>
                      <a:pt x="18" y="21"/>
                      <a:pt x="17" y="20"/>
                    </a:cubicBezTo>
                    <a:cubicBezTo>
                      <a:pt x="16" y="18"/>
                      <a:pt x="15" y="17"/>
                      <a:pt x="13" y="16"/>
                    </a:cubicBezTo>
                    <a:cubicBezTo>
                      <a:pt x="12" y="15"/>
                      <a:pt x="12" y="13"/>
                      <a:pt x="12" y="12"/>
                    </a:cubicBezTo>
                    <a:cubicBezTo>
                      <a:pt x="12" y="11"/>
                      <a:pt x="10" y="6"/>
                      <a:pt x="11" y="5"/>
                    </a:cubicBezTo>
                    <a:cubicBezTo>
                      <a:pt x="12" y="4"/>
                      <a:pt x="13" y="7"/>
                      <a:pt x="14" y="7"/>
                    </a:cubicBezTo>
                    <a:cubicBezTo>
                      <a:pt x="15" y="7"/>
                      <a:pt x="15" y="7"/>
                      <a:pt x="15" y="7"/>
                    </a:cubicBezTo>
                    <a:cubicBezTo>
                      <a:pt x="17" y="6"/>
                      <a:pt x="17" y="7"/>
                      <a:pt x="18" y="8"/>
                    </a:cubicBezTo>
                    <a:cubicBezTo>
                      <a:pt x="19" y="8"/>
                      <a:pt x="20" y="8"/>
                      <a:pt x="20" y="9"/>
                    </a:cubicBezTo>
                    <a:cubicBezTo>
                      <a:pt x="20" y="11"/>
                      <a:pt x="21" y="13"/>
                      <a:pt x="22" y="15"/>
                    </a:cubicBezTo>
                    <a:cubicBezTo>
                      <a:pt x="22" y="16"/>
                      <a:pt x="23" y="18"/>
                      <a:pt x="23" y="19"/>
                    </a:cubicBezTo>
                    <a:cubicBezTo>
                      <a:pt x="23" y="20"/>
                      <a:pt x="22" y="21"/>
                      <a:pt x="22" y="22"/>
                    </a:cubicBezTo>
                    <a:cubicBezTo>
                      <a:pt x="23" y="22"/>
                      <a:pt x="23" y="20"/>
                      <a:pt x="23" y="20"/>
                    </a:cubicBezTo>
                    <a:cubicBezTo>
                      <a:pt x="24" y="19"/>
                      <a:pt x="25" y="22"/>
                      <a:pt x="26" y="22"/>
                    </a:cubicBezTo>
                    <a:cubicBezTo>
                      <a:pt x="27" y="23"/>
                      <a:pt x="32" y="26"/>
                      <a:pt x="32" y="27"/>
                    </a:cubicBezTo>
                    <a:cubicBezTo>
                      <a:pt x="32" y="29"/>
                      <a:pt x="33" y="30"/>
                      <a:pt x="34" y="30"/>
                    </a:cubicBezTo>
                    <a:cubicBezTo>
                      <a:pt x="35" y="31"/>
                      <a:pt x="35" y="32"/>
                      <a:pt x="36" y="33"/>
                    </a:cubicBezTo>
                    <a:cubicBezTo>
                      <a:pt x="37" y="34"/>
                      <a:pt x="38" y="33"/>
                      <a:pt x="38" y="34"/>
                    </a:cubicBezTo>
                    <a:cubicBezTo>
                      <a:pt x="39" y="35"/>
                      <a:pt x="37" y="36"/>
                      <a:pt x="38" y="38"/>
                    </a:cubicBezTo>
                    <a:cubicBezTo>
                      <a:pt x="40" y="39"/>
                      <a:pt x="42" y="40"/>
                      <a:pt x="44" y="42"/>
                    </a:cubicBezTo>
                    <a:cubicBezTo>
                      <a:pt x="45" y="43"/>
                      <a:pt x="45" y="44"/>
                      <a:pt x="46" y="45"/>
                    </a:cubicBezTo>
                    <a:cubicBezTo>
                      <a:pt x="47" y="46"/>
                      <a:pt x="48" y="46"/>
                      <a:pt x="49" y="48"/>
                    </a:cubicBezTo>
                    <a:cubicBezTo>
                      <a:pt x="51" y="49"/>
                      <a:pt x="52" y="51"/>
                      <a:pt x="54" y="53"/>
                    </a:cubicBezTo>
                    <a:cubicBezTo>
                      <a:pt x="55" y="54"/>
                      <a:pt x="56" y="55"/>
                      <a:pt x="57" y="56"/>
                    </a:cubicBezTo>
                    <a:cubicBezTo>
                      <a:pt x="58" y="58"/>
                      <a:pt x="56" y="58"/>
                      <a:pt x="56" y="59"/>
                    </a:cubicBezTo>
                    <a:cubicBezTo>
                      <a:pt x="56" y="60"/>
                      <a:pt x="59" y="59"/>
                      <a:pt x="59" y="61"/>
                    </a:cubicBezTo>
                    <a:cubicBezTo>
                      <a:pt x="58" y="63"/>
                      <a:pt x="57" y="63"/>
                      <a:pt x="58" y="65"/>
                    </a:cubicBezTo>
                    <a:cubicBezTo>
                      <a:pt x="58" y="65"/>
                      <a:pt x="56" y="67"/>
                      <a:pt x="57" y="68"/>
                    </a:cubicBezTo>
                    <a:cubicBezTo>
                      <a:pt x="58" y="69"/>
                      <a:pt x="59" y="71"/>
                      <a:pt x="60" y="72"/>
                    </a:cubicBezTo>
                    <a:cubicBezTo>
                      <a:pt x="61" y="73"/>
                      <a:pt x="62" y="73"/>
                      <a:pt x="63" y="73"/>
                    </a:cubicBezTo>
                    <a:cubicBezTo>
                      <a:pt x="66" y="74"/>
                      <a:pt x="66" y="76"/>
                      <a:pt x="68" y="77"/>
                    </a:cubicBezTo>
                    <a:cubicBezTo>
                      <a:pt x="71" y="79"/>
                      <a:pt x="75" y="79"/>
                      <a:pt x="77" y="81"/>
                    </a:cubicBezTo>
                    <a:cubicBezTo>
                      <a:pt x="81" y="83"/>
                      <a:pt x="85" y="85"/>
                      <a:pt x="89" y="86"/>
                    </a:cubicBezTo>
                    <a:cubicBezTo>
                      <a:pt x="92" y="88"/>
                      <a:pt x="97" y="90"/>
                      <a:pt x="101" y="91"/>
                    </a:cubicBezTo>
                    <a:cubicBezTo>
                      <a:pt x="105" y="91"/>
                      <a:pt x="108" y="87"/>
                      <a:pt x="113" y="88"/>
                    </a:cubicBezTo>
                    <a:cubicBezTo>
                      <a:pt x="117" y="89"/>
                      <a:pt x="120" y="93"/>
                      <a:pt x="123" y="96"/>
                    </a:cubicBezTo>
                    <a:cubicBezTo>
                      <a:pt x="123" y="95"/>
                      <a:pt x="124" y="90"/>
                      <a:pt x="126" y="89"/>
                    </a:cubicBezTo>
                    <a:cubicBezTo>
                      <a:pt x="127" y="89"/>
                      <a:pt x="125" y="89"/>
                      <a:pt x="126" y="8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0" name="Freeform 636">
                <a:extLst>
                  <a:ext uri="{FF2B5EF4-FFF2-40B4-BE49-F238E27FC236}">
                    <a16:creationId xmlns:a16="http://schemas.microsoft.com/office/drawing/2014/main" id="{20004761-2336-0C4B-D2D4-E3FCEF09F0D6}"/>
                  </a:ext>
                </a:extLst>
              </p:cNvPr>
              <p:cNvSpPr>
                <a:spLocks/>
              </p:cNvSpPr>
              <p:nvPr/>
            </p:nvSpPr>
            <p:spPr bwMode="auto">
              <a:xfrm>
                <a:off x="7531402" y="8287656"/>
                <a:ext cx="280256" cy="149721"/>
              </a:xfrm>
              <a:custGeom>
                <a:avLst/>
                <a:gdLst>
                  <a:gd name="T0" fmla="*/ 12 w 30"/>
                  <a:gd name="T1" fmla="*/ 15 h 16"/>
                  <a:gd name="T2" fmla="*/ 13 w 30"/>
                  <a:gd name="T3" fmla="*/ 13 h 16"/>
                  <a:gd name="T4" fmla="*/ 16 w 30"/>
                  <a:gd name="T5" fmla="*/ 11 h 16"/>
                  <a:gd name="T6" fmla="*/ 20 w 30"/>
                  <a:gd name="T7" fmla="*/ 10 h 16"/>
                  <a:gd name="T8" fmla="*/ 24 w 30"/>
                  <a:gd name="T9" fmla="*/ 7 h 16"/>
                  <a:gd name="T10" fmla="*/ 30 w 30"/>
                  <a:gd name="T11" fmla="*/ 5 h 16"/>
                  <a:gd name="T12" fmla="*/ 20 w 30"/>
                  <a:gd name="T13" fmla="*/ 1 h 16"/>
                  <a:gd name="T14" fmla="*/ 14 w 30"/>
                  <a:gd name="T15" fmla="*/ 2 h 16"/>
                  <a:gd name="T16" fmla="*/ 8 w 30"/>
                  <a:gd name="T17" fmla="*/ 1 h 16"/>
                  <a:gd name="T18" fmla="*/ 2 w 30"/>
                  <a:gd name="T19" fmla="*/ 4 h 16"/>
                  <a:gd name="T20" fmla="*/ 1 w 30"/>
                  <a:gd name="T21" fmla="*/ 9 h 16"/>
                  <a:gd name="T22" fmla="*/ 8 w 30"/>
                  <a:gd name="T23" fmla="*/ 14 h 16"/>
                  <a:gd name="T24" fmla="*/ 10 w 30"/>
                  <a:gd name="T25" fmla="*/ 14 h 16"/>
                  <a:gd name="T26" fmla="*/ 9 w 30"/>
                  <a:gd name="T27" fmla="*/ 16 h 16"/>
                  <a:gd name="T28" fmla="*/ 12 w 30"/>
                  <a:gd name="T2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16">
                    <a:moveTo>
                      <a:pt x="12" y="15"/>
                    </a:moveTo>
                    <a:cubicBezTo>
                      <a:pt x="13" y="15"/>
                      <a:pt x="13" y="14"/>
                      <a:pt x="13" y="13"/>
                    </a:cubicBezTo>
                    <a:cubicBezTo>
                      <a:pt x="13" y="12"/>
                      <a:pt x="15" y="11"/>
                      <a:pt x="16" y="11"/>
                    </a:cubicBezTo>
                    <a:cubicBezTo>
                      <a:pt x="18" y="10"/>
                      <a:pt x="18" y="12"/>
                      <a:pt x="20" y="10"/>
                    </a:cubicBezTo>
                    <a:cubicBezTo>
                      <a:pt x="21" y="9"/>
                      <a:pt x="22" y="6"/>
                      <a:pt x="24" y="7"/>
                    </a:cubicBezTo>
                    <a:cubicBezTo>
                      <a:pt x="27" y="7"/>
                      <a:pt x="27" y="6"/>
                      <a:pt x="30" y="5"/>
                    </a:cubicBezTo>
                    <a:cubicBezTo>
                      <a:pt x="26" y="3"/>
                      <a:pt x="25" y="0"/>
                      <a:pt x="20" y="1"/>
                    </a:cubicBezTo>
                    <a:cubicBezTo>
                      <a:pt x="18" y="1"/>
                      <a:pt x="16" y="2"/>
                      <a:pt x="14" y="2"/>
                    </a:cubicBezTo>
                    <a:cubicBezTo>
                      <a:pt x="12" y="2"/>
                      <a:pt x="10" y="1"/>
                      <a:pt x="8" y="1"/>
                    </a:cubicBezTo>
                    <a:cubicBezTo>
                      <a:pt x="5" y="2"/>
                      <a:pt x="4" y="2"/>
                      <a:pt x="2" y="4"/>
                    </a:cubicBezTo>
                    <a:cubicBezTo>
                      <a:pt x="2" y="5"/>
                      <a:pt x="0" y="7"/>
                      <a:pt x="1" y="9"/>
                    </a:cubicBezTo>
                    <a:cubicBezTo>
                      <a:pt x="4" y="11"/>
                      <a:pt x="8" y="9"/>
                      <a:pt x="8" y="14"/>
                    </a:cubicBezTo>
                    <a:cubicBezTo>
                      <a:pt x="8" y="14"/>
                      <a:pt x="10" y="14"/>
                      <a:pt x="10" y="14"/>
                    </a:cubicBezTo>
                    <a:cubicBezTo>
                      <a:pt x="10" y="14"/>
                      <a:pt x="9" y="16"/>
                      <a:pt x="9" y="16"/>
                    </a:cubicBezTo>
                    <a:cubicBezTo>
                      <a:pt x="10" y="16"/>
                      <a:pt x="12" y="16"/>
                      <a:pt x="12" y="1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1" name="Freeform 637">
                <a:extLst>
                  <a:ext uri="{FF2B5EF4-FFF2-40B4-BE49-F238E27FC236}">
                    <a16:creationId xmlns:a16="http://schemas.microsoft.com/office/drawing/2014/main" id="{5F395F60-8ACE-E7EB-9EE5-6A9C00D94876}"/>
                  </a:ext>
                </a:extLst>
              </p:cNvPr>
              <p:cNvSpPr>
                <a:spLocks/>
              </p:cNvSpPr>
              <p:nvPr/>
            </p:nvSpPr>
            <p:spPr bwMode="auto">
              <a:xfrm>
                <a:off x="7531402" y="8163419"/>
                <a:ext cx="66879" cy="140163"/>
              </a:xfrm>
              <a:custGeom>
                <a:avLst/>
                <a:gdLst>
                  <a:gd name="T0" fmla="*/ 5 w 7"/>
                  <a:gd name="T1" fmla="*/ 1 h 15"/>
                  <a:gd name="T2" fmla="*/ 2 w 7"/>
                  <a:gd name="T3" fmla="*/ 4 h 15"/>
                  <a:gd name="T4" fmla="*/ 1 w 7"/>
                  <a:gd name="T5" fmla="*/ 6 h 15"/>
                  <a:gd name="T6" fmla="*/ 2 w 7"/>
                  <a:gd name="T7" fmla="*/ 14 h 15"/>
                  <a:gd name="T8" fmla="*/ 6 w 7"/>
                  <a:gd name="T9" fmla="*/ 8 h 15"/>
                  <a:gd name="T10" fmla="*/ 7 w 7"/>
                  <a:gd name="T11" fmla="*/ 2 h 15"/>
                  <a:gd name="T12" fmla="*/ 5 w 7"/>
                  <a:gd name="T13" fmla="*/ 1 h 15"/>
                  <a:gd name="T14" fmla="*/ 5 w 7"/>
                  <a:gd name="T15" fmla="*/ 1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5">
                    <a:moveTo>
                      <a:pt x="5" y="1"/>
                    </a:moveTo>
                    <a:cubicBezTo>
                      <a:pt x="4" y="0"/>
                      <a:pt x="2" y="3"/>
                      <a:pt x="2" y="4"/>
                    </a:cubicBezTo>
                    <a:cubicBezTo>
                      <a:pt x="1" y="5"/>
                      <a:pt x="1" y="4"/>
                      <a:pt x="1" y="6"/>
                    </a:cubicBezTo>
                    <a:cubicBezTo>
                      <a:pt x="1" y="7"/>
                      <a:pt x="0" y="15"/>
                      <a:pt x="2" y="14"/>
                    </a:cubicBezTo>
                    <a:cubicBezTo>
                      <a:pt x="2" y="13"/>
                      <a:pt x="5" y="10"/>
                      <a:pt x="6" y="8"/>
                    </a:cubicBezTo>
                    <a:cubicBezTo>
                      <a:pt x="6" y="5"/>
                      <a:pt x="6" y="4"/>
                      <a:pt x="7" y="2"/>
                    </a:cubicBezTo>
                    <a:cubicBezTo>
                      <a:pt x="7" y="1"/>
                      <a:pt x="6" y="1"/>
                      <a:pt x="5" y="1"/>
                    </a:cubicBezTo>
                    <a:cubicBezTo>
                      <a:pt x="4" y="0"/>
                      <a:pt x="6" y="1"/>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2" name="Freeform 638">
                <a:extLst>
                  <a:ext uri="{FF2B5EF4-FFF2-40B4-BE49-F238E27FC236}">
                    <a16:creationId xmlns:a16="http://schemas.microsoft.com/office/drawing/2014/main" id="{E0726531-71FB-F228-5F81-63F788A70AEA}"/>
                  </a:ext>
                </a:extLst>
              </p:cNvPr>
              <p:cNvSpPr>
                <a:spLocks/>
              </p:cNvSpPr>
              <p:nvPr/>
            </p:nvSpPr>
            <p:spPr bwMode="auto">
              <a:xfrm>
                <a:off x="8232035" y="8080592"/>
                <a:ext cx="121018" cy="101936"/>
              </a:xfrm>
              <a:custGeom>
                <a:avLst/>
                <a:gdLst>
                  <a:gd name="T0" fmla="*/ 12 w 13"/>
                  <a:gd name="T1" fmla="*/ 3 h 11"/>
                  <a:gd name="T2" fmla="*/ 6 w 13"/>
                  <a:gd name="T3" fmla="*/ 1 h 11"/>
                  <a:gd name="T4" fmla="*/ 7 w 13"/>
                  <a:gd name="T5" fmla="*/ 5 h 11"/>
                  <a:gd name="T6" fmla="*/ 9 w 13"/>
                  <a:gd name="T7" fmla="*/ 9 h 11"/>
                  <a:gd name="T8" fmla="*/ 6 w 13"/>
                  <a:gd name="T9" fmla="*/ 10 h 11"/>
                  <a:gd name="T10" fmla="*/ 5 w 13"/>
                  <a:gd name="T11" fmla="*/ 8 h 11"/>
                  <a:gd name="T12" fmla="*/ 0 w 13"/>
                  <a:gd name="T13" fmla="*/ 9 h 11"/>
                  <a:gd name="T14" fmla="*/ 3 w 13"/>
                  <a:gd name="T15" fmla="*/ 11 h 11"/>
                  <a:gd name="T16" fmla="*/ 13 w 13"/>
                  <a:gd name="T17" fmla="*/ 11 h 11"/>
                  <a:gd name="T18" fmla="*/ 12 w 13"/>
                  <a:gd name="T19" fmla="*/ 3 h 11"/>
                  <a:gd name="T20" fmla="*/ 12 w 13"/>
                  <a:gd name="T21"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
                    <a:moveTo>
                      <a:pt x="12" y="3"/>
                    </a:moveTo>
                    <a:cubicBezTo>
                      <a:pt x="10" y="3"/>
                      <a:pt x="8" y="0"/>
                      <a:pt x="6" y="1"/>
                    </a:cubicBezTo>
                    <a:cubicBezTo>
                      <a:pt x="3" y="2"/>
                      <a:pt x="7" y="3"/>
                      <a:pt x="7" y="5"/>
                    </a:cubicBezTo>
                    <a:cubicBezTo>
                      <a:pt x="8" y="6"/>
                      <a:pt x="10" y="8"/>
                      <a:pt x="9" y="9"/>
                    </a:cubicBezTo>
                    <a:cubicBezTo>
                      <a:pt x="8" y="10"/>
                      <a:pt x="7" y="10"/>
                      <a:pt x="6" y="10"/>
                    </a:cubicBezTo>
                    <a:cubicBezTo>
                      <a:pt x="4" y="9"/>
                      <a:pt x="6" y="9"/>
                      <a:pt x="5" y="8"/>
                    </a:cubicBezTo>
                    <a:cubicBezTo>
                      <a:pt x="5" y="8"/>
                      <a:pt x="0" y="9"/>
                      <a:pt x="0" y="9"/>
                    </a:cubicBezTo>
                    <a:cubicBezTo>
                      <a:pt x="0" y="11"/>
                      <a:pt x="2" y="11"/>
                      <a:pt x="3" y="11"/>
                    </a:cubicBezTo>
                    <a:cubicBezTo>
                      <a:pt x="6" y="10"/>
                      <a:pt x="9" y="11"/>
                      <a:pt x="13" y="11"/>
                    </a:cubicBezTo>
                    <a:cubicBezTo>
                      <a:pt x="13" y="8"/>
                      <a:pt x="12" y="5"/>
                      <a:pt x="12" y="3"/>
                    </a:cubicBezTo>
                    <a:cubicBezTo>
                      <a:pt x="11" y="3"/>
                      <a:pt x="12" y="5"/>
                      <a:pt x="1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3" name="Freeform 639">
                <a:extLst>
                  <a:ext uri="{FF2B5EF4-FFF2-40B4-BE49-F238E27FC236}">
                    <a16:creationId xmlns:a16="http://schemas.microsoft.com/office/drawing/2014/main" id="{E2AC39A0-A6FC-3540-CD1C-B07EB1B50491}"/>
                  </a:ext>
                </a:extLst>
              </p:cNvPr>
              <p:cNvSpPr>
                <a:spLocks/>
              </p:cNvSpPr>
              <p:nvPr/>
            </p:nvSpPr>
            <p:spPr bwMode="auto">
              <a:xfrm>
                <a:off x="8343503" y="8080592"/>
                <a:ext cx="168791" cy="140163"/>
              </a:xfrm>
              <a:custGeom>
                <a:avLst/>
                <a:gdLst>
                  <a:gd name="T0" fmla="*/ 14 w 18"/>
                  <a:gd name="T1" fmla="*/ 7 h 15"/>
                  <a:gd name="T2" fmla="*/ 8 w 18"/>
                  <a:gd name="T3" fmla="*/ 3 h 15"/>
                  <a:gd name="T4" fmla="*/ 1 w 18"/>
                  <a:gd name="T5" fmla="*/ 1 h 15"/>
                  <a:gd name="T6" fmla="*/ 0 w 18"/>
                  <a:gd name="T7" fmla="*/ 3 h 15"/>
                  <a:gd name="T8" fmla="*/ 1 w 18"/>
                  <a:gd name="T9" fmla="*/ 10 h 15"/>
                  <a:gd name="T10" fmla="*/ 2 w 18"/>
                  <a:gd name="T11" fmla="*/ 12 h 15"/>
                  <a:gd name="T12" fmla="*/ 4 w 18"/>
                  <a:gd name="T13" fmla="*/ 10 h 15"/>
                  <a:gd name="T14" fmla="*/ 13 w 18"/>
                  <a:gd name="T15" fmla="*/ 10 h 15"/>
                  <a:gd name="T16" fmla="*/ 17 w 18"/>
                  <a:gd name="T17" fmla="*/ 10 h 15"/>
                  <a:gd name="T18" fmla="*/ 14 w 18"/>
                  <a:gd name="T19" fmla="*/ 7 h 15"/>
                  <a:gd name="T20" fmla="*/ 14 w 18"/>
                  <a:gd name="T21"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
                    <a:moveTo>
                      <a:pt x="14" y="7"/>
                    </a:moveTo>
                    <a:cubicBezTo>
                      <a:pt x="12" y="6"/>
                      <a:pt x="10" y="4"/>
                      <a:pt x="8" y="3"/>
                    </a:cubicBezTo>
                    <a:cubicBezTo>
                      <a:pt x="7" y="2"/>
                      <a:pt x="2" y="0"/>
                      <a:pt x="1" y="1"/>
                    </a:cubicBezTo>
                    <a:cubicBezTo>
                      <a:pt x="1" y="1"/>
                      <a:pt x="3" y="3"/>
                      <a:pt x="0" y="3"/>
                    </a:cubicBezTo>
                    <a:cubicBezTo>
                      <a:pt x="0" y="5"/>
                      <a:pt x="1" y="7"/>
                      <a:pt x="1" y="10"/>
                    </a:cubicBezTo>
                    <a:cubicBezTo>
                      <a:pt x="1" y="11"/>
                      <a:pt x="1" y="11"/>
                      <a:pt x="2" y="12"/>
                    </a:cubicBezTo>
                    <a:cubicBezTo>
                      <a:pt x="3" y="15"/>
                      <a:pt x="3" y="11"/>
                      <a:pt x="4" y="10"/>
                    </a:cubicBezTo>
                    <a:cubicBezTo>
                      <a:pt x="6" y="8"/>
                      <a:pt x="11" y="10"/>
                      <a:pt x="13" y="10"/>
                    </a:cubicBezTo>
                    <a:cubicBezTo>
                      <a:pt x="15" y="10"/>
                      <a:pt x="15" y="11"/>
                      <a:pt x="17" y="10"/>
                    </a:cubicBezTo>
                    <a:cubicBezTo>
                      <a:pt x="18" y="8"/>
                      <a:pt x="17" y="7"/>
                      <a:pt x="14" y="7"/>
                    </a:cubicBezTo>
                    <a:cubicBezTo>
                      <a:pt x="12" y="7"/>
                      <a:pt x="16" y="7"/>
                      <a:pt x="14"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4" name="Freeform 640">
                <a:extLst>
                  <a:ext uri="{FF2B5EF4-FFF2-40B4-BE49-F238E27FC236}">
                    <a16:creationId xmlns:a16="http://schemas.microsoft.com/office/drawing/2014/main" id="{D977356F-ECAF-DD6E-E069-EF5750FCBD3A}"/>
                  </a:ext>
                </a:extLst>
              </p:cNvPr>
              <p:cNvSpPr>
                <a:spLocks/>
              </p:cNvSpPr>
              <p:nvPr/>
            </p:nvSpPr>
            <p:spPr bwMode="auto">
              <a:xfrm>
                <a:off x="3843499" y="4965129"/>
                <a:ext cx="1812106" cy="1216878"/>
              </a:xfrm>
              <a:custGeom>
                <a:avLst/>
                <a:gdLst>
                  <a:gd name="T0" fmla="*/ 184 w 194"/>
                  <a:gd name="T1" fmla="*/ 118 h 130"/>
                  <a:gd name="T2" fmla="*/ 161 w 194"/>
                  <a:gd name="T3" fmla="*/ 97 h 130"/>
                  <a:gd name="T4" fmla="*/ 143 w 194"/>
                  <a:gd name="T5" fmla="*/ 92 h 130"/>
                  <a:gd name="T6" fmla="*/ 138 w 194"/>
                  <a:gd name="T7" fmla="*/ 76 h 130"/>
                  <a:gd name="T8" fmla="*/ 135 w 194"/>
                  <a:gd name="T9" fmla="*/ 14 h 130"/>
                  <a:gd name="T10" fmla="*/ 84 w 194"/>
                  <a:gd name="T11" fmla="*/ 8 h 130"/>
                  <a:gd name="T12" fmla="*/ 71 w 194"/>
                  <a:gd name="T13" fmla="*/ 5 h 130"/>
                  <a:gd name="T14" fmla="*/ 62 w 194"/>
                  <a:gd name="T15" fmla="*/ 1 h 130"/>
                  <a:gd name="T16" fmla="*/ 43 w 194"/>
                  <a:gd name="T17" fmla="*/ 8 h 130"/>
                  <a:gd name="T18" fmla="*/ 32 w 194"/>
                  <a:gd name="T19" fmla="*/ 11 h 130"/>
                  <a:gd name="T20" fmla="*/ 12 w 194"/>
                  <a:gd name="T21" fmla="*/ 23 h 130"/>
                  <a:gd name="T22" fmla="*/ 26 w 194"/>
                  <a:gd name="T23" fmla="*/ 38 h 130"/>
                  <a:gd name="T24" fmla="*/ 33 w 194"/>
                  <a:gd name="T25" fmla="*/ 42 h 130"/>
                  <a:gd name="T26" fmla="*/ 38 w 194"/>
                  <a:gd name="T27" fmla="*/ 45 h 130"/>
                  <a:gd name="T28" fmla="*/ 24 w 194"/>
                  <a:gd name="T29" fmla="*/ 42 h 130"/>
                  <a:gd name="T30" fmla="*/ 9 w 194"/>
                  <a:gd name="T31" fmla="*/ 46 h 130"/>
                  <a:gd name="T32" fmla="*/ 12 w 194"/>
                  <a:gd name="T33" fmla="*/ 58 h 130"/>
                  <a:gd name="T34" fmla="*/ 32 w 194"/>
                  <a:gd name="T35" fmla="*/ 58 h 130"/>
                  <a:gd name="T36" fmla="*/ 38 w 194"/>
                  <a:gd name="T37" fmla="*/ 61 h 130"/>
                  <a:gd name="T38" fmla="*/ 21 w 194"/>
                  <a:gd name="T39" fmla="*/ 71 h 130"/>
                  <a:gd name="T40" fmla="*/ 15 w 194"/>
                  <a:gd name="T41" fmla="*/ 78 h 130"/>
                  <a:gd name="T42" fmla="*/ 17 w 194"/>
                  <a:gd name="T43" fmla="*/ 84 h 130"/>
                  <a:gd name="T44" fmla="*/ 26 w 194"/>
                  <a:gd name="T45" fmla="*/ 89 h 130"/>
                  <a:gd name="T46" fmla="*/ 22 w 194"/>
                  <a:gd name="T47" fmla="*/ 94 h 130"/>
                  <a:gd name="T48" fmla="*/ 31 w 194"/>
                  <a:gd name="T49" fmla="*/ 93 h 130"/>
                  <a:gd name="T50" fmla="*/ 38 w 194"/>
                  <a:gd name="T51" fmla="*/ 102 h 130"/>
                  <a:gd name="T52" fmla="*/ 48 w 194"/>
                  <a:gd name="T53" fmla="*/ 105 h 130"/>
                  <a:gd name="T54" fmla="*/ 54 w 194"/>
                  <a:gd name="T55" fmla="*/ 103 h 130"/>
                  <a:gd name="T56" fmla="*/ 55 w 194"/>
                  <a:gd name="T57" fmla="*/ 106 h 130"/>
                  <a:gd name="T58" fmla="*/ 51 w 194"/>
                  <a:gd name="T59" fmla="*/ 114 h 130"/>
                  <a:gd name="T60" fmla="*/ 41 w 194"/>
                  <a:gd name="T61" fmla="*/ 124 h 130"/>
                  <a:gd name="T62" fmla="*/ 36 w 194"/>
                  <a:gd name="T63" fmla="*/ 126 h 130"/>
                  <a:gd name="T64" fmla="*/ 43 w 194"/>
                  <a:gd name="T65" fmla="*/ 125 h 130"/>
                  <a:gd name="T66" fmla="*/ 54 w 194"/>
                  <a:gd name="T67" fmla="*/ 118 h 130"/>
                  <a:gd name="T68" fmla="*/ 72 w 194"/>
                  <a:gd name="T69" fmla="*/ 107 h 130"/>
                  <a:gd name="T70" fmla="*/ 77 w 194"/>
                  <a:gd name="T71" fmla="*/ 91 h 130"/>
                  <a:gd name="T72" fmla="*/ 94 w 194"/>
                  <a:gd name="T73" fmla="*/ 86 h 130"/>
                  <a:gd name="T74" fmla="*/ 87 w 194"/>
                  <a:gd name="T75" fmla="*/ 97 h 130"/>
                  <a:gd name="T76" fmla="*/ 101 w 194"/>
                  <a:gd name="T77" fmla="*/ 88 h 130"/>
                  <a:gd name="T78" fmla="*/ 119 w 194"/>
                  <a:gd name="T79" fmla="*/ 92 h 130"/>
                  <a:gd name="T80" fmla="*/ 136 w 194"/>
                  <a:gd name="T81" fmla="*/ 95 h 130"/>
                  <a:gd name="T82" fmla="*/ 145 w 194"/>
                  <a:gd name="T83" fmla="*/ 98 h 130"/>
                  <a:gd name="T84" fmla="*/ 160 w 194"/>
                  <a:gd name="T85" fmla="*/ 102 h 130"/>
                  <a:gd name="T86" fmla="*/ 169 w 194"/>
                  <a:gd name="T87" fmla="*/ 104 h 130"/>
                  <a:gd name="T88" fmla="*/ 176 w 194"/>
                  <a:gd name="T89" fmla="*/ 111 h 130"/>
                  <a:gd name="T90" fmla="*/ 184 w 194"/>
                  <a:gd name="T91" fmla="*/ 121 h 130"/>
                  <a:gd name="T92" fmla="*/ 186 w 194"/>
                  <a:gd name="T93" fmla="*/ 125 h 130"/>
                  <a:gd name="T94" fmla="*/ 194 w 194"/>
                  <a:gd name="T95" fmla="*/ 126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30">
                    <a:moveTo>
                      <a:pt x="194" y="126"/>
                    </a:moveTo>
                    <a:cubicBezTo>
                      <a:pt x="193" y="125"/>
                      <a:pt x="191" y="125"/>
                      <a:pt x="193" y="123"/>
                    </a:cubicBezTo>
                    <a:cubicBezTo>
                      <a:pt x="193" y="122"/>
                      <a:pt x="192" y="122"/>
                      <a:pt x="191" y="122"/>
                    </a:cubicBezTo>
                    <a:cubicBezTo>
                      <a:pt x="189" y="120"/>
                      <a:pt x="185" y="119"/>
                      <a:pt x="184" y="118"/>
                    </a:cubicBezTo>
                    <a:cubicBezTo>
                      <a:pt x="180" y="113"/>
                      <a:pt x="178" y="107"/>
                      <a:pt x="174" y="103"/>
                    </a:cubicBezTo>
                    <a:cubicBezTo>
                      <a:pt x="172" y="102"/>
                      <a:pt x="170" y="100"/>
                      <a:pt x="169" y="99"/>
                    </a:cubicBezTo>
                    <a:cubicBezTo>
                      <a:pt x="167" y="98"/>
                      <a:pt x="167" y="95"/>
                      <a:pt x="165" y="95"/>
                    </a:cubicBezTo>
                    <a:cubicBezTo>
                      <a:pt x="164" y="95"/>
                      <a:pt x="161" y="97"/>
                      <a:pt x="161" y="97"/>
                    </a:cubicBezTo>
                    <a:cubicBezTo>
                      <a:pt x="162" y="99"/>
                      <a:pt x="159" y="100"/>
                      <a:pt x="158" y="100"/>
                    </a:cubicBezTo>
                    <a:cubicBezTo>
                      <a:pt x="155" y="101"/>
                      <a:pt x="152" y="97"/>
                      <a:pt x="150" y="95"/>
                    </a:cubicBezTo>
                    <a:cubicBezTo>
                      <a:pt x="149" y="94"/>
                      <a:pt x="148" y="94"/>
                      <a:pt x="147" y="92"/>
                    </a:cubicBezTo>
                    <a:cubicBezTo>
                      <a:pt x="146" y="90"/>
                      <a:pt x="144" y="91"/>
                      <a:pt x="143" y="92"/>
                    </a:cubicBezTo>
                    <a:cubicBezTo>
                      <a:pt x="141" y="92"/>
                      <a:pt x="141" y="91"/>
                      <a:pt x="139" y="92"/>
                    </a:cubicBezTo>
                    <a:cubicBezTo>
                      <a:pt x="139" y="92"/>
                      <a:pt x="138" y="92"/>
                      <a:pt x="138" y="91"/>
                    </a:cubicBezTo>
                    <a:cubicBezTo>
                      <a:pt x="138" y="90"/>
                      <a:pt x="138" y="90"/>
                      <a:pt x="138" y="89"/>
                    </a:cubicBezTo>
                    <a:cubicBezTo>
                      <a:pt x="138" y="85"/>
                      <a:pt x="138" y="80"/>
                      <a:pt x="138" y="76"/>
                    </a:cubicBezTo>
                    <a:cubicBezTo>
                      <a:pt x="138" y="64"/>
                      <a:pt x="138" y="51"/>
                      <a:pt x="138" y="38"/>
                    </a:cubicBezTo>
                    <a:cubicBezTo>
                      <a:pt x="138" y="33"/>
                      <a:pt x="138" y="27"/>
                      <a:pt x="138" y="21"/>
                    </a:cubicBezTo>
                    <a:cubicBezTo>
                      <a:pt x="138" y="20"/>
                      <a:pt x="138" y="18"/>
                      <a:pt x="138" y="16"/>
                    </a:cubicBezTo>
                    <a:cubicBezTo>
                      <a:pt x="138" y="15"/>
                      <a:pt x="137" y="15"/>
                      <a:pt x="135" y="14"/>
                    </a:cubicBezTo>
                    <a:cubicBezTo>
                      <a:pt x="130" y="12"/>
                      <a:pt x="127" y="12"/>
                      <a:pt x="122" y="12"/>
                    </a:cubicBezTo>
                    <a:cubicBezTo>
                      <a:pt x="117" y="12"/>
                      <a:pt x="113" y="11"/>
                      <a:pt x="108" y="10"/>
                    </a:cubicBezTo>
                    <a:cubicBezTo>
                      <a:pt x="102" y="10"/>
                      <a:pt x="97" y="8"/>
                      <a:pt x="92" y="8"/>
                    </a:cubicBezTo>
                    <a:cubicBezTo>
                      <a:pt x="89" y="8"/>
                      <a:pt x="87" y="9"/>
                      <a:pt x="84" y="8"/>
                    </a:cubicBezTo>
                    <a:cubicBezTo>
                      <a:pt x="84" y="8"/>
                      <a:pt x="80" y="7"/>
                      <a:pt x="80" y="7"/>
                    </a:cubicBezTo>
                    <a:cubicBezTo>
                      <a:pt x="80" y="7"/>
                      <a:pt x="81" y="5"/>
                      <a:pt x="81" y="4"/>
                    </a:cubicBezTo>
                    <a:cubicBezTo>
                      <a:pt x="81" y="4"/>
                      <a:pt x="78" y="4"/>
                      <a:pt x="78" y="4"/>
                    </a:cubicBezTo>
                    <a:cubicBezTo>
                      <a:pt x="76" y="4"/>
                      <a:pt x="73" y="5"/>
                      <a:pt x="71" y="5"/>
                    </a:cubicBezTo>
                    <a:cubicBezTo>
                      <a:pt x="69" y="5"/>
                      <a:pt x="70" y="1"/>
                      <a:pt x="67" y="3"/>
                    </a:cubicBezTo>
                    <a:cubicBezTo>
                      <a:pt x="66" y="3"/>
                      <a:pt x="65" y="5"/>
                      <a:pt x="64" y="4"/>
                    </a:cubicBezTo>
                    <a:cubicBezTo>
                      <a:pt x="62" y="4"/>
                      <a:pt x="62" y="3"/>
                      <a:pt x="64" y="2"/>
                    </a:cubicBezTo>
                    <a:cubicBezTo>
                      <a:pt x="66" y="2"/>
                      <a:pt x="63" y="1"/>
                      <a:pt x="62" y="1"/>
                    </a:cubicBezTo>
                    <a:cubicBezTo>
                      <a:pt x="58" y="0"/>
                      <a:pt x="58" y="1"/>
                      <a:pt x="56" y="3"/>
                    </a:cubicBezTo>
                    <a:cubicBezTo>
                      <a:pt x="53" y="6"/>
                      <a:pt x="49" y="4"/>
                      <a:pt x="45" y="5"/>
                    </a:cubicBezTo>
                    <a:cubicBezTo>
                      <a:pt x="41" y="6"/>
                      <a:pt x="45" y="8"/>
                      <a:pt x="45" y="8"/>
                    </a:cubicBezTo>
                    <a:cubicBezTo>
                      <a:pt x="44" y="8"/>
                      <a:pt x="43" y="8"/>
                      <a:pt x="43" y="8"/>
                    </a:cubicBezTo>
                    <a:cubicBezTo>
                      <a:pt x="43" y="8"/>
                      <a:pt x="44" y="10"/>
                      <a:pt x="43" y="10"/>
                    </a:cubicBezTo>
                    <a:cubicBezTo>
                      <a:pt x="42" y="10"/>
                      <a:pt x="42" y="8"/>
                      <a:pt x="42" y="7"/>
                    </a:cubicBezTo>
                    <a:cubicBezTo>
                      <a:pt x="41" y="7"/>
                      <a:pt x="38" y="10"/>
                      <a:pt x="38" y="10"/>
                    </a:cubicBezTo>
                    <a:cubicBezTo>
                      <a:pt x="36" y="11"/>
                      <a:pt x="34" y="9"/>
                      <a:pt x="32" y="11"/>
                    </a:cubicBezTo>
                    <a:cubicBezTo>
                      <a:pt x="30" y="12"/>
                      <a:pt x="28" y="13"/>
                      <a:pt x="27" y="15"/>
                    </a:cubicBezTo>
                    <a:cubicBezTo>
                      <a:pt x="27" y="17"/>
                      <a:pt x="27" y="19"/>
                      <a:pt x="25" y="20"/>
                    </a:cubicBezTo>
                    <a:cubicBezTo>
                      <a:pt x="23" y="21"/>
                      <a:pt x="22" y="22"/>
                      <a:pt x="20" y="22"/>
                    </a:cubicBezTo>
                    <a:cubicBezTo>
                      <a:pt x="19" y="22"/>
                      <a:pt x="13" y="22"/>
                      <a:pt x="12" y="23"/>
                    </a:cubicBezTo>
                    <a:cubicBezTo>
                      <a:pt x="12" y="24"/>
                      <a:pt x="10" y="27"/>
                      <a:pt x="10" y="27"/>
                    </a:cubicBezTo>
                    <a:cubicBezTo>
                      <a:pt x="11" y="28"/>
                      <a:pt x="14" y="28"/>
                      <a:pt x="15" y="29"/>
                    </a:cubicBezTo>
                    <a:cubicBezTo>
                      <a:pt x="18" y="30"/>
                      <a:pt x="21" y="32"/>
                      <a:pt x="23" y="34"/>
                    </a:cubicBezTo>
                    <a:cubicBezTo>
                      <a:pt x="24" y="35"/>
                      <a:pt x="24" y="37"/>
                      <a:pt x="26" y="38"/>
                    </a:cubicBezTo>
                    <a:cubicBezTo>
                      <a:pt x="28" y="38"/>
                      <a:pt x="29" y="38"/>
                      <a:pt x="31" y="37"/>
                    </a:cubicBezTo>
                    <a:cubicBezTo>
                      <a:pt x="31" y="37"/>
                      <a:pt x="34" y="38"/>
                      <a:pt x="34" y="38"/>
                    </a:cubicBezTo>
                    <a:cubicBezTo>
                      <a:pt x="36" y="41"/>
                      <a:pt x="31" y="39"/>
                      <a:pt x="31" y="39"/>
                    </a:cubicBezTo>
                    <a:cubicBezTo>
                      <a:pt x="29" y="39"/>
                      <a:pt x="32" y="41"/>
                      <a:pt x="33" y="42"/>
                    </a:cubicBezTo>
                    <a:cubicBezTo>
                      <a:pt x="34" y="44"/>
                      <a:pt x="35" y="43"/>
                      <a:pt x="37" y="42"/>
                    </a:cubicBezTo>
                    <a:cubicBezTo>
                      <a:pt x="38" y="41"/>
                      <a:pt x="41" y="41"/>
                      <a:pt x="42" y="42"/>
                    </a:cubicBezTo>
                    <a:cubicBezTo>
                      <a:pt x="43" y="43"/>
                      <a:pt x="38" y="44"/>
                      <a:pt x="38" y="44"/>
                    </a:cubicBezTo>
                    <a:cubicBezTo>
                      <a:pt x="37" y="44"/>
                      <a:pt x="38" y="44"/>
                      <a:pt x="38" y="45"/>
                    </a:cubicBezTo>
                    <a:cubicBezTo>
                      <a:pt x="38" y="46"/>
                      <a:pt x="36" y="45"/>
                      <a:pt x="36" y="45"/>
                    </a:cubicBezTo>
                    <a:cubicBezTo>
                      <a:pt x="35" y="45"/>
                      <a:pt x="34" y="46"/>
                      <a:pt x="32" y="46"/>
                    </a:cubicBezTo>
                    <a:cubicBezTo>
                      <a:pt x="30" y="46"/>
                      <a:pt x="26" y="47"/>
                      <a:pt x="24" y="46"/>
                    </a:cubicBezTo>
                    <a:cubicBezTo>
                      <a:pt x="22" y="45"/>
                      <a:pt x="25" y="43"/>
                      <a:pt x="24" y="42"/>
                    </a:cubicBezTo>
                    <a:cubicBezTo>
                      <a:pt x="23" y="42"/>
                      <a:pt x="21" y="42"/>
                      <a:pt x="20" y="43"/>
                    </a:cubicBezTo>
                    <a:cubicBezTo>
                      <a:pt x="19" y="43"/>
                      <a:pt x="17" y="43"/>
                      <a:pt x="16" y="43"/>
                    </a:cubicBezTo>
                    <a:cubicBezTo>
                      <a:pt x="14" y="44"/>
                      <a:pt x="15" y="46"/>
                      <a:pt x="15" y="46"/>
                    </a:cubicBezTo>
                    <a:cubicBezTo>
                      <a:pt x="13" y="46"/>
                      <a:pt x="11" y="45"/>
                      <a:pt x="9" y="46"/>
                    </a:cubicBezTo>
                    <a:cubicBezTo>
                      <a:pt x="8" y="47"/>
                      <a:pt x="6" y="48"/>
                      <a:pt x="5" y="49"/>
                    </a:cubicBezTo>
                    <a:cubicBezTo>
                      <a:pt x="0" y="52"/>
                      <a:pt x="12" y="52"/>
                      <a:pt x="12" y="53"/>
                    </a:cubicBezTo>
                    <a:cubicBezTo>
                      <a:pt x="11" y="54"/>
                      <a:pt x="8" y="54"/>
                      <a:pt x="10" y="55"/>
                    </a:cubicBezTo>
                    <a:cubicBezTo>
                      <a:pt x="11" y="56"/>
                      <a:pt x="11" y="58"/>
                      <a:pt x="12" y="58"/>
                    </a:cubicBezTo>
                    <a:cubicBezTo>
                      <a:pt x="16" y="59"/>
                      <a:pt x="19" y="58"/>
                      <a:pt x="23" y="58"/>
                    </a:cubicBezTo>
                    <a:cubicBezTo>
                      <a:pt x="24" y="59"/>
                      <a:pt x="25" y="59"/>
                      <a:pt x="26" y="59"/>
                    </a:cubicBezTo>
                    <a:cubicBezTo>
                      <a:pt x="28" y="59"/>
                      <a:pt x="27" y="59"/>
                      <a:pt x="29" y="60"/>
                    </a:cubicBezTo>
                    <a:cubicBezTo>
                      <a:pt x="29" y="60"/>
                      <a:pt x="31" y="58"/>
                      <a:pt x="32" y="58"/>
                    </a:cubicBezTo>
                    <a:cubicBezTo>
                      <a:pt x="33" y="57"/>
                      <a:pt x="34" y="57"/>
                      <a:pt x="35" y="57"/>
                    </a:cubicBezTo>
                    <a:cubicBezTo>
                      <a:pt x="36" y="56"/>
                      <a:pt x="37" y="55"/>
                      <a:pt x="37" y="55"/>
                    </a:cubicBezTo>
                    <a:cubicBezTo>
                      <a:pt x="38" y="56"/>
                      <a:pt x="39" y="57"/>
                      <a:pt x="38" y="58"/>
                    </a:cubicBezTo>
                    <a:cubicBezTo>
                      <a:pt x="37" y="59"/>
                      <a:pt x="36" y="59"/>
                      <a:pt x="38" y="61"/>
                    </a:cubicBezTo>
                    <a:cubicBezTo>
                      <a:pt x="40" y="65"/>
                      <a:pt x="38" y="68"/>
                      <a:pt x="33" y="67"/>
                    </a:cubicBezTo>
                    <a:cubicBezTo>
                      <a:pt x="33" y="67"/>
                      <a:pt x="32" y="66"/>
                      <a:pt x="31" y="67"/>
                    </a:cubicBezTo>
                    <a:cubicBezTo>
                      <a:pt x="30" y="68"/>
                      <a:pt x="29" y="70"/>
                      <a:pt x="28" y="70"/>
                    </a:cubicBezTo>
                    <a:cubicBezTo>
                      <a:pt x="26" y="71"/>
                      <a:pt x="20" y="68"/>
                      <a:pt x="21" y="71"/>
                    </a:cubicBezTo>
                    <a:cubicBezTo>
                      <a:pt x="21" y="71"/>
                      <a:pt x="18" y="73"/>
                      <a:pt x="19" y="73"/>
                    </a:cubicBezTo>
                    <a:cubicBezTo>
                      <a:pt x="19" y="73"/>
                      <a:pt x="20" y="73"/>
                      <a:pt x="20" y="73"/>
                    </a:cubicBezTo>
                    <a:cubicBezTo>
                      <a:pt x="21" y="74"/>
                      <a:pt x="18" y="75"/>
                      <a:pt x="17" y="76"/>
                    </a:cubicBezTo>
                    <a:cubicBezTo>
                      <a:pt x="16" y="76"/>
                      <a:pt x="15" y="77"/>
                      <a:pt x="15" y="78"/>
                    </a:cubicBezTo>
                    <a:cubicBezTo>
                      <a:pt x="14" y="80"/>
                      <a:pt x="16" y="80"/>
                      <a:pt x="14" y="81"/>
                    </a:cubicBezTo>
                    <a:cubicBezTo>
                      <a:pt x="12" y="82"/>
                      <a:pt x="14" y="84"/>
                      <a:pt x="15" y="85"/>
                    </a:cubicBezTo>
                    <a:cubicBezTo>
                      <a:pt x="15" y="86"/>
                      <a:pt x="18" y="81"/>
                      <a:pt x="19" y="81"/>
                    </a:cubicBezTo>
                    <a:cubicBezTo>
                      <a:pt x="19" y="81"/>
                      <a:pt x="17" y="84"/>
                      <a:pt x="17" y="84"/>
                    </a:cubicBezTo>
                    <a:cubicBezTo>
                      <a:pt x="16" y="85"/>
                      <a:pt x="19" y="87"/>
                      <a:pt x="20" y="87"/>
                    </a:cubicBezTo>
                    <a:cubicBezTo>
                      <a:pt x="21" y="88"/>
                      <a:pt x="21" y="89"/>
                      <a:pt x="22" y="88"/>
                    </a:cubicBezTo>
                    <a:cubicBezTo>
                      <a:pt x="23" y="87"/>
                      <a:pt x="24" y="86"/>
                      <a:pt x="24" y="86"/>
                    </a:cubicBezTo>
                    <a:cubicBezTo>
                      <a:pt x="24" y="87"/>
                      <a:pt x="25" y="89"/>
                      <a:pt x="26" y="89"/>
                    </a:cubicBezTo>
                    <a:cubicBezTo>
                      <a:pt x="24" y="90"/>
                      <a:pt x="23" y="89"/>
                      <a:pt x="22" y="89"/>
                    </a:cubicBezTo>
                    <a:cubicBezTo>
                      <a:pt x="21" y="90"/>
                      <a:pt x="20" y="87"/>
                      <a:pt x="19" y="87"/>
                    </a:cubicBezTo>
                    <a:cubicBezTo>
                      <a:pt x="18" y="87"/>
                      <a:pt x="16" y="90"/>
                      <a:pt x="18" y="91"/>
                    </a:cubicBezTo>
                    <a:cubicBezTo>
                      <a:pt x="20" y="92"/>
                      <a:pt x="20" y="93"/>
                      <a:pt x="22" y="94"/>
                    </a:cubicBezTo>
                    <a:cubicBezTo>
                      <a:pt x="23" y="96"/>
                      <a:pt x="25" y="95"/>
                      <a:pt x="27" y="95"/>
                    </a:cubicBezTo>
                    <a:cubicBezTo>
                      <a:pt x="28" y="94"/>
                      <a:pt x="30" y="95"/>
                      <a:pt x="30" y="93"/>
                    </a:cubicBezTo>
                    <a:cubicBezTo>
                      <a:pt x="30" y="91"/>
                      <a:pt x="31" y="88"/>
                      <a:pt x="33" y="89"/>
                    </a:cubicBezTo>
                    <a:cubicBezTo>
                      <a:pt x="33" y="88"/>
                      <a:pt x="31" y="92"/>
                      <a:pt x="31" y="93"/>
                    </a:cubicBezTo>
                    <a:cubicBezTo>
                      <a:pt x="31" y="94"/>
                      <a:pt x="35" y="97"/>
                      <a:pt x="34" y="98"/>
                    </a:cubicBezTo>
                    <a:cubicBezTo>
                      <a:pt x="32" y="100"/>
                      <a:pt x="35" y="101"/>
                      <a:pt x="35" y="101"/>
                    </a:cubicBezTo>
                    <a:cubicBezTo>
                      <a:pt x="34" y="101"/>
                      <a:pt x="32" y="104"/>
                      <a:pt x="32" y="104"/>
                    </a:cubicBezTo>
                    <a:cubicBezTo>
                      <a:pt x="33" y="105"/>
                      <a:pt x="38" y="102"/>
                      <a:pt x="38" y="102"/>
                    </a:cubicBezTo>
                    <a:cubicBezTo>
                      <a:pt x="38" y="103"/>
                      <a:pt x="37" y="103"/>
                      <a:pt x="37" y="104"/>
                    </a:cubicBezTo>
                    <a:cubicBezTo>
                      <a:pt x="37" y="104"/>
                      <a:pt x="39" y="102"/>
                      <a:pt x="40" y="101"/>
                    </a:cubicBezTo>
                    <a:cubicBezTo>
                      <a:pt x="41" y="101"/>
                      <a:pt x="45" y="102"/>
                      <a:pt x="45" y="103"/>
                    </a:cubicBezTo>
                    <a:cubicBezTo>
                      <a:pt x="46" y="104"/>
                      <a:pt x="48" y="107"/>
                      <a:pt x="48" y="105"/>
                    </a:cubicBezTo>
                    <a:cubicBezTo>
                      <a:pt x="48" y="104"/>
                      <a:pt x="50" y="100"/>
                      <a:pt x="50" y="100"/>
                    </a:cubicBezTo>
                    <a:cubicBezTo>
                      <a:pt x="50" y="99"/>
                      <a:pt x="53" y="102"/>
                      <a:pt x="53" y="101"/>
                    </a:cubicBezTo>
                    <a:cubicBezTo>
                      <a:pt x="53" y="101"/>
                      <a:pt x="50" y="101"/>
                      <a:pt x="50" y="102"/>
                    </a:cubicBezTo>
                    <a:cubicBezTo>
                      <a:pt x="50" y="104"/>
                      <a:pt x="53" y="104"/>
                      <a:pt x="54" y="103"/>
                    </a:cubicBezTo>
                    <a:cubicBezTo>
                      <a:pt x="55" y="102"/>
                      <a:pt x="56" y="103"/>
                      <a:pt x="57" y="102"/>
                    </a:cubicBezTo>
                    <a:cubicBezTo>
                      <a:pt x="57" y="102"/>
                      <a:pt x="59" y="100"/>
                      <a:pt x="59" y="100"/>
                    </a:cubicBezTo>
                    <a:cubicBezTo>
                      <a:pt x="59" y="100"/>
                      <a:pt x="57" y="103"/>
                      <a:pt x="56" y="104"/>
                    </a:cubicBezTo>
                    <a:cubicBezTo>
                      <a:pt x="56" y="105"/>
                      <a:pt x="56" y="105"/>
                      <a:pt x="55" y="106"/>
                    </a:cubicBezTo>
                    <a:cubicBezTo>
                      <a:pt x="55" y="107"/>
                      <a:pt x="56" y="106"/>
                      <a:pt x="56" y="107"/>
                    </a:cubicBezTo>
                    <a:cubicBezTo>
                      <a:pt x="56" y="107"/>
                      <a:pt x="55" y="108"/>
                      <a:pt x="54" y="109"/>
                    </a:cubicBezTo>
                    <a:cubicBezTo>
                      <a:pt x="54" y="111"/>
                      <a:pt x="54" y="111"/>
                      <a:pt x="55" y="112"/>
                    </a:cubicBezTo>
                    <a:cubicBezTo>
                      <a:pt x="55" y="112"/>
                      <a:pt x="52" y="114"/>
                      <a:pt x="51" y="114"/>
                    </a:cubicBezTo>
                    <a:cubicBezTo>
                      <a:pt x="50" y="116"/>
                      <a:pt x="49" y="117"/>
                      <a:pt x="47" y="118"/>
                    </a:cubicBezTo>
                    <a:cubicBezTo>
                      <a:pt x="45" y="118"/>
                      <a:pt x="43" y="120"/>
                      <a:pt x="42" y="121"/>
                    </a:cubicBezTo>
                    <a:cubicBezTo>
                      <a:pt x="41" y="121"/>
                      <a:pt x="41" y="122"/>
                      <a:pt x="40" y="122"/>
                    </a:cubicBezTo>
                    <a:cubicBezTo>
                      <a:pt x="40" y="123"/>
                      <a:pt x="41" y="124"/>
                      <a:pt x="41" y="124"/>
                    </a:cubicBezTo>
                    <a:cubicBezTo>
                      <a:pt x="40" y="125"/>
                      <a:pt x="37" y="124"/>
                      <a:pt x="36" y="124"/>
                    </a:cubicBezTo>
                    <a:cubicBezTo>
                      <a:pt x="33" y="124"/>
                      <a:pt x="32" y="125"/>
                      <a:pt x="30" y="127"/>
                    </a:cubicBezTo>
                    <a:cubicBezTo>
                      <a:pt x="29" y="128"/>
                      <a:pt x="30" y="130"/>
                      <a:pt x="31" y="129"/>
                    </a:cubicBezTo>
                    <a:cubicBezTo>
                      <a:pt x="33" y="128"/>
                      <a:pt x="35" y="125"/>
                      <a:pt x="36" y="126"/>
                    </a:cubicBezTo>
                    <a:cubicBezTo>
                      <a:pt x="36" y="125"/>
                      <a:pt x="35" y="129"/>
                      <a:pt x="38" y="126"/>
                    </a:cubicBezTo>
                    <a:cubicBezTo>
                      <a:pt x="38" y="126"/>
                      <a:pt x="40" y="129"/>
                      <a:pt x="41" y="127"/>
                    </a:cubicBezTo>
                    <a:cubicBezTo>
                      <a:pt x="41" y="126"/>
                      <a:pt x="40" y="126"/>
                      <a:pt x="41" y="126"/>
                    </a:cubicBezTo>
                    <a:cubicBezTo>
                      <a:pt x="42" y="125"/>
                      <a:pt x="42" y="125"/>
                      <a:pt x="43" y="125"/>
                    </a:cubicBezTo>
                    <a:cubicBezTo>
                      <a:pt x="44" y="125"/>
                      <a:pt x="44" y="125"/>
                      <a:pt x="45" y="124"/>
                    </a:cubicBezTo>
                    <a:cubicBezTo>
                      <a:pt x="46" y="123"/>
                      <a:pt x="48" y="123"/>
                      <a:pt x="50" y="122"/>
                    </a:cubicBezTo>
                    <a:cubicBezTo>
                      <a:pt x="53" y="121"/>
                      <a:pt x="49" y="121"/>
                      <a:pt x="51" y="120"/>
                    </a:cubicBezTo>
                    <a:cubicBezTo>
                      <a:pt x="52" y="119"/>
                      <a:pt x="53" y="118"/>
                      <a:pt x="54" y="118"/>
                    </a:cubicBezTo>
                    <a:cubicBezTo>
                      <a:pt x="56" y="117"/>
                      <a:pt x="58" y="116"/>
                      <a:pt x="59" y="116"/>
                    </a:cubicBezTo>
                    <a:cubicBezTo>
                      <a:pt x="62" y="114"/>
                      <a:pt x="60" y="115"/>
                      <a:pt x="60" y="113"/>
                    </a:cubicBezTo>
                    <a:cubicBezTo>
                      <a:pt x="60" y="113"/>
                      <a:pt x="68" y="109"/>
                      <a:pt x="69" y="108"/>
                    </a:cubicBezTo>
                    <a:cubicBezTo>
                      <a:pt x="70" y="108"/>
                      <a:pt x="72" y="108"/>
                      <a:pt x="72" y="107"/>
                    </a:cubicBezTo>
                    <a:cubicBezTo>
                      <a:pt x="72" y="104"/>
                      <a:pt x="73" y="105"/>
                      <a:pt x="75" y="104"/>
                    </a:cubicBezTo>
                    <a:cubicBezTo>
                      <a:pt x="78" y="102"/>
                      <a:pt x="69" y="101"/>
                      <a:pt x="73" y="97"/>
                    </a:cubicBezTo>
                    <a:cubicBezTo>
                      <a:pt x="75" y="96"/>
                      <a:pt x="77" y="96"/>
                      <a:pt x="78" y="95"/>
                    </a:cubicBezTo>
                    <a:cubicBezTo>
                      <a:pt x="79" y="94"/>
                      <a:pt x="79" y="91"/>
                      <a:pt x="77" y="91"/>
                    </a:cubicBezTo>
                    <a:cubicBezTo>
                      <a:pt x="79" y="91"/>
                      <a:pt x="79" y="92"/>
                      <a:pt x="81" y="91"/>
                    </a:cubicBezTo>
                    <a:cubicBezTo>
                      <a:pt x="82" y="90"/>
                      <a:pt x="83" y="88"/>
                      <a:pt x="85" y="87"/>
                    </a:cubicBezTo>
                    <a:cubicBezTo>
                      <a:pt x="86" y="86"/>
                      <a:pt x="88" y="84"/>
                      <a:pt x="89" y="84"/>
                    </a:cubicBezTo>
                    <a:cubicBezTo>
                      <a:pt x="90" y="84"/>
                      <a:pt x="95" y="84"/>
                      <a:pt x="94" y="86"/>
                    </a:cubicBezTo>
                    <a:cubicBezTo>
                      <a:pt x="93" y="87"/>
                      <a:pt x="91" y="85"/>
                      <a:pt x="89" y="86"/>
                    </a:cubicBezTo>
                    <a:cubicBezTo>
                      <a:pt x="87" y="87"/>
                      <a:pt x="87" y="88"/>
                      <a:pt x="86" y="90"/>
                    </a:cubicBezTo>
                    <a:cubicBezTo>
                      <a:pt x="86" y="92"/>
                      <a:pt x="84" y="94"/>
                      <a:pt x="84" y="96"/>
                    </a:cubicBezTo>
                    <a:cubicBezTo>
                      <a:pt x="83" y="97"/>
                      <a:pt x="87" y="96"/>
                      <a:pt x="87" y="97"/>
                    </a:cubicBezTo>
                    <a:cubicBezTo>
                      <a:pt x="86" y="97"/>
                      <a:pt x="81" y="99"/>
                      <a:pt x="85" y="99"/>
                    </a:cubicBezTo>
                    <a:cubicBezTo>
                      <a:pt x="88" y="99"/>
                      <a:pt x="90" y="97"/>
                      <a:pt x="93" y="96"/>
                    </a:cubicBezTo>
                    <a:cubicBezTo>
                      <a:pt x="95" y="94"/>
                      <a:pt x="97" y="94"/>
                      <a:pt x="99" y="93"/>
                    </a:cubicBezTo>
                    <a:cubicBezTo>
                      <a:pt x="103" y="92"/>
                      <a:pt x="101" y="90"/>
                      <a:pt x="101" y="88"/>
                    </a:cubicBezTo>
                    <a:cubicBezTo>
                      <a:pt x="100" y="84"/>
                      <a:pt x="109" y="87"/>
                      <a:pt x="111" y="88"/>
                    </a:cubicBezTo>
                    <a:cubicBezTo>
                      <a:pt x="113" y="88"/>
                      <a:pt x="114" y="90"/>
                      <a:pt x="116" y="91"/>
                    </a:cubicBezTo>
                    <a:cubicBezTo>
                      <a:pt x="116" y="91"/>
                      <a:pt x="118" y="88"/>
                      <a:pt x="119" y="89"/>
                    </a:cubicBezTo>
                    <a:cubicBezTo>
                      <a:pt x="119" y="89"/>
                      <a:pt x="119" y="91"/>
                      <a:pt x="119" y="92"/>
                    </a:cubicBezTo>
                    <a:cubicBezTo>
                      <a:pt x="121" y="93"/>
                      <a:pt x="122" y="93"/>
                      <a:pt x="123" y="93"/>
                    </a:cubicBezTo>
                    <a:cubicBezTo>
                      <a:pt x="126" y="93"/>
                      <a:pt x="129" y="92"/>
                      <a:pt x="131" y="93"/>
                    </a:cubicBezTo>
                    <a:cubicBezTo>
                      <a:pt x="132" y="93"/>
                      <a:pt x="133" y="94"/>
                      <a:pt x="134" y="93"/>
                    </a:cubicBezTo>
                    <a:cubicBezTo>
                      <a:pt x="135" y="93"/>
                      <a:pt x="135" y="94"/>
                      <a:pt x="136" y="95"/>
                    </a:cubicBezTo>
                    <a:cubicBezTo>
                      <a:pt x="137" y="95"/>
                      <a:pt x="139" y="96"/>
                      <a:pt x="140" y="96"/>
                    </a:cubicBezTo>
                    <a:cubicBezTo>
                      <a:pt x="142" y="96"/>
                      <a:pt x="143" y="94"/>
                      <a:pt x="144" y="94"/>
                    </a:cubicBezTo>
                    <a:cubicBezTo>
                      <a:pt x="146" y="93"/>
                      <a:pt x="145" y="96"/>
                      <a:pt x="145" y="96"/>
                    </a:cubicBezTo>
                    <a:cubicBezTo>
                      <a:pt x="144" y="97"/>
                      <a:pt x="144" y="97"/>
                      <a:pt x="145" y="98"/>
                    </a:cubicBezTo>
                    <a:cubicBezTo>
                      <a:pt x="148" y="99"/>
                      <a:pt x="150" y="100"/>
                      <a:pt x="152" y="101"/>
                    </a:cubicBezTo>
                    <a:cubicBezTo>
                      <a:pt x="154" y="103"/>
                      <a:pt x="156" y="105"/>
                      <a:pt x="158" y="106"/>
                    </a:cubicBezTo>
                    <a:cubicBezTo>
                      <a:pt x="159" y="106"/>
                      <a:pt x="160" y="105"/>
                      <a:pt x="161" y="105"/>
                    </a:cubicBezTo>
                    <a:cubicBezTo>
                      <a:pt x="162" y="104"/>
                      <a:pt x="160" y="103"/>
                      <a:pt x="160" y="102"/>
                    </a:cubicBezTo>
                    <a:cubicBezTo>
                      <a:pt x="160" y="101"/>
                      <a:pt x="163" y="103"/>
                      <a:pt x="163" y="103"/>
                    </a:cubicBezTo>
                    <a:cubicBezTo>
                      <a:pt x="163" y="104"/>
                      <a:pt x="166" y="106"/>
                      <a:pt x="167" y="105"/>
                    </a:cubicBezTo>
                    <a:cubicBezTo>
                      <a:pt x="167" y="105"/>
                      <a:pt x="165" y="99"/>
                      <a:pt x="165" y="99"/>
                    </a:cubicBezTo>
                    <a:cubicBezTo>
                      <a:pt x="166" y="99"/>
                      <a:pt x="168" y="104"/>
                      <a:pt x="169" y="104"/>
                    </a:cubicBezTo>
                    <a:cubicBezTo>
                      <a:pt x="169" y="105"/>
                      <a:pt x="170" y="107"/>
                      <a:pt x="171" y="107"/>
                    </a:cubicBezTo>
                    <a:cubicBezTo>
                      <a:pt x="172" y="107"/>
                      <a:pt x="173" y="105"/>
                      <a:pt x="173" y="105"/>
                    </a:cubicBezTo>
                    <a:cubicBezTo>
                      <a:pt x="171" y="106"/>
                      <a:pt x="177" y="110"/>
                      <a:pt x="177" y="111"/>
                    </a:cubicBezTo>
                    <a:cubicBezTo>
                      <a:pt x="176" y="111"/>
                      <a:pt x="176" y="111"/>
                      <a:pt x="176" y="111"/>
                    </a:cubicBezTo>
                    <a:cubicBezTo>
                      <a:pt x="175" y="112"/>
                      <a:pt x="177" y="112"/>
                      <a:pt x="177" y="113"/>
                    </a:cubicBezTo>
                    <a:cubicBezTo>
                      <a:pt x="177" y="113"/>
                      <a:pt x="175" y="114"/>
                      <a:pt x="176" y="114"/>
                    </a:cubicBezTo>
                    <a:cubicBezTo>
                      <a:pt x="177" y="115"/>
                      <a:pt x="178" y="116"/>
                      <a:pt x="179" y="117"/>
                    </a:cubicBezTo>
                    <a:cubicBezTo>
                      <a:pt x="181" y="119"/>
                      <a:pt x="182" y="120"/>
                      <a:pt x="184" y="121"/>
                    </a:cubicBezTo>
                    <a:cubicBezTo>
                      <a:pt x="184" y="121"/>
                      <a:pt x="182" y="125"/>
                      <a:pt x="183" y="125"/>
                    </a:cubicBezTo>
                    <a:cubicBezTo>
                      <a:pt x="184" y="126"/>
                      <a:pt x="184" y="124"/>
                      <a:pt x="184" y="124"/>
                    </a:cubicBezTo>
                    <a:cubicBezTo>
                      <a:pt x="185" y="123"/>
                      <a:pt x="185" y="126"/>
                      <a:pt x="186" y="127"/>
                    </a:cubicBezTo>
                    <a:cubicBezTo>
                      <a:pt x="186" y="127"/>
                      <a:pt x="186" y="126"/>
                      <a:pt x="186" y="125"/>
                    </a:cubicBezTo>
                    <a:cubicBezTo>
                      <a:pt x="186" y="127"/>
                      <a:pt x="192" y="130"/>
                      <a:pt x="193" y="127"/>
                    </a:cubicBezTo>
                    <a:cubicBezTo>
                      <a:pt x="193" y="127"/>
                      <a:pt x="193" y="128"/>
                      <a:pt x="193" y="128"/>
                    </a:cubicBezTo>
                    <a:cubicBezTo>
                      <a:pt x="193" y="128"/>
                      <a:pt x="194" y="127"/>
                      <a:pt x="194" y="126"/>
                    </a:cubicBezTo>
                    <a:cubicBezTo>
                      <a:pt x="193" y="126"/>
                      <a:pt x="194" y="127"/>
                      <a:pt x="194" y="12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5" name="Freeform 641">
                <a:extLst>
                  <a:ext uri="{FF2B5EF4-FFF2-40B4-BE49-F238E27FC236}">
                    <a16:creationId xmlns:a16="http://schemas.microsoft.com/office/drawing/2014/main" id="{51F742FC-F6D8-8573-3546-68F14B3EE597}"/>
                  </a:ext>
                </a:extLst>
              </p:cNvPr>
              <p:cNvSpPr>
                <a:spLocks/>
              </p:cNvSpPr>
              <p:nvPr/>
            </p:nvSpPr>
            <p:spPr bwMode="auto">
              <a:xfrm>
                <a:off x="5888086" y="6516489"/>
                <a:ext cx="2697455" cy="1337930"/>
              </a:xfrm>
              <a:custGeom>
                <a:avLst/>
                <a:gdLst>
                  <a:gd name="T0" fmla="*/ 84 w 289"/>
                  <a:gd name="T1" fmla="*/ 106 h 143"/>
                  <a:gd name="T2" fmla="*/ 105 w 289"/>
                  <a:gd name="T3" fmla="*/ 119 h 143"/>
                  <a:gd name="T4" fmla="*/ 125 w 289"/>
                  <a:gd name="T5" fmla="*/ 127 h 143"/>
                  <a:gd name="T6" fmla="*/ 137 w 289"/>
                  <a:gd name="T7" fmla="*/ 127 h 143"/>
                  <a:gd name="T8" fmla="*/ 149 w 289"/>
                  <a:gd name="T9" fmla="*/ 119 h 143"/>
                  <a:gd name="T10" fmla="*/ 162 w 289"/>
                  <a:gd name="T11" fmla="*/ 118 h 143"/>
                  <a:gd name="T12" fmla="*/ 177 w 289"/>
                  <a:gd name="T13" fmla="*/ 119 h 143"/>
                  <a:gd name="T14" fmla="*/ 171 w 289"/>
                  <a:gd name="T15" fmla="*/ 113 h 143"/>
                  <a:gd name="T16" fmla="*/ 186 w 289"/>
                  <a:gd name="T17" fmla="*/ 113 h 143"/>
                  <a:gd name="T18" fmla="*/ 209 w 289"/>
                  <a:gd name="T19" fmla="*/ 122 h 143"/>
                  <a:gd name="T20" fmla="*/ 213 w 289"/>
                  <a:gd name="T21" fmla="*/ 133 h 143"/>
                  <a:gd name="T22" fmla="*/ 220 w 289"/>
                  <a:gd name="T23" fmla="*/ 143 h 143"/>
                  <a:gd name="T24" fmla="*/ 215 w 289"/>
                  <a:gd name="T25" fmla="*/ 108 h 143"/>
                  <a:gd name="T26" fmla="*/ 234 w 289"/>
                  <a:gd name="T27" fmla="*/ 92 h 143"/>
                  <a:gd name="T28" fmla="*/ 239 w 289"/>
                  <a:gd name="T29" fmla="*/ 86 h 143"/>
                  <a:gd name="T30" fmla="*/ 244 w 289"/>
                  <a:gd name="T31" fmla="*/ 82 h 143"/>
                  <a:gd name="T32" fmla="*/ 242 w 289"/>
                  <a:gd name="T33" fmla="*/ 78 h 143"/>
                  <a:gd name="T34" fmla="*/ 238 w 289"/>
                  <a:gd name="T35" fmla="*/ 71 h 143"/>
                  <a:gd name="T36" fmla="*/ 239 w 289"/>
                  <a:gd name="T37" fmla="*/ 69 h 143"/>
                  <a:gd name="T38" fmla="*/ 242 w 289"/>
                  <a:gd name="T39" fmla="*/ 75 h 143"/>
                  <a:gd name="T40" fmla="*/ 246 w 289"/>
                  <a:gd name="T41" fmla="*/ 62 h 143"/>
                  <a:gd name="T42" fmla="*/ 253 w 289"/>
                  <a:gd name="T43" fmla="*/ 52 h 143"/>
                  <a:gd name="T44" fmla="*/ 265 w 289"/>
                  <a:gd name="T45" fmla="*/ 48 h 143"/>
                  <a:gd name="T46" fmla="*/ 271 w 289"/>
                  <a:gd name="T47" fmla="*/ 48 h 143"/>
                  <a:gd name="T48" fmla="*/ 274 w 289"/>
                  <a:gd name="T49" fmla="*/ 35 h 143"/>
                  <a:gd name="T50" fmla="*/ 288 w 289"/>
                  <a:gd name="T51" fmla="*/ 28 h 143"/>
                  <a:gd name="T52" fmla="*/ 276 w 289"/>
                  <a:gd name="T53" fmla="*/ 13 h 143"/>
                  <a:gd name="T54" fmla="*/ 264 w 289"/>
                  <a:gd name="T55" fmla="*/ 28 h 143"/>
                  <a:gd name="T56" fmla="*/ 237 w 289"/>
                  <a:gd name="T57" fmla="*/ 39 h 143"/>
                  <a:gd name="T58" fmla="*/ 224 w 289"/>
                  <a:gd name="T59" fmla="*/ 45 h 143"/>
                  <a:gd name="T60" fmla="*/ 208 w 289"/>
                  <a:gd name="T61" fmla="*/ 44 h 143"/>
                  <a:gd name="T62" fmla="*/ 203 w 289"/>
                  <a:gd name="T63" fmla="*/ 36 h 143"/>
                  <a:gd name="T64" fmla="*/ 196 w 289"/>
                  <a:gd name="T65" fmla="*/ 28 h 143"/>
                  <a:gd name="T66" fmla="*/ 185 w 289"/>
                  <a:gd name="T67" fmla="*/ 48 h 143"/>
                  <a:gd name="T68" fmla="*/ 187 w 289"/>
                  <a:gd name="T69" fmla="*/ 25 h 143"/>
                  <a:gd name="T70" fmla="*/ 196 w 289"/>
                  <a:gd name="T71" fmla="*/ 17 h 143"/>
                  <a:gd name="T72" fmla="*/ 184 w 289"/>
                  <a:gd name="T73" fmla="*/ 13 h 143"/>
                  <a:gd name="T74" fmla="*/ 165 w 289"/>
                  <a:gd name="T75" fmla="*/ 15 h 143"/>
                  <a:gd name="T76" fmla="*/ 158 w 289"/>
                  <a:gd name="T77" fmla="*/ 5 h 143"/>
                  <a:gd name="T78" fmla="*/ 147 w 289"/>
                  <a:gd name="T79" fmla="*/ 4 h 143"/>
                  <a:gd name="T80" fmla="*/ 30 w 289"/>
                  <a:gd name="T81" fmla="*/ 4 h 143"/>
                  <a:gd name="T82" fmla="*/ 7 w 289"/>
                  <a:gd name="T83" fmla="*/ 9 h 143"/>
                  <a:gd name="T84" fmla="*/ 8 w 289"/>
                  <a:gd name="T85" fmla="*/ 21 h 143"/>
                  <a:gd name="T86" fmla="*/ 2 w 289"/>
                  <a:gd name="T87" fmla="*/ 40 h 143"/>
                  <a:gd name="T88" fmla="*/ 5 w 289"/>
                  <a:gd name="T89" fmla="*/ 63 h 143"/>
                  <a:gd name="T90" fmla="*/ 12 w 289"/>
                  <a:gd name="T91" fmla="*/ 73 h 143"/>
                  <a:gd name="T92" fmla="*/ 21 w 289"/>
                  <a:gd name="T93" fmla="*/ 88 h 143"/>
                  <a:gd name="T94" fmla="*/ 39 w 289"/>
                  <a:gd name="T95" fmla="*/ 10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9" h="143">
                    <a:moveTo>
                      <a:pt x="68" y="108"/>
                    </a:moveTo>
                    <a:cubicBezTo>
                      <a:pt x="71" y="108"/>
                      <a:pt x="74" y="108"/>
                      <a:pt x="78" y="108"/>
                    </a:cubicBezTo>
                    <a:cubicBezTo>
                      <a:pt x="79" y="108"/>
                      <a:pt x="81" y="108"/>
                      <a:pt x="82" y="108"/>
                    </a:cubicBezTo>
                    <a:cubicBezTo>
                      <a:pt x="83" y="108"/>
                      <a:pt x="83" y="106"/>
                      <a:pt x="84" y="106"/>
                    </a:cubicBezTo>
                    <a:cubicBezTo>
                      <a:pt x="85" y="105"/>
                      <a:pt x="91" y="105"/>
                      <a:pt x="91" y="106"/>
                    </a:cubicBezTo>
                    <a:cubicBezTo>
                      <a:pt x="94" y="108"/>
                      <a:pt x="97" y="110"/>
                      <a:pt x="100" y="112"/>
                    </a:cubicBezTo>
                    <a:cubicBezTo>
                      <a:pt x="100" y="112"/>
                      <a:pt x="101" y="115"/>
                      <a:pt x="101" y="116"/>
                    </a:cubicBezTo>
                    <a:cubicBezTo>
                      <a:pt x="102" y="118"/>
                      <a:pt x="102" y="118"/>
                      <a:pt x="105" y="119"/>
                    </a:cubicBezTo>
                    <a:cubicBezTo>
                      <a:pt x="107" y="120"/>
                      <a:pt x="108" y="121"/>
                      <a:pt x="109" y="119"/>
                    </a:cubicBezTo>
                    <a:cubicBezTo>
                      <a:pt x="110" y="116"/>
                      <a:pt x="111" y="116"/>
                      <a:pt x="114" y="117"/>
                    </a:cubicBezTo>
                    <a:cubicBezTo>
                      <a:pt x="116" y="117"/>
                      <a:pt x="119" y="118"/>
                      <a:pt x="119" y="120"/>
                    </a:cubicBezTo>
                    <a:cubicBezTo>
                      <a:pt x="121" y="123"/>
                      <a:pt x="123" y="124"/>
                      <a:pt x="125" y="127"/>
                    </a:cubicBezTo>
                    <a:cubicBezTo>
                      <a:pt x="127" y="129"/>
                      <a:pt x="126" y="133"/>
                      <a:pt x="129" y="134"/>
                    </a:cubicBezTo>
                    <a:cubicBezTo>
                      <a:pt x="131" y="136"/>
                      <a:pt x="135" y="136"/>
                      <a:pt x="137" y="137"/>
                    </a:cubicBezTo>
                    <a:cubicBezTo>
                      <a:pt x="137" y="136"/>
                      <a:pt x="135" y="129"/>
                      <a:pt x="135" y="129"/>
                    </a:cubicBezTo>
                    <a:cubicBezTo>
                      <a:pt x="137" y="130"/>
                      <a:pt x="136" y="127"/>
                      <a:pt x="137" y="127"/>
                    </a:cubicBezTo>
                    <a:cubicBezTo>
                      <a:pt x="137" y="126"/>
                      <a:pt x="139" y="126"/>
                      <a:pt x="140" y="125"/>
                    </a:cubicBezTo>
                    <a:cubicBezTo>
                      <a:pt x="141" y="125"/>
                      <a:pt x="142" y="122"/>
                      <a:pt x="142" y="122"/>
                    </a:cubicBezTo>
                    <a:cubicBezTo>
                      <a:pt x="143" y="123"/>
                      <a:pt x="144" y="123"/>
                      <a:pt x="145" y="122"/>
                    </a:cubicBezTo>
                    <a:cubicBezTo>
                      <a:pt x="147" y="121"/>
                      <a:pt x="148" y="121"/>
                      <a:pt x="149" y="119"/>
                    </a:cubicBezTo>
                    <a:cubicBezTo>
                      <a:pt x="151" y="118"/>
                      <a:pt x="148" y="118"/>
                      <a:pt x="148" y="117"/>
                    </a:cubicBezTo>
                    <a:cubicBezTo>
                      <a:pt x="148" y="117"/>
                      <a:pt x="151" y="118"/>
                      <a:pt x="152" y="117"/>
                    </a:cubicBezTo>
                    <a:cubicBezTo>
                      <a:pt x="154" y="116"/>
                      <a:pt x="155" y="116"/>
                      <a:pt x="157" y="116"/>
                    </a:cubicBezTo>
                    <a:cubicBezTo>
                      <a:pt x="159" y="116"/>
                      <a:pt x="160" y="119"/>
                      <a:pt x="162" y="118"/>
                    </a:cubicBezTo>
                    <a:cubicBezTo>
                      <a:pt x="165" y="116"/>
                      <a:pt x="166" y="118"/>
                      <a:pt x="168" y="119"/>
                    </a:cubicBezTo>
                    <a:cubicBezTo>
                      <a:pt x="170" y="120"/>
                      <a:pt x="171" y="118"/>
                      <a:pt x="172" y="118"/>
                    </a:cubicBezTo>
                    <a:cubicBezTo>
                      <a:pt x="173" y="117"/>
                      <a:pt x="176" y="119"/>
                      <a:pt x="176" y="120"/>
                    </a:cubicBezTo>
                    <a:cubicBezTo>
                      <a:pt x="177" y="121"/>
                      <a:pt x="178" y="120"/>
                      <a:pt x="177" y="119"/>
                    </a:cubicBezTo>
                    <a:cubicBezTo>
                      <a:pt x="177" y="119"/>
                      <a:pt x="176" y="118"/>
                      <a:pt x="175" y="118"/>
                    </a:cubicBezTo>
                    <a:cubicBezTo>
                      <a:pt x="174" y="117"/>
                      <a:pt x="176" y="117"/>
                      <a:pt x="176" y="117"/>
                    </a:cubicBezTo>
                    <a:cubicBezTo>
                      <a:pt x="175" y="115"/>
                      <a:pt x="175" y="114"/>
                      <a:pt x="173" y="115"/>
                    </a:cubicBezTo>
                    <a:cubicBezTo>
                      <a:pt x="173" y="115"/>
                      <a:pt x="169" y="115"/>
                      <a:pt x="171" y="113"/>
                    </a:cubicBezTo>
                    <a:cubicBezTo>
                      <a:pt x="173" y="113"/>
                      <a:pt x="174" y="114"/>
                      <a:pt x="175" y="114"/>
                    </a:cubicBezTo>
                    <a:cubicBezTo>
                      <a:pt x="178" y="113"/>
                      <a:pt x="180" y="113"/>
                      <a:pt x="183" y="113"/>
                    </a:cubicBezTo>
                    <a:cubicBezTo>
                      <a:pt x="184" y="113"/>
                      <a:pt x="183" y="113"/>
                      <a:pt x="184" y="114"/>
                    </a:cubicBezTo>
                    <a:cubicBezTo>
                      <a:pt x="184" y="114"/>
                      <a:pt x="185" y="114"/>
                      <a:pt x="186" y="113"/>
                    </a:cubicBezTo>
                    <a:cubicBezTo>
                      <a:pt x="188" y="113"/>
                      <a:pt x="190" y="113"/>
                      <a:pt x="192" y="113"/>
                    </a:cubicBezTo>
                    <a:cubicBezTo>
                      <a:pt x="194" y="113"/>
                      <a:pt x="194" y="115"/>
                      <a:pt x="196" y="116"/>
                    </a:cubicBezTo>
                    <a:cubicBezTo>
                      <a:pt x="198" y="118"/>
                      <a:pt x="200" y="116"/>
                      <a:pt x="202" y="115"/>
                    </a:cubicBezTo>
                    <a:cubicBezTo>
                      <a:pt x="203" y="115"/>
                      <a:pt x="209" y="121"/>
                      <a:pt x="209" y="122"/>
                    </a:cubicBezTo>
                    <a:cubicBezTo>
                      <a:pt x="210" y="123"/>
                      <a:pt x="208" y="125"/>
                      <a:pt x="209" y="126"/>
                    </a:cubicBezTo>
                    <a:cubicBezTo>
                      <a:pt x="210" y="128"/>
                      <a:pt x="209" y="128"/>
                      <a:pt x="210" y="130"/>
                    </a:cubicBezTo>
                    <a:cubicBezTo>
                      <a:pt x="210" y="131"/>
                      <a:pt x="211" y="132"/>
                      <a:pt x="211" y="132"/>
                    </a:cubicBezTo>
                    <a:cubicBezTo>
                      <a:pt x="212" y="132"/>
                      <a:pt x="212" y="133"/>
                      <a:pt x="213" y="133"/>
                    </a:cubicBezTo>
                    <a:cubicBezTo>
                      <a:pt x="214" y="134"/>
                      <a:pt x="213" y="136"/>
                      <a:pt x="214" y="137"/>
                    </a:cubicBezTo>
                    <a:cubicBezTo>
                      <a:pt x="215" y="138"/>
                      <a:pt x="216" y="138"/>
                      <a:pt x="217" y="140"/>
                    </a:cubicBezTo>
                    <a:cubicBezTo>
                      <a:pt x="219" y="143"/>
                      <a:pt x="218" y="140"/>
                      <a:pt x="220" y="141"/>
                    </a:cubicBezTo>
                    <a:cubicBezTo>
                      <a:pt x="220" y="141"/>
                      <a:pt x="220" y="143"/>
                      <a:pt x="220" y="143"/>
                    </a:cubicBezTo>
                    <a:cubicBezTo>
                      <a:pt x="221" y="143"/>
                      <a:pt x="222" y="136"/>
                      <a:pt x="222" y="135"/>
                    </a:cubicBezTo>
                    <a:cubicBezTo>
                      <a:pt x="222" y="132"/>
                      <a:pt x="221" y="130"/>
                      <a:pt x="220" y="126"/>
                    </a:cubicBezTo>
                    <a:cubicBezTo>
                      <a:pt x="218" y="123"/>
                      <a:pt x="218" y="120"/>
                      <a:pt x="217" y="117"/>
                    </a:cubicBezTo>
                    <a:cubicBezTo>
                      <a:pt x="215" y="115"/>
                      <a:pt x="214" y="111"/>
                      <a:pt x="215" y="108"/>
                    </a:cubicBezTo>
                    <a:cubicBezTo>
                      <a:pt x="216" y="105"/>
                      <a:pt x="218" y="103"/>
                      <a:pt x="221" y="101"/>
                    </a:cubicBezTo>
                    <a:cubicBezTo>
                      <a:pt x="222" y="100"/>
                      <a:pt x="223" y="100"/>
                      <a:pt x="224" y="99"/>
                    </a:cubicBezTo>
                    <a:cubicBezTo>
                      <a:pt x="225" y="98"/>
                      <a:pt x="226" y="96"/>
                      <a:pt x="227" y="96"/>
                    </a:cubicBezTo>
                    <a:cubicBezTo>
                      <a:pt x="229" y="94"/>
                      <a:pt x="232" y="94"/>
                      <a:pt x="234" y="92"/>
                    </a:cubicBezTo>
                    <a:cubicBezTo>
                      <a:pt x="235" y="91"/>
                      <a:pt x="236" y="89"/>
                      <a:pt x="238" y="89"/>
                    </a:cubicBezTo>
                    <a:cubicBezTo>
                      <a:pt x="238" y="89"/>
                      <a:pt x="242" y="89"/>
                      <a:pt x="241" y="87"/>
                    </a:cubicBezTo>
                    <a:cubicBezTo>
                      <a:pt x="241" y="87"/>
                      <a:pt x="238" y="88"/>
                      <a:pt x="238" y="88"/>
                    </a:cubicBezTo>
                    <a:cubicBezTo>
                      <a:pt x="238" y="87"/>
                      <a:pt x="240" y="88"/>
                      <a:pt x="239" y="86"/>
                    </a:cubicBezTo>
                    <a:cubicBezTo>
                      <a:pt x="239" y="86"/>
                      <a:pt x="238" y="85"/>
                      <a:pt x="239" y="85"/>
                    </a:cubicBezTo>
                    <a:cubicBezTo>
                      <a:pt x="239" y="84"/>
                      <a:pt x="239" y="85"/>
                      <a:pt x="240" y="84"/>
                    </a:cubicBezTo>
                    <a:cubicBezTo>
                      <a:pt x="239" y="85"/>
                      <a:pt x="241" y="86"/>
                      <a:pt x="241" y="85"/>
                    </a:cubicBezTo>
                    <a:cubicBezTo>
                      <a:pt x="242" y="85"/>
                      <a:pt x="245" y="83"/>
                      <a:pt x="244" y="82"/>
                    </a:cubicBezTo>
                    <a:cubicBezTo>
                      <a:pt x="244" y="83"/>
                      <a:pt x="238" y="82"/>
                      <a:pt x="239" y="81"/>
                    </a:cubicBezTo>
                    <a:cubicBezTo>
                      <a:pt x="239" y="80"/>
                      <a:pt x="240" y="82"/>
                      <a:pt x="241" y="81"/>
                    </a:cubicBezTo>
                    <a:cubicBezTo>
                      <a:pt x="241" y="81"/>
                      <a:pt x="243" y="80"/>
                      <a:pt x="243" y="80"/>
                    </a:cubicBezTo>
                    <a:cubicBezTo>
                      <a:pt x="243" y="80"/>
                      <a:pt x="242" y="79"/>
                      <a:pt x="242" y="78"/>
                    </a:cubicBezTo>
                    <a:cubicBezTo>
                      <a:pt x="243" y="77"/>
                      <a:pt x="243" y="76"/>
                      <a:pt x="241" y="76"/>
                    </a:cubicBezTo>
                    <a:cubicBezTo>
                      <a:pt x="241" y="76"/>
                      <a:pt x="237" y="74"/>
                      <a:pt x="237" y="74"/>
                    </a:cubicBezTo>
                    <a:cubicBezTo>
                      <a:pt x="238" y="73"/>
                      <a:pt x="239" y="74"/>
                      <a:pt x="240" y="74"/>
                    </a:cubicBezTo>
                    <a:cubicBezTo>
                      <a:pt x="241" y="73"/>
                      <a:pt x="239" y="71"/>
                      <a:pt x="238" y="71"/>
                    </a:cubicBezTo>
                    <a:cubicBezTo>
                      <a:pt x="237" y="70"/>
                      <a:pt x="236" y="69"/>
                      <a:pt x="236" y="68"/>
                    </a:cubicBezTo>
                    <a:cubicBezTo>
                      <a:pt x="235" y="67"/>
                      <a:pt x="238" y="65"/>
                      <a:pt x="237" y="64"/>
                    </a:cubicBezTo>
                    <a:cubicBezTo>
                      <a:pt x="238" y="65"/>
                      <a:pt x="237" y="66"/>
                      <a:pt x="237" y="67"/>
                    </a:cubicBezTo>
                    <a:cubicBezTo>
                      <a:pt x="237" y="67"/>
                      <a:pt x="239" y="69"/>
                      <a:pt x="239" y="69"/>
                    </a:cubicBezTo>
                    <a:cubicBezTo>
                      <a:pt x="241" y="67"/>
                      <a:pt x="239" y="62"/>
                      <a:pt x="242" y="61"/>
                    </a:cubicBezTo>
                    <a:cubicBezTo>
                      <a:pt x="241" y="61"/>
                      <a:pt x="241" y="66"/>
                      <a:pt x="242" y="67"/>
                    </a:cubicBezTo>
                    <a:cubicBezTo>
                      <a:pt x="242" y="69"/>
                      <a:pt x="244" y="69"/>
                      <a:pt x="244" y="71"/>
                    </a:cubicBezTo>
                    <a:cubicBezTo>
                      <a:pt x="244" y="72"/>
                      <a:pt x="241" y="74"/>
                      <a:pt x="242" y="75"/>
                    </a:cubicBezTo>
                    <a:cubicBezTo>
                      <a:pt x="242" y="75"/>
                      <a:pt x="248" y="69"/>
                      <a:pt x="247" y="67"/>
                    </a:cubicBezTo>
                    <a:cubicBezTo>
                      <a:pt x="247" y="65"/>
                      <a:pt x="245" y="64"/>
                      <a:pt x="245" y="62"/>
                    </a:cubicBezTo>
                    <a:cubicBezTo>
                      <a:pt x="244" y="61"/>
                      <a:pt x="245" y="58"/>
                      <a:pt x="247" y="59"/>
                    </a:cubicBezTo>
                    <a:cubicBezTo>
                      <a:pt x="246" y="58"/>
                      <a:pt x="245" y="61"/>
                      <a:pt x="246" y="62"/>
                    </a:cubicBezTo>
                    <a:cubicBezTo>
                      <a:pt x="248" y="64"/>
                      <a:pt x="248" y="65"/>
                      <a:pt x="250" y="62"/>
                    </a:cubicBezTo>
                    <a:cubicBezTo>
                      <a:pt x="251" y="61"/>
                      <a:pt x="253" y="58"/>
                      <a:pt x="252" y="56"/>
                    </a:cubicBezTo>
                    <a:cubicBezTo>
                      <a:pt x="252" y="56"/>
                      <a:pt x="251" y="55"/>
                      <a:pt x="252" y="54"/>
                    </a:cubicBezTo>
                    <a:cubicBezTo>
                      <a:pt x="252" y="54"/>
                      <a:pt x="253" y="52"/>
                      <a:pt x="253" y="52"/>
                    </a:cubicBezTo>
                    <a:cubicBezTo>
                      <a:pt x="253" y="52"/>
                      <a:pt x="253" y="54"/>
                      <a:pt x="253" y="54"/>
                    </a:cubicBezTo>
                    <a:cubicBezTo>
                      <a:pt x="253" y="54"/>
                      <a:pt x="258" y="51"/>
                      <a:pt x="260" y="51"/>
                    </a:cubicBezTo>
                    <a:cubicBezTo>
                      <a:pt x="261" y="50"/>
                      <a:pt x="263" y="51"/>
                      <a:pt x="264" y="51"/>
                    </a:cubicBezTo>
                    <a:cubicBezTo>
                      <a:pt x="266" y="50"/>
                      <a:pt x="265" y="49"/>
                      <a:pt x="265" y="48"/>
                    </a:cubicBezTo>
                    <a:cubicBezTo>
                      <a:pt x="266" y="48"/>
                      <a:pt x="266" y="50"/>
                      <a:pt x="267" y="50"/>
                    </a:cubicBezTo>
                    <a:cubicBezTo>
                      <a:pt x="267" y="50"/>
                      <a:pt x="269" y="49"/>
                      <a:pt x="269" y="49"/>
                    </a:cubicBezTo>
                    <a:cubicBezTo>
                      <a:pt x="271" y="51"/>
                      <a:pt x="275" y="46"/>
                      <a:pt x="272" y="46"/>
                    </a:cubicBezTo>
                    <a:cubicBezTo>
                      <a:pt x="272" y="46"/>
                      <a:pt x="272" y="48"/>
                      <a:pt x="271" y="48"/>
                    </a:cubicBezTo>
                    <a:cubicBezTo>
                      <a:pt x="270" y="48"/>
                      <a:pt x="268" y="44"/>
                      <a:pt x="268" y="44"/>
                    </a:cubicBezTo>
                    <a:cubicBezTo>
                      <a:pt x="269" y="43"/>
                      <a:pt x="268" y="42"/>
                      <a:pt x="269" y="41"/>
                    </a:cubicBezTo>
                    <a:cubicBezTo>
                      <a:pt x="270" y="39"/>
                      <a:pt x="271" y="37"/>
                      <a:pt x="272" y="36"/>
                    </a:cubicBezTo>
                    <a:cubicBezTo>
                      <a:pt x="273" y="36"/>
                      <a:pt x="274" y="35"/>
                      <a:pt x="274" y="35"/>
                    </a:cubicBezTo>
                    <a:cubicBezTo>
                      <a:pt x="276" y="36"/>
                      <a:pt x="277" y="33"/>
                      <a:pt x="278" y="32"/>
                    </a:cubicBezTo>
                    <a:cubicBezTo>
                      <a:pt x="278" y="32"/>
                      <a:pt x="280" y="33"/>
                      <a:pt x="281" y="32"/>
                    </a:cubicBezTo>
                    <a:cubicBezTo>
                      <a:pt x="283" y="31"/>
                      <a:pt x="285" y="31"/>
                      <a:pt x="286" y="30"/>
                    </a:cubicBezTo>
                    <a:cubicBezTo>
                      <a:pt x="287" y="30"/>
                      <a:pt x="289" y="29"/>
                      <a:pt x="288" y="28"/>
                    </a:cubicBezTo>
                    <a:cubicBezTo>
                      <a:pt x="286" y="26"/>
                      <a:pt x="286" y="25"/>
                      <a:pt x="285" y="24"/>
                    </a:cubicBezTo>
                    <a:cubicBezTo>
                      <a:pt x="281" y="23"/>
                      <a:pt x="287" y="14"/>
                      <a:pt x="281" y="14"/>
                    </a:cubicBezTo>
                    <a:cubicBezTo>
                      <a:pt x="280" y="13"/>
                      <a:pt x="279" y="15"/>
                      <a:pt x="278" y="14"/>
                    </a:cubicBezTo>
                    <a:cubicBezTo>
                      <a:pt x="277" y="13"/>
                      <a:pt x="277" y="12"/>
                      <a:pt x="276" y="13"/>
                    </a:cubicBezTo>
                    <a:cubicBezTo>
                      <a:pt x="275" y="14"/>
                      <a:pt x="274" y="16"/>
                      <a:pt x="273" y="17"/>
                    </a:cubicBezTo>
                    <a:cubicBezTo>
                      <a:pt x="272" y="18"/>
                      <a:pt x="272" y="20"/>
                      <a:pt x="271" y="21"/>
                    </a:cubicBezTo>
                    <a:cubicBezTo>
                      <a:pt x="271" y="23"/>
                      <a:pt x="270" y="26"/>
                      <a:pt x="268" y="26"/>
                    </a:cubicBezTo>
                    <a:cubicBezTo>
                      <a:pt x="266" y="26"/>
                      <a:pt x="266" y="28"/>
                      <a:pt x="264" y="28"/>
                    </a:cubicBezTo>
                    <a:cubicBezTo>
                      <a:pt x="259" y="28"/>
                      <a:pt x="254" y="28"/>
                      <a:pt x="249" y="28"/>
                    </a:cubicBezTo>
                    <a:cubicBezTo>
                      <a:pt x="247" y="28"/>
                      <a:pt x="247" y="28"/>
                      <a:pt x="246" y="29"/>
                    </a:cubicBezTo>
                    <a:cubicBezTo>
                      <a:pt x="245" y="31"/>
                      <a:pt x="241" y="33"/>
                      <a:pt x="241" y="34"/>
                    </a:cubicBezTo>
                    <a:cubicBezTo>
                      <a:pt x="242" y="37"/>
                      <a:pt x="239" y="39"/>
                      <a:pt x="237" y="39"/>
                    </a:cubicBezTo>
                    <a:cubicBezTo>
                      <a:pt x="235" y="39"/>
                      <a:pt x="234" y="38"/>
                      <a:pt x="232" y="38"/>
                    </a:cubicBezTo>
                    <a:cubicBezTo>
                      <a:pt x="230" y="38"/>
                      <a:pt x="228" y="39"/>
                      <a:pt x="227" y="39"/>
                    </a:cubicBezTo>
                    <a:cubicBezTo>
                      <a:pt x="227" y="39"/>
                      <a:pt x="227" y="42"/>
                      <a:pt x="228" y="42"/>
                    </a:cubicBezTo>
                    <a:cubicBezTo>
                      <a:pt x="227" y="43"/>
                      <a:pt x="226" y="44"/>
                      <a:pt x="224" y="45"/>
                    </a:cubicBezTo>
                    <a:cubicBezTo>
                      <a:pt x="222" y="46"/>
                      <a:pt x="219" y="48"/>
                      <a:pt x="216" y="49"/>
                    </a:cubicBezTo>
                    <a:cubicBezTo>
                      <a:pt x="213" y="50"/>
                      <a:pt x="210" y="50"/>
                      <a:pt x="207" y="49"/>
                    </a:cubicBezTo>
                    <a:cubicBezTo>
                      <a:pt x="206" y="48"/>
                      <a:pt x="205" y="47"/>
                      <a:pt x="206" y="46"/>
                    </a:cubicBezTo>
                    <a:cubicBezTo>
                      <a:pt x="206" y="46"/>
                      <a:pt x="207" y="44"/>
                      <a:pt x="208" y="44"/>
                    </a:cubicBezTo>
                    <a:cubicBezTo>
                      <a:pt x="208" y="44"/>
                      <a:pt x="208" y="45"/>
                      <a:pt x="208" y="46"/>
                    </a:cubicBezTo>
                    <a:cubicBezTo>
                      <a:pt x="210" y="42"/>
                      <a:pt x="211" y="39"/>
                      <a:pt x="209" y="35"/>
                    </a:cubicBezTo>
                    <a:cubicBezTo>
                      <a:pt x="208" y="34"/>
                      <a:pt x="206" y="36"/>
                      <a:pt x="205" y="36"/>
                    </a:cubicBezTo>
                    <a:cubicBezTo>
                      <a:pt x="204" y="37"/>
                      <a:pt x="204" y="36"/>
                      <a:pt x="203" y="36"/>
                    </a:cubicBezTo>
                    <a:cubicBezTo>
                      <a:pt x="202" y="35"/>
                      <a:pt x="204" y="34"/>
                      <a:pt x="204" y="34"/>
                    </a:cubicBezTo>
                    <a:cubicBezTo>
                      <a:pt x="208" y="30"/>
                      <a:pt x="205" y="26"/>
                      <a:pt x="201" y="25"/>
                    </a:cubicBezTo>
                    <a:cubicBezTo>
                      <a:pt x="198" y="24"/>
                      <a:pt x="198" y="25"/>
                      <a:pt x="196" y="26"/>
                    </a:cubicBezTo>
                    <a:cubicBezTo>
                      <a:pt x="196" y="27"/>
                      <a:pt x="196" y="27"/>
                      <a:pt x="196" y="28"/>
                    </a:cubicBezTo>
                    <a:cubicBezTo>
                      <a:pt x="196" y="29"/>
                      <a:pt x="194" y="28"/>
                      <a:pt x="193" y="28"/>
                    </a:cubicBezTo>
                    <a:cubicBezTo>
                      <a:pt x="192" y="28"/>
                      <a:pt x="190" y="36"/>
                      <a:pt x="190" y="37"/>
                    </a:cubicBezTo>
                    <a:cubicBezTo>
                      <a:pt x="191" y="42"/>
                      <a:pt x="192" y="45"/>
                      <a:pt x="188" y="47"/>
                    </a:cubicBezTo>
                    <a:cubicBezTo>
                      <a:pt x="188" y="48"/>
                      <a:pt x="185" y="49"/>
                      <a:pt x="185" y="48"/>
                    </a:cubicBezTo>
                    <a:cubicBezTo>
                      <a:pt x="185" y="46"/>
                      <a:pt x="184" y="44"/>
                      <a:pt x="184" y="42"/>
                    </a:cubicBezTo>
                    <a:cubicBezTo>
                      <a:pt x="184" y="41"/>
                      <a:pt x="186" y="30"/>
                      <a:pt x="186" y="30"/>
                    </a:cubicBezTo>
                    <a:cubicBezTo>
                      <a:pt x="185" y="30"/>
                      <a:pt x="183" y="32"/>
                      <a:pt x="183" y="31"/>
                    </a:cubicBezTo>
                    <a:cubicBezTo>
                      <a:pt x="183" y="30"/>
                      <a:pt x="186" y="26"/>
                      <a:pt x="187" y="25"/>
                    </a:cubicBezTo>
                    <a:cubicBezTo>
                      <a:pt x="188" y="23"/>
                      <a:pt x="191" y="23"/>
                      <a:pt x="193" y="22"/>
                    </a:cubicBezTo>
                    <a:cubicBezTo>
                      <a:pt x="196" y="22"/>
                      <a:pt x="199" y="23"/>
                      <a:pt x="202" y="23"/>
                    </a:cubicBezTo>
                    <a:cubicBezTo>
                      <a:pt x="205" y="23"/>
                      <a:pt x="201" y="20"/>
                      <a:pt x="199" y="20"/>
                    </a:cubicBezTo>
                    <a:cubicBezTo>
                      <a:pt x="197" y="20"/>
                      <a:pt x="199" y="17"/>
                      <a:pt x="196" y="17"/>
                    </a:cubicBezTo>
                    <a:cubicBezTo>
                      <a:pt x="194" y="18"/>
                      <a:pt x="192" y="19"/>
                      <a:pt x="189" y="19"/>
                    </a:cubicBezTo>
                    <a:cubicBezTo>
                      <a:pt x="187" y="19"/>
                      <a:pt x="185" y="17"/>
                      <a:pt x="183" y="16"/>
                    </a:cubicBezTo>
                    <a:cubicBezTo>
                      <a:pt x="183" y="16"/>
                      <a:pt x="180" y="16"/>
                      <a:pt x="181" y="15"/>
                    </a:cubicBezTo>
                    <a:cubicBezTo>
                      <a:pt x="182" y="15"/>
                      <a:pt x="184" y="14"/>
                      <a:pt x="184" y="13"/>
                    </a:cubicBezTo>
                    <a:cubicBezTo>
                      <a:pt x="184" y="13"/>
                      <a:pt x="176" y="16"/>
                      <a:pt x="175" y="16"/>
                    </a:cubicBezTo>
                    <a:cubicBezTo>
                      <a:pt x="174" y="17"/>
                      <a:pt x="173" y="18"/>
                      <a:pt x="172" y="18"/>
                    </a:cubicBezTo>
                    <a:cubicBezTo>
                      <a:pt x="170" y="18"/>
                      <a:pt x="170" y="16"/>
                      <a:pt x="168" y="16"/>
                    </a:cubicBezTo>
                    <a:cubicBezTo>
                      <a:pt x="167" y="16"/>
                      <a:pt x="162" y="18"/>
                      <a:pt x="165" y="15"/>
                    </a:cubicBezTo>
                    <a:cubicBezTo>
                      <a:pt x="168" y="13"/>
                      <a:pt x="171" y="11"/>
                      <a:pt x="174" y="9"/>
                    </a:cubicBezTo>
                    <a:cubicBezTo>
                      <a:pt x="172" y="9"/>
                      <a:pt x="170" y="7"/>
                      <a:pt x="168" y="9"/>
                    </a:cubicBezTo>
                    <a:cubicBezTo>
                      <a:pt x="165" y="10"/>
                      <a:pt x="164" y="8"/>
                      <a:pt x="161" y="7"/>
                    </a:cubicBezTo>
                    <a:cubicBezTo>
                      <a:pt x="160" y="7"/>
                      <a:pt x="159" y="6"/>
                      <a:pt x="158" y="5"/>
                    </a:cubicBezTo>
                    <a:cubicBezTo>
                      <a:pt x="156" y="5"/>
                      <a:pt x="155" y="6"/>
                      <a:pt x="153" y="6"/>
                    </a:cubicBezTo>
                    <a:cubicBezTo>
                      <a:pt x="152" y="5"/>
                      <a:pt x="150" y="5"/>
                      <a:pt x="150" y="3"/>
                    </a:cubicBezTo>
                    <a:cubicBezTo>
                      <a:pt x="150" y="3"/>
                      <a:pt x="148" y="0"/>
                      <a:pt x="148" y="1"/>
                    </a:cubicBezTo>
                    <a:cubicBezTo>
                      <a:pt x="147" y="1"/>
                      <a:pt x="148" y="4"/>
                      <a:pt x="147" y="4"/>
                    </a:cubicBezTo>
                    <a:cubicBezTo>
                      <a:pt x="146" y="4"/>
                      <a:pt x="145" y="4"/>
                      <a:pt x="145" y="4"/>
                    </a:cubicBezTo>
                    <a:cubicBezTo>
                      <a:pt x="142" y="4"/>
                      <a:pt x="139" y="4"/>
                      <a:pt x="136" y="4"/>
                    </a:cubicBezTo>
                    <a:cubicBezTo>
                      <a:pt x="125" y="4"/>
                      <a:pt x="115" y="4"/>
                      <a:pt x="105" y="4"/>
                    </a:cubicBezTo>
                    <a:cubicBezTo>
                      <a:pt x="80" y="4"/>
                      <a:pt x="55" y="4"/>
                      <a:pt x="30" y="4"/>
                    </a:cubicBezTo>
                    <a:cubicBezTo>
                      <a:pt x="24" y="4"/>
                      <a:pt x="17" y="4"/>
                      <a:pt x="11" y="4"/>
                    </a:cubicBezTo>
                    <a:cubicBezTo>
                      <a:pt x="12" y="5"/>
                      <a:pt x="14" y="13"/>
                      <a:pt x="11" y="14"/>
                    </a:cubicBezTo>
                    <a:cubicBezTo>
                      <a:pt x="9" y="14"/>
                      <a:pt x="8" y="14"/>
                      <a:pt x="10" y="12"/>
                    </a:cubicBezTo>
                    <a:cubicBezTo>
                      <a:pt x="12" y="9"/>
                      <a:pt x="9" y="9"/>
                      <a:pt x="7" y="9"/>
                    </a:cubicBezTo>
                    <a:cubicBezTo>
                      <a:pt x="5" y="9"/>
                      <a:pt x="2" y="7"/>
                      <a:pt x="1" y="7"/>
                    </a:cubicBezTo>
                    <a:cubicBezTo>
                      <a:pt x="0" y="8"/>
                      <a:pt x="2" y="12"/>
                      <a:pt x="2" y="12"/>
                    </a:cubicBezTo>
                    <a:cubicBezTo>
                      <a:pt x="3" y="15"/>
                      <a:pt x="4" y="16"/>
                      <a:pt x="4" y="18"/>
                    </a:cubicBezTo>
                    <a:cubicBezTo>
                      <a:pt x="4" y="19"/>
                      <a:pt x="7" y="21"/>
                      <a:pt x="8" y="21"/>
                    </a:cubicBezTo>
                    <a:cubicBezTo>
                      <a:pt x="7" y="21"/>
                      <a:pt x="6" y="21"/>
                      <a:pt x="5" y="22"/>
                    </a:cubicBezTo>
                    <a:cubicBezTo>
                      <a:pt x="4" y="23"/>
                      <a:pt x="5" y="24"/>
                      <a:pt x="5" y="25"/>
                    </a:cubicBezTo>
                    <a:cubicBezTo>
                      <a:pt x="5" y="28"/>
                      <a:pt x="5" y="30"/>
                      <a:pt x="4" y="32"/>
                    </a:cubicBezTo>
                    <a:cubicBezTo>
                      <a:pt x="4" y="35"/>
                      <a:pt x="3" y="37"/>
                      <a:pt x="2" y="40"/>
                    </a:cubicBezTo>
                    <a:cubicBezTo>
                      <a:pt x="1" y="43"/>
                      <a:pt x="3" y="46"/>
                      <a:pt x="4" y="49"/>
                    </a:cubicBezTo>
                    <a:cubicBezTo>
                      <a:pt x="4" y="52"/>
                      <a:pt x="3" y="54"/>
                      <a:pt x="3" y="56"/>
                    </a:cubicBezTo>
                    <a:cubicBezTo>
                      <a:pt x="3" y="57"/>
                      <a:pt x="4" y="58"/>
                      <a:pt x="4" y="59"/>
                    </a:cubicBezTo>
                    <a:cubicBezTo>
                      <a:pt x="5" y="60"/>
                      <a:pt x="5" y="62"/>
                      <a:pt x="5" y="63"/>
                    </a:cubicBezTo>
                    <a:cubicBezTo>
                      <a:pt x="6" y="66"/>
                      <a:pt x="9" y="67"/>
                      <a:pt x="10" y="70"/>
                    </a:cubicBezTo>
                    <a:cubicBezTo>
                      <a:pt x="11" y="72"/>
                      <a:pt x="11" y="71"/>
                      <a:pt x="12" y="70"/>
                    </a:cubicBezTo>
                    <a:cubicBezTo>
                      <a:pt x="12" y="70"/>
                      <a:pt x="13" y="73"/>
                      <a:pt x="13" y="73"/>
                    </a:cubicBezTo>
                    <a:cubicBezTo>
                      <a:pt x="13" y="73"/>
                      <a:pt x="12" y="72"/>
                      <a:pt x="12" y="73"/>
                    </a:cubicBezTo>
                    <a:cubicBezTo>
                      <a:pt x="12" y="74"/>
                      <a:pt x="12" y="75"/>
                      <a:pt x="13" y="76"/>
                    </a:cubicBezTo>
                    <a:cubicBezTo>
                      <a:pt x="14" y="76"/>
                      <a:pt x="14" y="76"/>
                      <a:pt x="15" y="77"/>
                    </a:cubicBezTo>
                    <a:cubicBezTo>
                      <a:pt x="16" y="78"/>
                      <a:pt x="14" y="79"/>
                      <a:pt x="15" y="80"/>
                    </a:cubicBezTo>
                    <a:cubicBezTo>
                      <a:pt x="17" y="83"/>
                      <a:pt x="21" y="85"/>
                      <a:pt x="21" y="88"/>
                    </a:cubicBezTo>
                    <a:cubicBezTo>
                      <a:pt x="22" y="90"/>
                      <a:pt x="23" y="90"/>
                      <a:pt x="25" y="91"/>
                    </a:cubicBezTo>
                    <a:cubicBezTo>
                      <a:pt x="27" y="92"/>
                      <a:pt x="29" y="93"/>
                      <a:pt x="31" y="93"/>
                    </a:cubicBezTo>
                    <a:cubicBezTo>
                      <a:pt x="33" y="93"/>
                      <a:pt x="35" y="95"/>
                      <a:pt x="36" y="96"/>
                    </a:cubicBezTo>
                    <a:cubicBezTo>
                      <a:pt x="36" y="97"/>
                      <a:pt x="40" y="101"/>
                      <a:pt x="39" y="102"/>
                    </a:cubicBezTo>
                    <a:cubicBezTo>
                      <a:pt x="43" y="101"/>
                      <a:pt x="48" y="100"/>
                      <a:pt x="52" y="101"/>
                    </a:cubicBezTo>
                    <a:cubicBezTo>
                      <a:pt x="58" y="103"/>
                      <a:pt x="63" y="106"/>
                      <a:pt x="68" y="108"/>
                    </a:cubicBezTo>
                    <a:close/>
                  </a:path>
                </a:pathLst>
              </a:custGeom>
              <a:grpFill/>
              <a:ln w="9525"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6" name="Freeform 642">
                <a:extLst>
                  <a:ext uri="{FF2B5EF4-FFF2-40B4-BE49-F238E27FC236}">
                    <a16:creationId xmlns:a16="http://schemas.microsoft.com/office/drawing/2014/main" id="{5CBD1A5B-8E77-BFB1-9A88-5C4D05CC6142}"/>
                  </a:ext>
                </a:extLst>
              </p:cNvPr>
              <p:cNvSpPr>
                <a:spLocks noEditPoints="1"/>
              </p:cNvSpPr>
              <p:nvPr/>
            </p:nvSpPr>
            <p:spPr bwMode="auto">
              <a:xfrm>
                <a:off x="5133309" y="4907791"/>
                <a:ext cx="3984080" cy="2048308"/>
              </a:xfrm>
              <a:custGeom>
                <a:avLst/>
                <a:gdLst>
                  <a:gd name="T0" fmla="*/ 255 w 427"/>
                  <a:gd name="T1" fmla="*/ 181 h 219"/>
                  <a:gd name="T2" fmla="*/ 299 w 427"/>
                  <a:gd name="T3" fmla="*/ 195 h 219"/>
                  <a:gd name="T4" fmla="*/ 296 w 427"/>
                  <a:gd name="T5" fmla="*/ 215 h 219"/>
                  <a:gd name="T6" fmla="*/ 332 w 427"/>
                  <a:gd name="T7" fmla="*/ 200 h 219"/>
                  <a:gd name="T8" fmla="*/ 366 w 427"/>
                  <a:gd name="T9" fmla="*/ 196 h 219"/>
                  <a:gd name="T10" fmla="*/ 383 w 427"/>
                  <a:gd name="T11" fmla="*/ 200 h 219"/>
                  <a:gd name="T12" fmla="*/ 391 w 427"/>
                  <a:gd name="T13" fmla="*/ 201 h 219"/>
                  <a:gd name="T14" fmla="*/ 380 w 427"/>
                  <a:gd name="T15" fmla="*/ 188 h 219"/>
                  <a:gd name="T16" fmla="*/ 382 w 427"/>
                  <a:gd name="T17" fmla="*/ 176 h 219"/>
                  <a:gd name="T18" fmla="*/ 354 w 427"/>
                  <a:gd name="T19" fmla="*/ 180 h 219"/>
                  <a:gd name="T20" fmla="*/ 414 w 427"/>
                  <a:gd name="T21" fmla="*/ 160 h 219"/>
                  <a:gd name="T22" fmla="*/ 417 w 427"/>
                  <a:gd name="T23" fmla="*/ 144 h 219"/>
                  <a:gd name="T24" fmla="*/ 415 w 427"/>
                  <a:gd name="T25" fmla="*/ 139 h 219"/>
                  <a:gd name="T26" fmla="*/ 394 w 427"/>
                  <a:gd name="T27" fmla="*/ 126 h 219"/>
                  <a:gd name="T28" fmla="*/ 390 w 427"/>
                  <a:gd name="T29" fmla="*/ 110 h 219"/>
                  <a:gd name="T30" fmla="*/ 378 w 427"/>
                  <a:gd name="T31" fmla="*/ 104 h 219"/>
                  <a:gd name="T32" fmla="*/ 364 w 427"/>
                  <a:gd name="T33" fmla="*/ 112 h 219"/>
                  <a:gd name="T34" fmla="*/ 356 w 427"/>
                  <a:gd name="T35" fmla="*/ 107 h 219"/>
                  <a:gd name="T36" fmla="*/ 342 w 427"/>
                  <a:gd name="T37" fmla="*/ 85 h 219"/>
                  <a:gd name="T38" fmla="*/ 314 w 427"/>
                  <a:gd name="T39" fmla="*/ 91 h 219"/>
                  <a:gd name="T40" fmla="*/ 320 w 427"/>
                  <a:gd name="T41" fmla="*/ 116 h 219"/>
                  <a:gd name="T42" fmla="*/ 306 w 427"/>
                  <a:gd name="T43" fmla="*/ 159 h 219"/>
                  <a:gd name="T44" fmla="*/ 292 w 427"/>
                  <a:gd name="T45" fmla="*/ 135 h 219"/>
                  <a:gd name="T46" fmla="*/ 250 w 427"/>
                  <a:gd name="T47" fmla="*/ 119 h 219"/>
                  <a:gd name="T48" fmla="*/ 237 w 427"/>
                  <a:gd name="T49" fmla="*/ 86 h 219"/>
                  <a:gd name="T50" fmla="*/ 246 w 427"/>
                  <a:gd name="T51" fmla="*/ 77 h 219"/>
                  <a:gd name="T52" fmla="*/ 246 w 427"/>
                  <a:gd name="T53" fmla="*/ 70 h 219"/>
                  <a:gd name="T54" fmla="*/ 263 w 427"/>
                  <a:gd name="T55" fmla="*/ 58 h 219"/>
                  <a:gd name="T56" fmla="*/ 276 w 427"/>
                  <a:gd name="T57" fmla="*/ 48 h 219"/>
                  <a:gd name="T58" fmla="*/ 293 w 427"/>
                  <a:gd name="T59" fmla="*/ 36 h 219"/>
                  <a:gd name="T60" fmla="*/ 276 w 427"/>
                  <a:gd name="T61" fmla="*/ 23 h 219"/>
                  <a:gd name="T62" fmla="*/ 262 w 427"/>
                  <a:gd name="T63" fmla="*/ 35 h 219"/>
                  <a:gd name="T64" fmla="*/ 252 w 427"/>
                  <a:gd name="T65" fmla="*/ 23 h 219"/>
                  <a:gd name="T66" fmla="*/ 241 w 427"/>
                  <a:gd name="T67" fmla="*/ 10 h 219"/>
                  <a:gd name="T68" fmla="*/ 223 w 427"/>
                  <a:gd name="T69" fmla="*/ 6 h 219"/>
                  <a:gd name="T70" fmla="*/ 232 w 427"/>
                  <a:gd name="T71" fmla="*/ 27 h 219"/>
                  <a:gd name="T72" fmla="*/ 226 w 427"/>
                  <a:gd name="T73" fmla="*/ 40 h 219"/>
                  <a:gd name="T74" fmla="*/ 218 w 427"/>
                  <a:gd name="T75" fmla="*/ 37 h 219"/>
                  <a:gd name="T76" fmla="*/ 164 w 427"/>
                  <a:gd name="T77" fmla="*/ 29 h 219"/>
                  <a:gd name="T78" fmla="*/ 166 w 427"/>
                  <a:gd name="T79" fmla="*/ 41 h 219"/>
                  <a:gd name="T80" fmla="*/ 160 w 427"/>
                  <a:gd name="T81" fmla="*/ 40 h 219"/>
                  <a:gd name="T82" fmla="*/ 133 w 427"/>
                  <a:gd name="T83" fmla="*/ 30 h 219"/>
                  <a:gd name="T84" fmla="*/ 83 w 427"/>
                  <a:gd name="T85" fmla="*/ 23 h 219"/>
                  <a:gd name="T86" fmla="*/ 71 w 427"/>
                  <a:gd name="T87" fmla="*/ 18 h 219"/>
                  <a:gd name="T88" fmla="*/ 50 w 427"/>
                  <a:gd name="T89" fmla="*/ 24 h 219"/>
                  <a:gd name="T90" fmla="*/ 49 w 427"/>
                  <a:gd name="T91" fmla="*/ 22 h 219"/>
                  <a:gd name="T92" fmla="*/ 29 w 427"/>
                  <a:gd name="T93" fmla="*/ 23 h 219"/>
                  <a:gd name="T94" fmla="*/ 21 w 427"/>
                  <a:gd name="T95" fmla="*/ 28 h 219"/>
                  <a:gd name="T96" fmla="*/ 3 w 427"/>
                  <a:gd name="T97" fmla="*/ 97 h 219"/>
                  <a:gd name="T98" fmla="*/ 40 w 427"/>
                  <a:gd name="T99" fmla="*/ 116 h 219"/>
                  <a:gd name="T100" fmla="*/ 53 w 427"/>
                  <a:gd name="T101" fmla="*/ 141 h 219"/>
                  <a:gd name="T102" fmla="*/ 62 w 427"/>
                  <a:gd name="T103" fmla="*/ 150 h 219"/>
                  <a:gd name="T104" fmla="*/ 67 w 427"/>
                  <a:gd name="T105" fmla="*/ 160 h 219"/>
                  <a:gd name="T106" fmla="*/ 80 w 427"/>
                  <a:gd name="T107" fmla="*/ 166 h 219"/>
                  <a:gd name="T108" fmla="*/ 133 w 427"/>
                  <a:gd name="T109" fmla="*/ 176 h 219"/>
                  <a:gd name="T110" fmla="*/ 97 w 427"/>
                  <a:gd name="T111" fmla="*/ 57 h 219"/>
                  <a:gd name="T112" fmla="*/ 87 w 427"/>
                  <a:gd name="T113" fmla="*/ 51 h 219"/>
                  <a:gd name="T114" fmla="*/ 113 w 427"/>
                  <a:gd name="T115" fmla="*/ 49 h 219"/>
                  <a:gd name="T116" fmla="*/ 142 w 427"/>
                  <a:gd name="T117" fmla="*/ 85 h 219"/>
                  <a:gd name="T118" fmla="*/ 131 w 427"/>
                  <a:gd name="T119" fmla="*/ 85 h 219"/>
                  <a:gd name="T120" fmla="*/ 160 w 427"/>
                  <a:gd name="T121" fmla="*/ 78 h 219"/>
                  <a:gd name="T122" fmla="*/ 210 w 427"/>
                  <a:gd name="T123" fmla="*/ 150 h 219"/>
                  <a:gd name="T124" fmla="*/ 222 w 427"/>
                  <a:gd name="T125" fmla="*/ 16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7" h="219">
                    <a:moveTo>
                      <a:pt x="229" y="174"/>
                    </a:moveTo>
                    <a:cubicBezTo>
                      <a:pt x="229" y="174"/>
                      <a:pt x="229" y="173"/>
                      <a:pt x="229" y="173"/>
                    </a:cubicBezTo>
                    <a:cubicBezTo>
                      <a:pt x="229" y="173"/>
                      <a:pt x="232" y="177"/>
                      <a:pt x="232" y="177"/>
                    </a:cubicBezTo>
                    <a:cubicBezTo>
                      <a:pt x="234" y="177"/>
                      <a:pt x="235" y="178"/>
                      <a:pt x="236" y="178"/>
                    </a:cubicBezTo>
                    <a:cubicBezTo>
                      <a:pt x="238" y="178"/>
                      <a:pt x="238" y="177"/>
                      <a:pt x="239" y="178"/>
                    </a:cubicBezTo>
                    <a:cubicBezTo>
                      <a:pt x="242" y="179"/>
                      <a:pt x="244" y="180"/>
                      <a:pt x="246" y="181"/>
                    </a:cubicBezTo>
                    <a:cubicBezTo>
                      <a:pt x="247" y="182"/>
                      <a:pt x="248" y="181"/>
                      <a:pt x="249" y="181"/>
                    </a:cubicBezTo>
                    <a:cubicBezTo>
                      <a:pt x="250" y="180"/>
                      <a:pt x="251" y="180"/>
                      <a:pt x="252" y="180"/>
                    </a:cubicBezTo>
                    <a:cubicBezTo>
                      <a:pt x="253" y="180"/>
                      <a:pt x="254" y="181"/>
                      <a:pt x="255" y="181"/>
                    </a:cubicBezTo>
                    <a:cubicBezTo>
                      <a:pt x="257" y="181"/>
                      <a:pt x="258" y="180"/>
                      <a:pt x="259" y="179"/>
                    </a:cubicBezTo>
                    <a:cubicBezTo>
                      <a:pt x="260" y="178"/>
                      <a:pt x="263" y="175"/>
                      <a:pt x="264" y="175"/>
                    </a:cubicBezTo>
                    <a:cubicBezTo>
                      <a:pt x="264" y="175"/>
                      <a:pt x="265" y="176"/>
                      <a:pt x="265" y="176"/>
                    </a:cubicBezTo>
                    <a:cubicBezTo>
                      <a:pt x="267" y="176"/>
                      <a:pt x="268" y="176"/>
                      <a:pt x="269" y="176"/>
                    </a:cubicBezTo>
                    <a:cubicBezTo>
                      <a:pt x="273" y="176"/>
                      <a:pt x="272" y="179"/>
                      <a:pt x="274" y="181"/>
                    </a:cubicBezTo>
                    <a:cubicBezTo>
                      <a:pt x="275" y="182"/>
                      <a:pt x="279" y="181"/>
                      <a:pt x="279" y="183"/>
                    </a:cubicBezTo>
                    <a:cubicBezTo>
                      <a:pt x="279" y="185"/>
                      <a:pt x="280" y="187"/>
                      <a:pt x="281" y="189"/>
                    </a:cubicBezTo>
                    <a:cubicBezTo>
                      <a:pt x="281" y="194"/>
                      <a:pt x="290" y="193"/>
                      <a:pt x="293" y="194"/>
                    </a:cubicBezTo>
                    <a:cubicBezTo>
                      <a:pt x="295" y="194"/>
                      <a:pt x="298" y="194"/>
                      <a:pt x="299" y="195"/>
                    </a:cubicBezTo>
                    <a:cubicBezTo>
                      <a:pt x="300" y="196"/>
                      <a:pt x="305" y="201"/>
                      <a:pt x="304" y="201"/>
                    </a:cubicBezTo>
                    <a:cubicBezTo>
                      <a:pt x="302" y="203"/>
                      <a:pt x="302" y="203"/>
                      <a:pt x="300" y="202"/>
                    </a:cubicBezTo>
                    <a:cubicBezTo>
                      <a:pt x="299" y="201"/>
                      <a:pt x="295" y="199"/>
                      <a:pt x="295" y="199"/>
                    </a:cubicBezTo>
                    <a:cubicBezTo>
                      <a:pt x="295" y="200"/>
                      <a:pt x="298" y="201"/>
                      <a:pt x="297" y="203"/>
                    </a:cubicBezTo>
                    <a:cubicBezTo>
                      <a:pt x="296" y="204"/>
                      <a:pt x="295" y="206"/>
                      <a:pt x="295" y="207"/>
                    </a:cubicBezTo>
                    <a:cubicBezTo>
                      <a:pt x="295" y="209"/>
                      <a:pt x="295" y="210"/>
                      <a:pt x="294" y="211"/>
                    </a:cubicBezTo>
                    <a:cubicBezTo>
                      <a:pt x="294" y="212"/>
                      <a:pt x="291" y="213"/>
                      <a:pt x="291" y="213"/>
                    </a:cubicBezTo>
                    <a:cubicBezTo>
                      <a:pt x="290" y="214"/>
                      <a:pt x="287" y="219"/>
                      <a:pt x="291" y="219"/>
                    </a:cubicBezTo>
                    <a:cubicBezTo>
                      <a:pt x="292" y="219"/>
                      <a:pt x="294" y="217"/>
                      <a:pt x="296" y="215"/>
                    </a:cubicBezTo>
                    <a:cubicBezTo>
                      <a:pt x="298" y="214"/>
                      <a:pt x="299" y="216"/>
                      <a:pt x="301" y="215"/>
                    </a:cubicBezTo>
                    <a:cubicBezTo>
                      <a:pt x="304" y="215"/>
                      <a:pt x="305" y="213"/>
                      <a:pt x="308" y="213"/>
                    </a:cubicBezTo>
                    <a:cubicBezTo>
                      <a:pt x="308" y="211"/>
                      <a:pt x="308" y="212"/>
                      <a:pt x="306" y="211"/>
                    </a:cubicBezTo>
                    <a:cubicBezTo>
                      <a:pt x="305" y="211"/>
                      <a:pt x="305" y="210"/>
                      <a:pt x="306" y="210"/>
                    </a:cubicBezTo>
                    <a:cubicBezTo>
                      <a:pt x="307" y="208"/>
                      <a:pt x="308" y="207"/>
                      <a:pt x="311" y="207"/>
                    </a:cubicBezTo>
                    <a:cubicBezTo>
                      <a:pt x="312" y="207"/>
                      <a:pt x="315" y="205"/>
                      <a:pt x="317" y="206"/>
                    </a:cubicBezTo>
                    <a:cubicBezTo>
                      <a:pt x="319" y="207"/>
                      <a:pt x="320" y="203"/>
                      <a:pt x="322" y="206"/>
                    </a:cubicBezTo>
                    <a:cubicBezTo>
                      <a:pt x="324" y="204"/>
                      <a:pt x="325" y="203"/>
                      <a:pt x="327" y="201"/>
                    </a:cubicBezTo>
                    <a:cubicBezTo>
                      <a:pt x="329" y="200"/>
                      <a:pt x="330" y="200"/>
                      <a:pt x="332" y="200"/>
                    </a:cubicBezTo>
                    <a:cubicBezTo>
                      <a:pt x="335" y="200"/>
                      <a:pt x="339" y="200"/>
                      <a:pt x="342" y="200"/>
                    </a:cubicBezTo>
                    <a:cubicBezTo>
                      <a:pt x="345" y="200"/>
                      <a:pt x="346" y="201"/>
                      <a:pt x="347" y="199"/>
                    </a:cubicBezTo>
                    <a:cubicBezTo>
                      <a:pt x="348" y="198"/>
                      <a:pt x="349" y="199"/>
                      <a:pt x="350" y="198"/>
                    </a:cubicBezTo>
                    <a:cubicBezTo>
                      <a:pt x="351" y="196"/>
                      <a:pt x="352" y="195"/>
                      <a:pt x="352" y="193"/>
                    </a:cubicBezTo>
                    <a:cubicBezTo>
                      <a:pt x="353" y="191"/>
                      <a:pt x="353" y="190"/>
                      <a:pt x="354" y="188"/>
                    </a:cubicBezTo>
                    <a:cubicBezTo>
                      <a:pt x="355" y="187"/>
                      <a:pt x="356" y="186"/>
                      <a:pt x="357" y="185"/>
                    </a:cubicBezTo>
                    <a:cubicBezTo>
                      <a:pt x="358" y="184"/>
                      <a:pt x="359" y="187"/>
                      <a:pt x="361" y="186"/>
                    </a:cubicBezTo>
                    <a:cubicBezTo>
                      <a:pt x="363" y="184"/>
                      <a:pt x="365" y="187"/>
                      <a:pt x="365" y="189"/>
                    </a:cubicBezTo>
                    <a:cubicBezTo>
                      <a:pt x="365" y="190"/>
                      <a:pt x="364" y="196"/>
                      <a:pt x="366" y="196"/>
                    </a:cubicBezTo>
                    <a:cubicBezTo>
                      <a:pt x="367" y="197"/>
                      <a:pt x="368" y="199"/>
                      <a:pt x="369" y="201"/>
                    </a:cubicBezTo>
                    <a:cubicBezTo>
                      <a:pt x="370" y="199"/>
                      <a:pt x="381" y="196"/>
                      <a:pt x="381" y="196"/>
                    </a:cubicBezTo>
                    <a:cubicBezTo>
                      <a:pt x="381" y="195"/>
                      <a:pt x="380" y="195"/>
                      <a:pt x="380" y="194"/>
                    </a:cubicBezTo>
                    <a:cubicBezTo>
                      <a:pt x="380" y="194"/>
                      <a:pt x="382" y="196"/>
                      <a:pt x="382" y="196"/>
                    </a:cubicBezTo>
                    <a:cubicBezTo>
                      <a:pt x="382" y="197"/>
                      <a:pt x="380" y="197"/>
                      <a:pt x="380" y="197"/>
                    </a:cubicBezTo>
                    <a:cubicBezTo>
                      <a:pt x="380" y="197"/>
                      <a:pt x="386" y="198"/>
                      <a:pt x="386" y="198"/>
                    </a:cubicBezTo>
                    <a:cubicBezTo>
                      <a:pt x="386" y="198"/>
                      <a:pt x="386" y="198"/>
                      <a:pt x="386" y="198"/>
                    </a:cubicBezTo>
                    <a:cubicBezTo>
                      <a:pt x="386" y="198"/>
                      <a:pt x="386" y="199"/>
                      <a:pt x="386" y="199"/>
                    </a:cubicBezTo>
                    <a:cubicBezTo>
                      <a:pt x="385" y="199"/>
                      <a:pt x="384" y="199"/>
                      <a:pt x="383" y="200"/>
                    </a:cubicBezTo>
                    <a:cubicBezTo>
                      <a:pt x="383" y="201"/>
                      <a:pt x="382" y="198"/>
                      <a:pt x="382" y="198"/>
                    </a:cubicBezTo>
                    <a:cubicBezTo>
                      <a:pt x="381" y="198"/>
                      <a:pt x="381" y="199"/>
                      <a:pt x="381" y="199"/>
                    </a:cubicBezTo>
                    <a:cubicBezTo>
                      <a:pt x="381" y="199"/>
                      <a:pt x="381" y="198"/>
                      <a:pt x="380" y="199"/>
                    </a:cubicBezTo>
                    <a:cubicBezTo>
                      <a:pt x="379" y="200"/>
                      <a:pt x="378" y="200"/>
                      <a:pt x="377" y="201"/>
                    </a:cubicBezTo>
                    <a:cubicBezTo>
                      <a:pt x="375" y="202"/>
                      <a:pt x="371" y="205"/>
                      <a:pt x="373" y="208"/>
                    </a:cubicBezTo>
                    <a:cubicBezTo>
                      <a:pt x="376" y="210"/>
                      <a:pt x="378" y="208"/>
                      <a:pt x="379" y="207"/>
                    </a:cubicBezTo>
                    <a:cubicBezTo>
                      <a:pt x="380" y="206"/>
                      <a:pt x="384" y="203"/>
                      <a:pt x="384" y="202"/>
                    </a:cubicBezTo>
                    <a:cubicBezTo>
                      <a:pt x="384" y="203"/>
                      <a:pt x="386" y="204"/>
                      <a:pt x="387" y="203"/>
                    </a:cubicBezTo>
                    <a:cubicBezTo>
                      <a:pt x="387" y="202"/>
                      <a:pt x="390" y="201"/>
                      <a:pt x="391" y="201"/>
                    </a:cubicBezTo>
                    <a:cubicBezTo>
                      <a:pt x="393" y="200"/>
                      <a:pt x="395" y="199"/>
                      <a:pt x="397" y="199"/>
                    </a:cubicBezTo>
                    <a:cubicBezTo>
                      <a:pt x="398" y="199"/>
                      <a:pt x="398" y="199"/>
                      <a:pt x="398" y="198"/>
                    </a:cubicBezTo>
                    <a:cubicBezTo>
                      <a:pt x="397" y="197"/>
                      <a:pt x="398" y="197"/>
                      <a:pt x="398" y="197"/>
                    </a:cubicBezTo>
                    <a:cubicBezTo>
                      <a:pt x="398" y="196"/>
                      <a:pt x="396" y="197"/>
                      <a:pt x="395" y="196"/>
                    </a:cubicBezTo>
                    <a:cubicBezTo>
                      <a:pt x="394" y="196"/>
                      <a:pt x="395" y="194"/>
                      <a:pt x="393" y="196"/>
                    </a:cubicBezTo>
                    <a:cubicBezTo>
                      <a:pt x="391" y="197"/>
                      <a:pt x="387" y="196"/>
                      <a:pt x="385" y="195"/>
                    </a:cubicBezTo>
                    <a:cubicBezTo>
                      <a:pt x="384" y="195"/>
                      <a:pt x="385" y="193"/>
                      <a:pt x="384" y="193"/>
                    </a:cubicBezTo>
                    <a:cubicBezTo>
                      <a:pt x="384" y="193"/>
                      <a:pt x="382" y="193"/>
                      <a:pt x="381" y="192"/>
                    </a:cubicBezTo>
                    <a:cubicBezTo>
                      <a:pt x="380" y="192"/>
                      <a:pt x="380" y="189"/>
                      <a:pt x="380" y="188"/>
                    </a:cubicBezTo>
                    <a:cubicBezTo>
                      <a:pt x="380" y="187"/>
                      <a:pt x="378" y="188"/>
                      <a:pt x="377" y="187"/>
                    </a:cubicBezTo>
                    <a:cubicBezTo>
                      <a:pt x="377" y="187"/>
                      <a:pt x="379" y="185"/>
                      <a:pt x="379" y="185"/>
                    </a:cubicBezTo>
                    <a:cubicBezTo>
                      <a:pt x="380" y="184"/>
                      <a:pt x="380" y="181"/>
                      <a:pt x="378" y="181"/>
                    </a:cubicBezTo>
                    <a:cubicBezTo>
                      <a:pt x="378" y="181"/>
                      <a:pt x="376" y="185"/>
                      <a:pt x="375" y="183"/>
                    </a:cubicBezTo>
                    <a:cubicBezTo>
                      <a:pt x="375" y="181"/>
                      <a:pt x="374" y="182"/>
                      <a:pt x="373" y="181"/>
                    </a:cubicBezTo>
                    <a:cubicBezTo>
                      <a:pt x="373" y="180"/>
                      <a:pt x="376" y="181"/>
                      <a:pt x="376" y="181"/>
                    </a:cubicBezTo>
                    <a:cubicBezTo>
                      <a:pt x="378" y="181"/>
                      <a:pt x="379" y="180"/>
                      <a:pt x="380" y="180"/>
                    </a:cubicBezTo>
                    <a:cubicBezTo>
                      <a:pt x="381" y="179"/>
                      <a:pt x="382" y="179"/>
                      <a:pt x="383" y="179"/>
                    </a:cubicBezTo>
                    <a:cubicBezTo>
                      <a:pt x="384" y="178"/>
                      <a:pt x="382" y="176"/>
                      <a:pt x="382" y="176"/>
                    </a:cubicBezTo>
                    <a:cubicBezTo>
                      <a:pt x="382" y="176"/>
                      <a:pt x="383" y="176"/>
                      <a:pt x="383" y="176"/>
                    </a:cubicBezTo>
                    <a:cubicBezTo>
                      <a:pt x="383" y="176"/>
                      <a:pt x="379" y="174"/>
                      <a:pt x="379" y="174"/>
                    </a:cubicBezTo>
                    <a:cubicBezTo>
                      <a:pt x="377" y="173"/>
                      <a:pt x="375" y="173"/>
                      <a:pt x="373" y="174"/>
                    </a:cubicBezTo>
                    <a:cubicBezTo>
                      <a:pt x="369" y="175"/>
                      <a:pt x="366" y="176"/>
                      <a:pt x="363" y="178"/>
                    </a:cubicBezTo>
                    <a:cubicBezTo>
                      <a:pt x="360" y="179"/>
                      <a:pt x="358" y="181"/>
                      <a:pt x="355" y="183"/>
                    </a:cubicBezTo>
                    <a:cubicBezTo>
                      <a:pt x="354" y="184"/>
                      <a:pt x="353" y="185"/>
                      <a:pt x="352" y="187"/>
                    </a:cubicBezTo>
                    <a:cubicBezTo>
                      <a:pt x="352" y="187"/>
                      <a:pt x="348" y="189"/>
                      <a:pt x="348" y="189"/>
                    </a:cubicBezTo>
                    <a:cubicBezTo>
                      <a:pt x="348" y="188"/>
                      <a:pt x="353" y="184"/>
                      <a:pt x="354" y="183"/>
                    </a:cubicBezTo>
                    <a:cubicBezTo>
                      <a:pt x="354" y="182"/>
                      <a:pt x="355" y="181"/>
                      <a:pt x="354" y="180"/>
                    </a:cubicBezTo>
                    <a:cubicBezTo>
                      <a:pt x="353" y="180"/>
                      <a:pt x="351" y="179"/>
                      <a:pt x="350" y="179"/>
                    </a:cubicBezTo>
                    <a:cubicBezTo>
                      <a:pt x="351" y="179"/>
                      <a:pt x="353" y="180"/>
                      <a:pt x="354" y="180"/>
                    </a:cubicBezTo>
                    <a:cubicBezTo>
                      <a:pt x="356" y="181"/>
                      <a:pt x="358" y="178"/>
                      <a:pt x="359" y="177"/>
                    </a:cubicBezTo>
                    <a:cubicBezTo>
                      <a:pt x="360" y="176"/>
                      <a:pt x="361" y="174"/>
                      <a:pt x="363" y="173"/>
                    </a:cubicBezTo>
                    <a:cubicBezTo>
                      <a:pt x="365" y="173"/>
                      <a:pt x="367" y="174"/>
                      <a:pt x="368" y="172"/>
                    </a:cubicBezTo>
                    <a:cubicBezTo>
                      <a:pt x="369" y="168"/>
                      <a:pt x="371" y="167"/>
                      <a:pt x="375" y="167"/>
                    </a:cubicBezTo>
                    <a:cubicBezTo>
                      <a:pt x="379" y="167"/>
                      <a:pt x="383" y="167"/>
                      <a:pt x="387" y="167"/>
                    </a:cubicBezTo>
                    <a:cubicBezTo>
                      <a:pt x="394" y="167"/>
                      <a:pt x="404" y="169"/>
                      <a:pt x="409" y="163"/>
                    </a:cubicBezTo>
                    <a:cubicBezTo>
                      <a:pt x="411" y="161"/>
                      <a:pt x="412" y="160"/>
                      <a:pt x="414" y="160"/>
                    </a:cubicBezTo>
                    <a:cubicBezTo>
                      <a:pt x="416" y="160"/>
                      <a:pt x="418" y="160"/>
                      <a:pt x="421" y="158"/>
                    </a:cubicBezTo>
                    <a:cubicBezTo>
                      <a:pt x="422" y="158"/>
                      <a:pt x="425" y="156"/>
                      <a:pt x="425" y="155"/>
                    </a:cubicBezTo>
                    <a:cubicBezTo>
                      <a:pt x="427" y="152"/>
                      <a:pt x="422" y="153"/>
                      <a:pt x="422" y="152"/>
                    </a:cubicBezTo>
                    <a:cubicBezTo>
                      <a:pt x="422" y="151"/>
                      <a:pt x="424" y="151"/>
                      <a:pt x="424" y="151"/>
                    </a:cubicBezTo>
                    <a:cubicBezTo>
                      <a:pt x="425" y="150"/>
                      <a:pt x="424" y="149"/>
                      <a:pt x="424" y="148"/>
                    </a:cubicBezTo>
                    <a:cubicBezTo>
                      <a:pt x="424" y="148"/>
                      <a:pt x="425" y="147"/>
                      <a:pt x="425" y="147"/>
                    </a:cubicBezTo>
                    <a:cubicBezTo>
                      <a:pt x="425" y="146"/>
                      <a:pt x="423" y="145"/>
                      <a:pt x="423" y="145"/>
                    </a:cubicBezTo>
                    <a:cubicBezTo>
                      <a:pt x="422" y="144"/>
                      <a:pt x="421" y="144"/>
                      <a:pt x="421" y="143"/>
                    </a:cubicBezTo>
                    <a:cubicBezTo>
                      <a:pt x="420" y="143"/>
                      <a:pt x="418" y="146"/>
                      <a:pt x="417" y="144"/>
                    </a:cubicBezTo>
                    <a:cubicBezTo>
                      <a:pt x="417" y="144"/>
                      <a:pt x="419" y="143"/>
                      <a:pt x="418" y="143"/>
                    </a:cubicBezTo>
                    <a:cubicBezTo>
                      <a:pt x="418" y="142"/>
                      <a:pt x="417" y="141"/>
                      <a:pt x="416" y="141"/>
                    </a:cubicBezTo>
                    <a:cubicBezTo>
                      <a:pt x="415" y="140"/>
                      <a:pt x="411" y="141"/>
                      <a:pt x="410" y="142"/>
                    </a:cubicBezTo>
                    <a:cubicBezTo>
                      <a:pt x="409" y="144"/>
                      <a:pt x="406" y="145"/>
                      <a:pt x="404" y="146"/>
                    </a:cubicBezTo>
                    <a:cubicBezTo>
                      <a:pt x="403" y="146"/>
                      <a:pt x="400" y="144"/>
                      <a:pt x="400" y="143"/>
                    </a:cubicBezTo>
                    <a:cubicBezTo>
                      <a:pt x="400" y="142"/>
                      <a:pt x="403" y="145"/>
                      <a:pt x="403" y="145"/>
                    </a:cubicBezTo>
                    <a:cubicBezTo>
                      <a:pt x="404" y="145"/>
                      <a:pt x="408" y="142"/>
                      <a:pt x="408" y="142"/>
                    </a:cubicBezTo>
                    <a:cubicBezTo>
                      <a:pt x="408" y="142"/>
                      <a:pt x="406" y="141"/>
                      <a:pt x="406" y="141"/>
                    </a:cubicBezTo>
                    <a:cubicBezTo>
                      <a:pt x="409" y="140"/>
                      <a:pt x="412" y="140"/>
                      <a:pt x="415" y="139"/>
                    </a:cubicBezTo>
                    <a:cubicBezTo>
                      <a:pt x="415" y="139"/>
                      <a:pt x="417" y="138"/>
                      <a:pt x="416" y="137"/>
                    </a:cubicBezTo>
                    <a:cubicBezTo>
                      <a:pt x="416" y="137"/>
                      <a:pt x="414" y="135"/>
                      <a:pt x="414" y="135"/>
                    </a:cubicBezTo>
                    <a:cubicBezTo>
                      <a:pt x="412" y="136"/>
                      <a:pt x="410" y="136"/>
                      <a:pt x="409" y="134"/>
                    </a:cubicBezTo>
                    <a:cubicBezTo>
                      <a:pt x="408" y="134"/>
                      <a:pt x="404" y="137"/>
                      <a:pt x="404" y="136"/>
                    </a:cubicBezTo>
                    <a:cubicBezTo>
                      <a:pt x="404" y="136"/>
                      <a:pt x="407" y="133"/>
                      <a:pt x="404" y="134"/>
                    </a:cubicBezTo>
                    <a:cubicBezTo>
                      <a:pt x="404" y="134"/>
                      <a:pt x="400" y="135"/>
                      <a:pt x="400" y="135"/>
                    </a:cubicBezTo>
                    <a:cubicBezTo>
                      <a:pt x="401" y="133"/>
                      <a:pt x="404" y="133"/>
                      <a:pt x="402" y="130"/>
                    </a:cubicBezTo>
                    <a:cubicBezTo>
                      <a:pt x="402" y="130"/>
                      <a:pt x="398" y="128"/>
                      <a:pt x="398" y="128"/>
                    </a:cubicBezTo>
                    <a:cubicBezTo>
                      <a:pt x="396" y="128"/>
                      <a:pt x="396" y="126"/>
                      <a:pt x="394" y="126"/>
                    </a:cubicBezTo>
                    <a:cubicBezTo>
                      <a:pt x="395" y="126"/>
                      <a:pt x="392" y="122"/>
                      <a:pt x="392" y="122"/>
                    </a:cubicBezTo>
                    <a:cubicBezTo>
                      <a:pt x="392" y="122"/>
                      <a:pt x="393" y="123"/>
                      <a:pt x="394" y="123"/>
                    </a:cubicBezTo>
                    <a:cubicBezTo>
                      <a:pt x="395" y="124"/>
                      <a:pt x="395" y="122"/>
                      <a:pt x="396" y="122"/>
                    </a:cubicBezTo>
                    <a:cubicBezTo>
                      <a:pt x="400" y="121"/>
                      <a:pt x="393" y="118"/>
                      <a:pt x="392" y="117"/>
                    </a:cubicBezTo>
                    <a:cubicBezTo>
                      <a:pt x="392" y="118"/>
                      <a:pt x="394" y="116"/>
                      <a:pt x="394" y="116"/>
                    </a:cubicBezTo>
                    <a:cubicBezTo>
                      <a:pt x="395" y="115"/>
                      <a:pt x="393" y="115"/>
                      <a:pt x="392" y="114"/>
                    </a:cubicBezTo>
                    <a:cubicBezTo>
                      <a:pt x="392" y="114"/>
                      <a:pt x="391" y="113"/>
                      <a:pt x="390" y="113"/>
                    </a:cubicBezTo>
                    <a:cubicBezTo>
                      <a:pt x="390" y="113"/>
                      <a:pt x="388" y="113"/>
                      <a:pt x="388" y="113"/>
                    </a:cubicBezTo>
                    <a:cubicBezTo>
                      <a:pt x="389" y="112"/>
                      <a:pt x="391" y="113"/>
                      <a:pt x="390" y="110"/>
                    </a:cubicBezTo>
                    <a:cubicBezTo>
                      <a:pt x="389" y="110"/>
                      <a:pt x="386" y="111"/>
                      <a:pt x="386" y="111"/>
                    </a:cubicBezTo>
                    <a:cubicBezTo>
                      <a:pt x="386" y="110"/>
                      <a:pt x="389" y="110"/>
                      <a:pt x="388" y="108"/>
                    </a:cubicBezTo>
                    <a:cubicBezTo>
                      <a:pt x="388" y="107"/>
                      <a:pt x="388" y="106"/>
                      <a:pt x="387" y="105"/>
                    </a:cubicBezTo>
                    <a:cubicBezTo>
                      <a:pt x="387" y="105"/>
                      <a:pt x="386" y="106"/>
                      <a:pt x="386" y="105"/>
                    </a:cubicBezTo>
                    <a:cubicBezTo>
                      <a:pt x="386" y="106"/>
                      <a:pt x="384" y="102"/>
                      <a:pt x="384" y="102"/>
                    </a:cubicBezTo>
                    <a:cubicBezTo>
                      <a:pt x="383" y="100"/>
                      <a:pt x="382" y="99"/>
                      <a:pt x="382" y="98"/>
                    </a:cubicBezTo>
                    <a:cubicBezTo>
                      <a:pt x="381" y="96"/>
                      <a:pt x="381" y="94"/>
                      <a:pt x="379" y="97"/>
                    </a:cubicBezTo>
                    <a:cubicBezTo>
                      <a:pt x="379" y="97"/>
                      <a:pt x="378" y="101"/>
                      <a:pt x="379" y="100"/>
                    </a:cubicBezTo>
                    <a:cubicBezTo>
                      <a:pt x="375" y="101"/>
                      <a:pt x="377" y="101"/>
                      <a:pt x="378" y="104"/>
                    </a:cubicBezTo>
                    <a:cubicBezTo>
                      <a:pt x="378" y="103"/>
                      <a:pt x="377" y="103"/>
                      <a:pt x="377" y="104"/>
                    </a:cubicBezTo>
                    <a:cubicBezTo>
                      <a:pt x="376" y="104"/>
                      <a:pt x="376" y="104"/>
                      <a:pt x="375" y="105"/>
                    </a:cubicBezTo>
                    <a:cubicBezTo>
                      <a:pt x="375" y="105"/>
                      <a:pt x="377" y="106"/>
                      <a:pt x="377" y="106"/>
                    </a:cubicBezTo>
                    <a:cubicBezTo>
                      <a:pt x="376" y="107"/>
                      <a:pt x="374" y="106"/>
                      <a:pt x="374" y="107"/>
                    </a:cubicBezTo>
                    <a:cubicBezTo>
                      <a:pt x="373" y="108"/>
                      <a:pt x="375" y="110"/>
                      <a:pt x="373" y="111"/>
                    </a:cubicBezTo>
                    <a:cubicBezTo>
                      <a:pt x="374" y="111"/>
                      <a:pt x="372" y="107"/>
                      <a:pt x="370" y="109"/>
                    </a:cubicBezTo>
                    <a:cubicBezTo>
                      <a:pt x="370" y="110"/>
                      <a:pt x="366" y="113"/>
                      <a:pt x="366" y="113"/>
                    </a:cubicBezTo>
                    <a:cubicBezTo>
                      <a:pt x="365" y="113"/>
                      <a:pt x="365" y="112"/>
                      <a:pt x="365" y="111"/>
                    </a:cubicBezTo>
                    <a:cubicBezTo>
                      <a:pt x="364" y="111"/>
                      <a:pt x="364" y="112"/>
                      <a:pt x="364" y="112"/>
                    </a:cubicBezTo>
                    <a:cubicBezTo>
                      <a:pt x="363" y="111"/>
                      <a:pt x="364" y="111"/>
                      <a:pt x="364" y="110"/>
                    </a:cubicBezTo>
                    <a:cubicBezTo>
                      <a:pt x="364" y="111"/>
                      <a:pt x="357" y="116"/>
                      <a:pt x="357" y="115"/>
                    </a:cubicBezTo>
                    <a:cubicBezTo>
                      <a:pt x="356" y="114"/>
                      <a:pt x="360" y="113"/>
                      <a:pt x="361" y="113"/>
                    </a:cubicBezTo>
                    <a:cubicBezTo>
                      <a:pt x="363" y="111"/>
                      <a:pt x="363" y="110"/>
                      <a:pt x="362" y="108"/>
                    </a:cubicBezTo>
                    <a:cubicBezTo>
                      <a:pt x="361" y="107"/>
                      <a:pt x="358" y="107"/>
                      <a:pt x="357" y="107"/>
                    </a:cubicBezTo>
                    <a:cubicBezTo>
                      <a:pt x="356" y="107"/>
                      <a:pt x="356" y="108"/>
                      <a:pt x="356" y="108"/>
                    </a:cubicBezTo>
                    <a:cubicBezTo>
                      <a:pt x="355" y="110"/>
                      <a:pt x="353" y="108"/>
                      <a:pt x="352" y="108"/>
                    </a:cubicBezTo>
                    <a:cubicBezTo>
                      <a:pt x="353" y="108"/>
                      <a:pt x="355" y="106"/>
                      <a:pt x="355" y="106"/>
                    </a:cubicBezTo>
                    <a:cubicBezTo>
                      <a:pt x="355" y="106"/>
                      <a:pt x="356" y="107"/>
                      <a:pt x="356" y="107"/>
                    </a:cubicBezTo>
                    <a:cubicBezTo>
                      <a:pt x="355" y="107"/>
                      <a:pt x="357" y="105"/>
                      <a:pt x="357" y="105"/>
                    </a:cubicBezTo>
                    <a:cubicBezTo>
                      <a:pt x="358" y="103"/>
                      <a:pt x="356" y="104"/>
                      <a:pt x="355" y="103"/>
                    </a:cubicBezTo>
                    <a:cubicBezTo>
                      <a:pt x="355" y="103"/>
                      <a:pt x="356" y="98"/>
                      <a:pt x="354" y="99"/>
                    </a:cubicBezTo>
                    <a:cubicBezTo>
                      <a:pt x="355" y="98"/>
                      <a:pt x="356" y="98"/>
                      <a:pt x="355" y="96"/>
                    </a:cubicBezTo>
                    <a:cubicBezTo>
                      <a:pt x="353" y="95"/>
                      <a:pt x="357" y="94"/>
                      <a:pt x="356" y="92"/>
                    </a:cubicBezTo>
                    <a:cubicBezTo>
                      <a:pt x="356" y="91"/>
                      <a:pt x="354" y="93"/>
                      <a:pt x="353" y="92"/>
                    </a:cubicBezTo>
                    <a:cubicBezTo>
                      <a:pt x="352" y="91"/>
                      <a:pt x="350" y="91"/>
                      <a:pt x="349" y="91"/>
                    </a:cubicBezTo>
                    <a:cubicBezTo>
                      <a:pt x="347" y="90"/>
                      <a:pt x="346" y="90"/>
                      <a:pt x="345" y="88"/>
                    </a:cubicBezTo>
                    <a:cubicBezTo>
                      <a:pt x="345" y="86"/>
                      <a:pt x="342" y="87"/>
                      <a:pt x="342" y="85"/>
                    </a:cubicBezTo>
                    <a:cubicBezTo>
                      <a:pt x="342" y="84"/>
                      <a:pt x="340" y="85"/>
                      <a:pt x="340" y="85"/>
                    </a:cubicBezTo>
                    <a:cubicBezTo>
                      <a:pt x="341" y="83"/>
                      <a:pt x="339" y="83"/>
                      <a:pt x="338" y="82"/>
                    </a:cubicBezTo>
                    <a:cubicBezTo>
                      <a:pt x="336" y="81"/>
                      <a:pt x="336" y="80"/>
                      <a:pt x="334" y="81"/>
                    </a:cubicBezTo>
                    <a:cubicBezTo>
                      <a:pt x="332" y="82"/>
                      <a:pt x="331" y="83"/>
                      <a:pt x="329" y="82"/>
                    </a:cubicBezTo>
                    <a:cubicBezTo>
                      <a:pt x="327" y="81"/>
                      <a:pt x="326" y="83"/>
                      <a:pt x="324" y="82"/>
                    </a:cubicBezTo>
                    <a:cubicBezTo>
                      <a:pt x="322" y="80"/>
                      <a:pt x="320" y="80"/>
                      <a:pt x="318" y="80"/>
                    </a:cubicBezTo>
                    <a:cubicBezTo>
                      <a:pt x="316" y="80"/>
                      <a:pt x="314" y="80"/>
                      <a:pt x="313" y="82"/>
                    </a:cubicBezTo>
                    <a:cubicBezTo>
                      <a:pt x="312" y="84"/>
                      <a:pt x="315" y="85"/>
                      <a:pt x="315" y="86"/>
                    </a:cubicBezTo>
                    <a:cubicBezTo>
                      <a:pt x="316" y="87"/>
                      <a:pt x="315" y="90"/>
                      <a:pt x="314" y="91"/>
                    </a:cubicBezTo>
                    <a:cubicBezTo>
                      <a:pt x="314" y="92"/>
                      <a:pt x="314" y="91"/>
                      <a:pt x="313" y="92"/>
                    </a:cubicBezTo>
                    <a:cubicBezTo>
                      <a:pt x="313" y="92"/>
                      <a:pt x="315" y="94"/>
                      <a:pt x="315" y="94"/>
                    </a:cubicBezTo>
                    <a:cubicBezTo>
                      <a:pt x="315" y="96"/>
                      <a:pt x="316" y="98"/>
                      <a:pt x="316" y="99"/>
                    </a:cubicBezTo>
                    <a:cubicBezTo>
                      <a:pt x="316" y="100"/>
                      <a:pt x="316" y="100"/>
                      <a:pt x="316" y="101"/>
                    </a:cubicBezTo>
                    <a:cubicBezTo>
                      <a:pt x="316" y="102"/>
                      <a:pt x="315" y="101"/>
                      <a:pt x="315" y="101"/>
                    </a:cubicBezTo>
                    <a:cubicBezTo>
                      <a:pt x="314" y="102"/>
                      <a:pt x="314" y="104"/>
                      <a:pt x="314" y="104"/>
                    </a:cubicBezTo>
                    <a:cubicBezTo>
                      <a:pt x="313" y="105"/>
                      <a:pt x="312" y="106"/>
                      <a:pt x="312" y="107"/>
                    </a:cubicBezTo>
                    <a:cubicBezTo>
                      <a:pt x="311" y="109"/>
                      <a:pt x="311" y="109"/>
                      <a:pt x="312" y="110"/>
                    </a:cubicBezTo>
                    <a:cubicBezTo>
                      <a:pt x="315" y="112"/>
                      <a:pt x="318" y="114"/>
                      <a:pt x="320" y="116"/>
                    </a:cubicBezTo>
                    <a:cubicBezTo>
                      <a:pt x="321" y="119"/>
                      <a:pt x="322" y="124"/>
                      <a:pt x="321" y="127"/>
                    </a:cubicBezTo>
                    <a:cubicBezTo>
                      <a:pt x="319" y="131"/>
                      <a:pt x="313" y="133"/>
                      <a:pt x="310" y="135"/>
                    </a:cubicBezTo>
                    <a:cubicBezTo>
                      <a:pt x="309" y="136"/>
                      <a:pt x="308" y="136"/>
                      <a:pt x="307" y="137"/>
                    </a:cubicBezTo>
                    <a:cubicBezTo>
                      <a:pt x="304" y="138"/>
                      <a:pt x="308" y="141"/>
                      <a:pt x="308" y="143"/>
                    </a:cubicBezTo>
                    <a:cubicBezTo>
                      <a:pt x="308" y="143"/>
                      <a:pt x="309" y="145"/>
                      <a:pt x="309" y="146"/>
                    </a:cubicBezTo>
                    <a:cubicBezTo>
                      <a:pt x="309" y="148"/>
                      <a:pt x="309" y="149"/>
                      <a:pt x="310" y="151"/>
                    </a:cubicBezTo>
                    <a:cubicBezTo>
                      <a:pt x="311" y="153"/>
                      <a:pt x="311" y="154"/>
                      <a:pt x="309" y="156"/>
                    </a:cubicBezTo>
                    <a:cubicBezTo>
                      <a:pt x="309" y="156"/>
                      <a:pt x="310" y="160"/>
                      <a:pt x="309" y="161"/>
                    </a:cubicBezTo>
                    <a:cubicBezTo>
                      <a:pt x="308" y="161"/>
                      <a:pt x="307" y="157"/>
                      <a:pt x="306" y="159"/>
                    </a:cubicBezTo>
                    <a:cubicBezTo>
                      <a:pt x="305" y="161"/>
                      <a:pt x="307" y="164"/>
                      <a:pt x="307" y="164"/>
                    </a:cubicBezTo>
                    <a:cubicBezTo>
                      <a:pt x="307" y="163"/>
                      <a:pt x="301" y="158"/>
                      <a:pt x="298" y="161"/>
                    </a:cubicBezTo>
                    <a:cubicBezTo>
                      <a:pt x="299" y="160"/>
                      <a:pt x="302" y="159"/>
                      <a:pt x="300" y="157"/>
                    </a:cubicBezTo>
                    <a:cubicBezTo>
                      <a:pt x="299" y="156"/>
                      <a:pt x="298" y="155"/>
                      <a:pt x="297" y="155"/>
                    </a:cubicBezTo>
                    <a:cubicBezTo>
                      <a:pt x="297" y="154"/>
                      <a:pt x="295" y="154"/>
                      <a:pt x="294" y="154"/>
                    </a:cubicBezTo>
                    <a:cubicBezTo>
                      <a:pt x="294" y="153"/>
                      <a:pt x="295" y="153"/>
                      <a:pt x="294" y="151"/>
                    </a:cubicBezTo>
                    <a:cubicBezTo>
                      <a:pt x="293" y="150"/>
                      <a:pt x="292" y="148"/>
                      <a:pt x="293" y="146"/>
                    </a:cubicBezTo>
                    <a:cubicBezTo>
                      <a:pt x="294" y="143"/>
                      <a:pt x="291" y="142"/>
                      <a:pt x="291" y="140"/>
                    </a:cubicBezTo>
                    <a:cubicBezTo>
                      <a:pt x="291" y="138"/>
                      <a:pt x="293" y="137"/>
                      <a:pt x="292" y="135"/>
                    </a:cubicBezTo>
                    <a:cubicBezTo>
                      <a:pt x="290" y="133"/>
                      <a:pt x="286" y="133"/>
                      <a:pt x="283" y="133"/>
                    </a:cubicBezTo>
                    <a:cubicBezTo>
                      <a:pt x="282" y="133"/>
                      <a:pt x="281" y="133"/>
                      <a:pt x="279" y="133"/>
                    </a:cubicBezTo>
                    <a:cubicBezTo>
                      <a:pt x="279" y="133"/>
                      <a:pt x="277" y="135"/>
                      <a:pt x="277" y="135"/>
                    </a:cubicBezTo>
                    <a:cubicBezTo>
                      <a:pt x="277" y="134"/>
                      <a:pt x="278" y="134"/>
                      <a:pt x="277" y="133"/>
                    </a:cubicBezTo>
                    <a:cubicBezTo>
                      <a:pt x="277" y="132"/>
                      <a:pt x="276" y="131"/>
                      <a:pt x="275" y="131"/>
                    </a:cubicBezTo>
                    <a:cubicBezTo>
                      <a:pt x="273" y="130"/>
                      <a:pt x="271" y="130"/>
                      <a:pt x="269" y="129"/>
                    </a:cubicBezTo>
                    <a:cubicBezTo>
                      <a:pt x="266" y="128"/>
                      <a:pt x="264" y="125"/>
                      <a:pt x="261" y="123"/>
                    </a:cubicBezTo>
                    <a:cubicBezTo>
                      <a:pt x="259" y="122"/>
                      <a:pt x="257" y="121"/>
                      <a:pt x="256" y="121"/>
                    </a:cubicBezTo>
                    <a:cubicBezTo>
                      <a:pt x="254" y="121"/>
                      <a:pt x="252" y="119"/>
                      <a:pt x="250" y="119"/>
                    </a:cubicBezTo>
                    <a:cubicBezTo>
                      <a:pt x="249" y="119"/>
                      <a:pt x="240" y="121"/>
                      <a:pt x="240" y="121"/>
                    </a:cubicBezTo>
                    <a:cubicBezTo>
                      <a:pt x="240" y="120"/>
                      <a:pt x="241" y="120"/>
                      <a:pt x="242" y="119"/>
                    </a:cubicBezTo>
                    <a:cubicBezTo>
                      <a:pt x="242" y="118"/>
                      <a:pt x="241" y="117"/>
                      <a:pt x="241" y="117"/>
                    </a:cubicBezTo>
                    <a:cubicBezTo>
                      <a:pt x="240" y="114"/>
                      <a:pt x="239" y="112"/>
                      <a:pt x="238" y="110"/>
                    </a:cubicBezTo>
                    <a:cubicBezTo>
                      <a:pt x="237" y="108"/>
                      <a:pt x="236" y="108"/>
                      <a:pt x="234" y="108"/>
                    </a:cubicBezTo>
                    <a:cubicBezTo>
                      <a:pt x="231" y="108"/>
                      <a:pt x="230" y="108"/>
                      <a:pt x="230" y="105"/>
                    </a:cubicBezTo>
                    <a:cubicBezTo>
                      <a:pt x="231" y="103"/>
                      <a:pt x="230" y="100"/>
                      <a:pt x="230" y="98"/>
                    </a:cubicBezTo>
                    <a:cubicBezTo>
                      <a:pt x="231" y="95"/>
                      <a:pt x="233" y="93"/>
                      <a:pt x="234" y="90"/>
                    </a:cubicBezTo>
                    <a:cubicBezTo>
                      <a:pt x="235" y="88"/>
                      <a:pt x="235" y="87"/>
                      <a:pt x="237" y="86"/>
                    </a:cubicBezTo>
                    <a:cubicBezTo>
                      <a:pt x="238" y="86"/>
                      <a:pt x="237" y="85"/>
                      <a:pt x="237" y="84"/>
                    </a:cubicBezTo>
                    <a:cubicBezTo>
                      <a:pt x="238" y="84"/>
                      <a:pt x="240" y="82"/>
                      <a:pt x="240" y="82"/>
                    </a:cubicBezTo>
                    <a:cubicBezTo>
                      <a:pt x="240" y="82"/>
                      <a:pt x="240" y="82"/>
                      <a:pt x="239" y="81"/>
                    </a:cubicBezTo>
                    <a:cubicBezTo>
                      <a:pt x="239" y="81"/>
                      <a:pt x="240" y="81"/>
                      <a:pt x="240" y="81"/>
                    </a:cubicBezTo>
                    <a:cubicBezTo>
                      <a:pt x="240" y="79"/>
                      <a:pt x="242" y="80"/>
                      <a:pt x="243" y="80"/>
                    </a:cubicBezTo>
                    <a:cubicBezTo>
                      <a:pt x="244" y="80"/>
                      <a:pt x="244" y="79"/>
                      <a:pt x="244" y="79"/>
                    </a:cubicBezTo>
                    <a:cubicBezTo>
                      <a:pt x="245" y="77"/>
                      <a:pt x="243" y="78"/>
                      <a:pt x="242" y="77"/>
                    </a:cubicBezTo>
                    <a:cubicBezTo>
                      <a:pt x="242" y="77"/>
                      <a:pt x="244" y="77"/>
                      <a:pt x="244" y="77"/>
                    </a:cubicBezTo>
                    <a:cubicBezTo>
                      <a:pt x="245" y="76"/>
                      <a:pt x="246" y="77"/>
                      <a:pt x="246" y="77"/>
                    </a:cubicBezTo>
                    <a:cubicBezTo>
                      <a:pt x="248" y="79"/>
                      <a:pt x="248" y="77"/>
                      <a:pt x="250" y="76"/>
                    </a:cubicBezTo>
                    <a:cubicBezTo>
                      <a:pt x="252" y="74"/>
                      <a:pt x="248" y="72"/>
                      <a:pt x="246" y="71"/>
                    </a:cubicBezTo>
                    <a:cubicBezTo>
                      <a:pt x="245" y="71"/>
                      <a:pt x="241" y="72"/>
                      <a:pt x="241" y="72"/>
                    </a:cubicBezTo>
                    <a:cubicBezTo>
                      <a:pt x="240" y="70"/>
                      <a:pt x="243" y="70"/>
                      <a:pt x="240" y="69"/>
                    </a:cubicBezTo>
                    <a:cubicBezTo>
                      <a:pt x="239" y="69"/>
                      <a:pt x="234" y="69"/>
                      <a:pt x="234" y="68"/>
                    </a:cubicBezTo>
                    <a:cubicBezTo>
                      <a:pt x="234" y="67"/>
                      <a:pt x="236" y="67"/>
                      <a:pt x="236" y="67"/>
                    </a:cubicBezTo>
                    <a:cubicBezTo>
                      <a:pt x="237" y="66"/>
                      <a:pt x="237" y="67"/>
                      <a:pt x="238" y="67"/>
                    </a:cubicBezTo>
                    <a:cubicBezTo>
                      <a:pt x="237" y="68"/>
                      <a:pt x="240" y="68"/>
                      <a:pt x="240" y="68"/>
                    </a:cubicBezTo>
                    <a:cubicBezTo>
                      <a:pt x="242" y="68"/>
                      <a:pt x="245" y="70"/>
                      <a:pt x="246" y="70"/>
                    </a:cubicBezTo>
                    <a:cubicBezTo>
                      <a:pt x="247" y="70"/>
                      <a:pt x="248" y="71"/>
                      <a:pt x="249" y="71"/>
                    </a:cubicBezTo>
                    <a:cubicBezTo>
                      <a:pt x="251" y="72"/>
                      <a:pt x="250" y="71"/>
                      <a:pt x="251" y="71"/>
                    </a:cubicBezTo>
                    <a:cubicBezTo>
                      <a:pt x="252" y="71"/>
                      <a:pt x="255" y="71"/>
                      <a:pt x="254" y="70"/>
                    </a:cubicBezTo>
                    <a:cubicBezTo>
                      <a:pt x="253" y="69"/>
                      <a:pt x="254" y="67"/>
                      <a:pt x="255" y="66"/>
                    </a:cubicBezTo>
                    <a:cubicBezTo>
                      <a:pt x="255" y="67"/>
                      <a:pt x="258" y="68"/>
                      <a:pt x="258" y="68"/>
                    </a:cubicBezTo>
                    <a:cubicBezTo>
                      <a:pt x="260" y="68"/>
                      <a:pt x="261" y="68"/>
                      <a:pt x="263" y="67"/>
                    </a:cubicBezTo>
                    <a:cubicBezTo>
                      <a:pt x="264" y="66"/>
                      <a:pt x="265" y="64"/>
                      <a:pt x="266" y="63"/>
                    </a:cubicBezTo>
                    <a:cubicBezTo>
                      <a:pt x="267" y="62"/>
                      <a:pt x="269" y="61"/>
                      <a:pt x="268" y="59"/>
                    </a:cubicBezTo>
                    <a:cubicBezTo>
                      <a:pt x="267" y="57"/>
                      <a:pt x="264" y="58"/>
                      <a:pt x="263" y="58"/>
                    </a:cubicBezTo>
                    <a:cubicBezTo>
                      <a:pt x="260" y="58"/>
                      <a:pt x="258" y="57"/>
                      <a:pt x="256" y="56"/>
                    </a:cubicBezTo>
                    <a:cubicBezTo>
                      <a:pt x="255" y="55"/>
                      <a:pt x="254" y="54"/>
                      <a:pt x="252" y="53"/>
                    </a:cubicBezTo>
                    <a:cubicBezTo>
                      <a:pt x="252" y="53"/>
                      <a:pt x="247" y="53"/>
                      <a:pt x="247" y="53"/>
                    </a:cubicBezTo>
                    <a:cubicBezTo>
                      <a:pt x="247" y="52"/>
                      <a:pt x="252" y="53"/>
                      <a:pt x="253" y="53"/>
                    </a:cubicBezTo>
                    <a:cubicBezTo>
                      <a:pt x="255" y="53"/>
                      <a:pt x="255" y="52"/>
                      <a:pt x="257" y="53"/>
                    </a:cubicBezTo>
                    <a:cubicBezTo>
                      <a:pt x="261" y="55"/>
                      <a:pt x="265" y="59"/>
                      <a:pt x="269" y="56"/>
                    </a:cubicBezTo>
                    <a:cubicBezTo>
                      <a:pt x="271" y="54"/>
                      <a:pt x="272" y="53"/>
                      <a:pt x="273" y="51"/>
                    </a:cubicBezTo>
                    <a:cubicBezTo>
                      <a:pt x="274" y="50"/>
                      <a:pt x="268" y="49"/>
                      <a:pt x="271" y="47"/>
                    </a:cubicBezTo>
                    <a:cubicBezTo>
                      <a:pt x="272" y="47"/>
                      <a:pt x="275" y="47"/>
                      <a:pt x="276" y="48"/>
                    </a:cubicBezTo>
                    <a:cubicBezTo>
                      <a:pt x="279" y="48"/>
                      <a:pt x="279" y="50"/>
                      <a:pt x="282" y="48"/>
                    </a:cubicBezTo>
                    <a:cubicBezTo>
                      <a:pt x="282" y="48"/>
                      <a:pt x="285" y="49"/>
                      <a:pt x="284" y="47"/>
                    </a:cubicBezTo>
                    <a:cubicBezTo>
                      <a:pt x="283" y="46"/>
                      <a:pt x="279" y="44"/>
                      <a:pt x="278" y="44"/>
                    </a:cubicBezTo>
                    <a:cubicBezTo>
                      <a:pt x="280" y="43"/>
                      <a:pt x="282" y="45"/>
                      <a:pt x="284" y="45"/>
                    </a:cubicBezTo>
                    <a:cubicBezTo>
                      <a:pt x="285" y="45"/>
                      <a:pt x="287" y="50"/>
                      <a:pt x="289" y="49"/>
                    </a:cubicBezTo>
                    <a:cubicBezTo>
                      <a:pt x="289" y="49"/>
                      <a:pt x="288" y="48"/>
                      <a:pt x="288" y="48"/>
                    </a:cubicBezTo>
                    <a:cubicBezTo>
                      <a:pt x="289" y="47"/>
                      <a:pt x="290" y="47"/>
                      <a:pt x="292" y="46"/>
                    </a:cubicBezTo>
                    <a:cubicBezTo>
                      <a:pt x="293" y="45"/>
                      <a:pt x="296" y="42"/>
                      <a:pt x="297" y="41"/>
                    </a:cubicBezTo>
                    <a:cubicBezTo>
                      <a:pt x="297" y="38"/>
                      <a:pt x="295" y="38"/>
                      <a:pt x="293" y="36"/>
                    </a:cubicBezTo>
                    <a:cubicBezTo>
                      <a:pt x="293" y="36"/>
                      <a:pt x="290" y="30"/>
                      <a:pt x="290" y="31"/>
                    </a:cubicBezTo>
                    <a:cubicBezTo>
                      <a:pt x="291" y="30"/>
                      <a:pt x="295" y="30"/>
                      <a:pt x="296" y="30"/>
                    </a:cubicBezTo>
                    <a:cubicBezTo>
                      <a:pt x="299" y="29"/>
                      <a:pt x="294" y="28"/>
                      <a:pt x="294" y="27"/>
                    </a:cubicBezTo>
                    <a:cubicBezTo>
                      <a:pt x="293" y="26"/>
                      <a:pt x="297" y="26"/>
                      <a:pt x="297" y="25"/>
                    </a:cubicBezTo>
                    <a:cubicBezTo>
                      <a:pt x="297" y="25"/>
                      <a:pt x="287" y="21"/>
                      <a:pt x="287" y="21"/>
                    </a:cubicBezTo>
                    <a:cubicBezTo>
                      <a:pt x="288" y="21"/>
                      <a:pt x="290" y="20"/>
                      <a:pt x="291" y="20"/>
                    </a:cubicBezTo>
                    <a:cubicBezTo>
                      <a:pt x="288" y="20"/>
                      <a:pt x="285" y="19"/>
                      <a:pt x="282" y="19"/>
                    </a:cubicBezTo>
                    <a:cubicBezTo>
                      <a:pt x="280" y="19"/>
                      <a:pt x="277" y="20"/>
                      <a:pt x="276" y="19"/>
                    </a:cubicBezTo>
                    <a:cubicBezTo>
                      <a:pt x="278" y="20"/>
                      <a:pt x="275" y="21"/>
                      <a:pt x="276" y="23"/>
                    </a:cubicBezTo>
                    <a:cubicBezTo>
                      <a:pt x="277" y="24"/>
                      <a:pt x="280" y="25"/>
                      <a:pt x="280" y="26"/>
                    </a:cubicBezTo>
                    <a:cubicBezTo>
                      <a:pt x="280" y="26"/>
                      <a:pt x="278" y="27"/>
                      <a:pt x="278" y="27"/>
                    </a:cubicBezTo>
                    <a:cubicBezTo>
                      <a:pt x="278" y="27"/>
                      <a:pt x="280" y="28"/>
                      <a:pt x="279" y="28"/>
                    </a:cubicBezTo>
                    <a:cubicBezTo>
                      <a:pt x="277" y="29"/>
                      <a:pt x="276" y="27"/>
                      <a:pt x="275" y="31"/>
                    </a:cubicBezTo>
                    <a:cubicBezTo>
                      <a:pt x="274" y="33"/>
                      <a:pt x="274" y="35"/>
                      <a:pt x="273" y="37"/>
                    </a:cubicBezTo>
                    <a:cubicBezTo>
                      <a:pt x="272" y="37"/>
                      <a:pt x="271" y="38"/>
                      <a:pt x="271" y="39"/>
                    </a:cubicBezTo>
                    <a:cubicBezTo>
                      <a:pt x="271" y="40"/>
                      <a:pt x="270" y="40"/>
                      <a:pt x="270" y="41"/>
                    </a:cubicBezTo>
                    <a:cubicBezTo>
                      <a:pt x="267" y="42"/>
                      <a:pt x="268" y="43"/>
                      <a:pt x="266" y="40"/>
                    </a:cubicBezTo>
                    <a:cubicBezTo>
                      <a:pt x="265" y="39"/>
                      <a:pt x="262" y="37"/>
                      <a:pt x="262" y="35"/>
                    </a:cubicBezTo>
                    <a:cubicBezTo>
                      <a:pt x="262" y="35"/>
                      <a:pt x="262" y="32"/>
                      <a:pt x="263" y="32"/>
                    </a:cubicBezTo>
                    <a:cubicBezTo>
                      <a:pt x="263" y="32"/>
                      <a:pt x="265" y="33"/>
                      <a:pt x="265" y="31"/>
                    </a:cubicBezTo>
                    <a:cubicBezTo>
                      <a:pt x="264" y="29"/>
                      <a:pt x="264" y="28"/>
                      <a:pt x="262" y="26"/>
                    </a:cubicBezTo>
                    <a:cubicBezTo>
                      <a:pt x="260" y="25"/>
                      <a:pt x="258" y="23"/>
                      <a:pt x="256" y="25"/>
                    </a:cubicBezTo>
                    <a:cubicBezTo>
                      <a:pt x="255" y="26"/>
                      <a:pt x="255" y="28"/>
                      <a:pt x="255" y="30"/>
                    </a:cubicBezTo>
                    <a:cubicBezTo>
                      <a:pt x="255" y="31"/>
                      <a:pt x="251" y="31"/>
                      <a:pt x="251" y="30"/>
                    </a:cubicBezTo>
                    <a:cubicBezTo>
                      <a:pt x="251" y="29"/>
                      <a:pt x="251" y="26"/>
                      <a:pt x="250" y="25"/>
                    </a:cubicBezTo>
                    <a:cubicBezTo>
                      <a:pt x="246" y="22"/>
                      <a:pt x="251" y="25"/>
                      <a:pt x="251" y="24"/>
                    </a:cubicBezTo>
                    <a:cubicBezTo>
                      <a:pt x="252" y="24"/>
                      <a:pt x="253" y="23"/>
                      <a:pt x="252" y="23"/>
                    </a:cubicBezTo>
                    <a:cubicBezTo>
                      <a:pt x="252" y="22"/>
                      <a:pt x="251" y="21"/>
                      <a:pt x="250" y="22"/>
                    </a:cubicBezTo>
                    <a:cubicBezTo>
                      <a:pt x="249" y="23"/>
                      <a:pt x="249" y="21"/>
                      <a:pt x="248" y="21"/>
                    </a:cubicBezTo>
                    <a:cubicBezTo>
                      <a:pt x="247" y="20"/>
                      <a:pt x="246" y="22"/>
                      <a:pt x="245" y="21"/>
                    </a:cubicBezTo>
                    <a:cubicBezTo>
                      <a:pt x="243" y="20"/>
                      <a:pt x="242" y="21"/>
                      <a:pt x="243" y="18"/>
                    </a:cubicBezTo>
                    <a:cubicBezTo>
                      <a:pt x="243" y="18"/>
                      <a:pt x="243" y="18"/>
                      <a:pt x="244" y="18"/>
                    </a:cubicBezTo>
                    <a:cubicBezTo>
                      <a:pt x="244" y="17"/>
                      <a:pt x="244" y="17"/>
                      <a:pt x="244" y="16"/>
                    </a:cubicBezTo>
                    <a:cubicBezTo>
                      <a:pt x="245" y="16"/>
                      <a:pt x="245" y="16"/>
                      <a:pt x="246" y="16"/>
                    </a:cubicBezTo>
                    <a:cubicBezTo>
                      <a:pt x="245" y="16"/>
                      <a:pt x="244" y="13"/>
                      <a:pt x="244" y="13"/>
                    </a:cubicBezTo>
                    <a:cubicBezTo>
                      <a:pt x="243" y="11"/>
                      <a:pt x="241" y="11"/>
                      <a:pt x="241" y="10"/>
                    </a:cubicBezTo>
                    <a:cubicBezTo>
                      <a:pt x="239" y="9"/>
                      <a:pt x="240" y="9"/>
                      <a:pt x="239" y="7"/>
                    </a:cubicBezTo>
                    <a:cubicBezTo>
                      <a:pt x="239" y="5"/>
                      <a:pt x="237" y="4"/>
                      <a:pt x="237" y="3"/>
                    </a:cubicBezTo>
                    <a:cubicBezTo>
                      <a:pt x="236" y="1"/>
                      <a:pt x="234" y="1"/>
                      <a:pt x="232" y="1"/>
                    </a:cubicBezTo>
                    <a:cubicBezTo>
                      <a:pt x="231" y="1"/>
                      <a:pt x="232" y="0"/>
                      <a:pt x="230" y="0"/>
                    </a:cubicBezTo>
                    <a:cubicBezTo>
                      <a:pt x="229" y="0"/>
                      <a:pt x="228" y="0"/>
                      <a:pt x="228" y="2"/>
                    </a:cubicBezTo>
                    <a:cubicBezTo>
                      <a:pt x="228" y="2"/>
                      <a:pt x="225" y="3"/>
                      <a:pt x="225" y="3"/>
                    </a:cubicBezTo>
                    <a:cubicBezTo>
                      <a:pt x="226" y="3"/>
                      <a:pt x="228" y="3"/>
                      <a:pt x="228" y="4"/>
                    </a:cubicBezTo>
                    <a:cubicBezTo>
                      <a:pt x="228" y="4"/>
                      <a:pt x="226" y="5"/>
                      <a:pt x="226" y="5"/>
                    </a:cubicBezTo>
                    <a:cubicBezTo>
                      <a:pt x="225" y="6"/>
                      <a:pt x="224" y="4"/>
                      <a:pt x="223" y="6"/>
                    </a:cubicBezTo>
                    <a:cubicBezTo>
                      <a:pt x="222" y="6"/>
                      <a:pt x="221" y="9"/>
                      <a:pt x="221" y="10"/>
                    </a:cubicBezTo>
                    <a:cubicBezTo>
                      <a:pt x="222" y="10"/>
                      <a:pt x="224" y="10"/>
                      <a:pt x="225" y="11"/>
                    </a:cubicBezTo>
                    <a:cubicBezTo>
                      <a:pt x="224" y="10"/>
                      <a:pt x="222" y="14"/>
                      <a:pt x="222" y="15"/>
                    </a:cubicBezTo>
                    <a:cubicBezTo>
                      <a:pt x="222" y="16"/>
                      <a:pt x="224" y="18"/>
                      <a:pt x="225" y="19"/>
                    </a:cubicBezTo>
                    <a:cubicBezTo>
                      <a:pt x="226" y="19"/>
                      <a:pt x="228" y="21"/>
                      <a:pt x="229" y="21"/>
                    </a:cubicBezTo>
                    <a:cubicBezTo>
                      <a:pt x="231" y="20"/>
                      <a:pt x="231" y="20"/>
                      <a:pt x="232" y="21"/>
                    </a:cubicBezTo>
                    <a:cubicBezTo>
                      <a:pt x="233" y="21"/>
                      <a:pt x="235" y="23"/>
                      <a:pt x="235" y="23"/>
                    </a:cubicBezTo>
                    <a:cubicBezTo>
                      <a:pt x="234" y="24"/>
                      <a:pt x="233" y="22"/>
                      <a:pt x="233" y="24"/>
                    </a:cubicBezTo>
                    <a:cubicBezTo>
                      <a:pt x="233" y="26"/>
                      <a:pt x="232" y="26"/>
                      <a:pt x="232" y="27"/>
                    </a:cubicBezTo>
                    <a:cubicBezTo>
                      <a:pt x="231" y="29"/>
                      <a:pt x="233" y="29"/>
                      <a:pt x="234" y="28"/>
                    </a:cubicBezTo>
                    <a:cubicBezTo>
                      <a:pt x="234" y="28"/>
                      <a:pt x="236" y="25"/>
                      <a:pt x="236" y="26"/>
                    </a:cubicBezTo>
                    <a:cubicBezTo>
                      <a:pt x="237" y="27"/>
                      <a:pt x="236" y="29"/>
                      <a:pt x="236" y="30"/>
                    </a:cubicBezTo>
                    <a:cubicBezTo>
                      <a:pt x="235" y="31"/>
                      <a:pt x="234" y="31"/>
                      <a:pt x="233" y="31"/>
                    </a:cubicBezTo>
                    <a:cubicBezTo>
                      <a:pt x="233" y="32"/>
                      <a:pt x="233" y="33"/>
                      <a:pt x="232" y="34"/>
                    </a:cubicBezTo>
                    <a:cubicBezTo>
                      <a:pt x="231" y="34"/>
                      <a:pt x="229" y="34"/>
                      <a:pt x="228" y="35"/>
                    </a:cubicBezTo>
                    <a:cubicBezTo>
                      <a:pt x="227" y="35"/>
                      <a:pt x="226" y="37"/>
                      <a:pt x="226" y="37"/>
                    </a:cubicBezTo>
                    <a:cubicBezTo>
                      <a:pt x="227" y="38"/>
                      <a:pt x="228" y="39"/>
                      <a:pt x="228" y="41"/>
                    </a:cubicBezTo>
                    <a:cubicBezTo>
                      <a:pt x="228" y="42"/>
                      <a:pt x="227" y="41"/>
                      <a:pt x="226" y="40"/>
                    </a:cubicBezTo>
                    <a:cubicBezTo>
                      <a:pt x="226" y="40"/>
                      <a:pt x="225" y="40"/>
                      <a:pt x="225" y="41"/>
                    </a:cubicBezTo>
                    <a:cubicBezTo>
                      <a:pt x="224" y="41"/>
                      <a:pt x="222" y="40"/>
                      <a:pt x="222" y="39"/>
                    </a:cubicBezTo>
                    <a:cubicBezTo>
                      <a:pt x="222" y="38"/>
                      <a:pt x="224" y="35"/>
                      <a:pt x="224" y="34"/>
                    </a:cubicBezTo>
                    <a:cubicBezTo>
                      <a:pt x="225" y="32"/>
                      <a:pt x="222" y="34"/>
                      <a:pt x="222" y="34"/>
                    </a:cubicBezTo>
                    <a:cubicBezTo>
                      <a:pt x="221" y="34"/>
                      <a:pt x="218" y="32"/>
                      <a:pt x="217" y="31"/>
                    </a:cubicBezTo>
                    <a:cubicBezTo>
                      <a:pt x="215" y="30"/>
                      <a:pt x="216" y="32"/>
                      <a:pt x="214" y="32"/>
                    </a:cubicBezTo>
                    <a:cubicBezTo>
                      <a:pt x="213" y="32"/>
                      <a:pt x="210" y="31"/>
                      <a:pt x="212" y="33"/>
                    </a:cubicBezTo>
                    <a:cubicBezTo>
                      <a:pt x="213" y="34"/>
                      <a:pt x="213" y="35"/>
                      <a:pt x="215" y="35"/>
                    </a:cubicBezTo>
                    <a:cubicBezTo>
                      <a:pt x="216" y="35"/>
                      <a:pt x="218" y="35"/>
                      <a:pt x="218" y="37"/>
                    </a:cubicBezTo>
                    <a:cubicBezTo>
                      <a:pt x="220" y="41"/>
                      <a:pt x="214" y="36"/>
                      <a:pt x="213" y="35"/>
                    </a:cubicBezTo>
                    <a:cubicBezTo>
                      <a:pt x="211" y="35"/>
                      <a:pt x="211" y="37"/>
                      <a:pt x="209" y="37"/>
                    </a:cubicBezTo>
                    <a:cubicBezTo>
                      <a:pt x="207" y="37"/>
                      <a:pt x="206" y="36"/>
                      <a:pt x="204" y="36"/>
                    </a:cubicBezTo>
                    <a:cubicBezTo>
                      <a:pt x="200" y="37"/>
                      <a:pt x="197" y="37"/>
                      <a:pt x="193" y="37"/>
                    </a:cubicBezTo>
                    <a:cubicBezTo>
                      <a:pt x="190" y="36"/>
                      <a:pt x="186" y="34"/>
                      <a:pt x="182" y="33"/>
                    </a:cubicBezTo>
                    <a:cubicBezTo>
                      <a:pt x="181" y="33"/>
                      <a:pt x="179" y="33"/>
                      <a:pt x="178" y="32"/>
                    </a:cubicBezTo>
                    <a:cubicBezTo>
                      <a:pt x="177" y="30"/>
                      <a:pt x="177" y="28"/>
                      <a:pt x="176" y="28"/>
                    </a:cubicBezTo>
                    <a:cubicBezTo>
                      <a:pt x="174" y="27"/>
                      <a:pt x="172" y="28"/>
                      <a:pt x="171" y="28"/>
                    </a:cubicBezTo>
                    <a:cubicBezTo>
                      <a:pt x="168" y="29"/>
                      <a:pt x="166" y="29"/>
                      <a:pt x="164" y="29"/>
                    </a:cubicBezTo>
                    <a:cubicBezTo>
                      <a:pt x="163" y="30"/>
                      <a:pt x="161" y="31"/>
                      <a:pt x="161" y="32"/>
                    </a:cubicBezTo>
                    <a:cubicBezTo>
                      <a:pt x="161" y="32"/>
                      <a:pt x="165" y="34"/>
                      <a:pt x="166" y="34"/>
                    </a:cubicBezTo>
                    <a:cubicBezTo>
                      <a:pt x="166" y="34"/>
                      <a:pt x="165" y="31"/>
                      <a:pt x="167" y="32"/>
                    </a:cubicBezTo>
                    <a:cubicBezTo>
                      <a:pt x="168" y="32"/>
                      <a:pt x="168" y="33"/>
                      <a:pt x="169" y="32"/>
                    </a:cubicBezTo>
                    <a:cubicBezTo>
                      <a:pt x="170" y="32"/>
                      <a:pt x="176" y="28"/>
                      <a:pt x="176" y="30"/>
                    </a:cubicBezTo>
                    <a:cubicBezTo>
                      <a:pt x="176" y="31"/>
                      <a:pt x="173" y="32"/>
                      <a:pt x="172" y="33"/>
                    </a:cubicBezTo>
                    <a:cubicBezTo>
                      <a:pt x="171" y="34"/>
                      <a:pt x="169" y="34"/>
                      <a:pt x="167" y="34"/>
                    </a:cubicBezTo>
                    <a:cubicBezTo>
                      <a:pt x="166" y="35"/>
                      <a:pt x="163" y="37"/>
                      <a:pt x="165" y="38"/>
                    </a:cubicBezTo>
                    <a:cubicBezTo>
                      <a:pt x="167" y="38"/>
                      <a:pt x="167" y="39"/>
                      <a:pt x="166" y="41"/>
                    </a:cubicBezTo>
                    <a:cubicBezTo>
                      <a:pt x="166" y="42"/>
                      <a:pt x="168" y="42"/>
                      <a:pt x="168" y="43"/>
                    </a:cubicBezTo>
                    <a:cubicBezTo>
                      <a:pt x="169" y="44"/>
                      <a:pt x="169" y="46"/>
                      <a:pt x="167" y="44"/>
                    </a:cubicBezTo>
                    <a:cubicBezTo>
                      <a:pt x="165" y="42"/>
                      <a:pt x="167" y="46"/>
                      <a:pt x="166" y="45"/>
                    </a:cubicBezTo>
                    <a:cubicBezTo>
                      <a:pt x="165" y="45"/>
                      <a:pt x="163" y="42"/>
                      <a:pt x="162" y="43"/>
                    </a:cubicBezTo>
                    <a:cubicBezTo>
                      <a:pt x="164" y="42"/>
                      <a:pt x="167" y="43"/>
                      <a:pt x="164" y="41"/>
                    </a:cubicBezTo>
                    <a:cubicBezTo>
                      <a:pt x="165" y="41"/>
                      <a:pt x="166" y="40"/>
                      <a:pt x="164" y="39"/>
                    </a:cubicBezTo>
                    <a:cubicBezTo>
                      <a:pt x="166" y="40"/>
                      <a:pt x="161" y="40"/>
                      <a:pt x="162" y="40"/>
                    </a:cubicBezTo>
                    <a:cubicBezTo>
                      <a:pt x="162" y="39"/>
                      <a:pt x="162" y="39"/>
                      <a:pt x="163" y="39"/>
                    </a:cubicBezTo>
                    <a:cubicBezTo>
                      <a:pt x="163" y="38"/>
                      <a:pt x="160" y="40"/>
                      <a:pt x="160" y="40"/>
                    </a:cubicBezTo>
                    <a:cubicBezTo>
                      <a:pt x="159" y="40"/>
                      <a:pt x="160" y="38"/>
                      <a:pt x="159" y="37"/>
                    </a:cubicBezTo>
                    <a:cubicBezTo>
                      <a:pt x="159" y="37"/>
                      <a:pt x="157" y="37"/>
                      <a:pt x="157" y="37"/>
                    </a:cubicBezTo>
                    <a:cubicBezTo>
                      <a:pt x="155" y="37"/>
                      <a:pt x="155" y="34"/>
                      <a:pt x="153" y="35"/>
                    </a:cubicBezTo>
                    <a:cubicBezTo>
                      <a:pt x="151" y="37"/>
                      <a:pt x="150" y="37"/>
                      <a:pt x="147" y="37"/>
                    </a:cubicBezTo>
                    <a:cubicBezTo>
                      <a:pt x="143" y="37"/>
                      <a:pt x="140" y="37"/>
                      <a:pt x="136" y="37"/>
                    </a:cubicBezTo>
                    <a:cubicBezTo>
                      <a:pt x="135" y="37"/>
                      <a:pt x="128" y="37"/>
                      <a:pt x="128" y="36"/>
                    </a:cubicBezTo>
                    <a:cubicBezTo>
                      <a:pt x="127" y="36"/>
                      <a:pt x="130" y="34"/>
                      <a:pt x="131" y="33"/>
                    </a:cubicBezTo>
                    <a:cubicBezTo>
                      <a:pt x="132" y="32"/>
                      <a:pt x="133" y="33"/>
                      <a:pt x="135" y="33"/>
                    </a:cubicBezTo>
                    <a:cubicBezTo>
                      <a:pt x="136" y="32"/>
                      <a:pt x="133" y="30"/>
                      <a:pt x="133" y="30"/>
                    </a:cubicBezTo>
                    <a:cubicBezTo>
                      <a:pt x="131" y="28"/>
                      <a:pt x="130" y="28"/>
                      <a:pt x="128" y="27"/>
                    </a:cubicBezTo>
                    <a:cubicBezTo>
                      <a:pt x="127" y="27"/>
                      <a:pt x="126" y="26"/>
                      <a:pt x="125" y="27"/>
                    </a:cubicBezTo>
                    <a:cubicBezTo>
                      <a:pt x="124" y="28"/>
                      <a:pt x="123" y="29"/>
                      <a:pt x="122" y="28"/>
                    </a:cubicBezTo>
                    <a:cubicBezTo>
                      <a:pt x="119" y="26"/>
                      <a:pt x="116" y="26"/>
                      <a:pt x="113" y="25"/>
                    </a:cubicBezTo>
                    <a:cubicBezTo>
                      <a:pt x="109" y="24"/>
                      <a:pt x="106" y="24"/>
                      <a:pt x="102" y="22"/>
                    </a:cubicBezTo>
                    <a:cubicBezTo>
                      <a:pt x="99" y="20"/>
                      <a:pt x="97" y="19"/>
                      <a:pt x="93" y="19"/>
                    </a:cubicBezTo>
                    <a:cubicBezTo>
                      <a:pt x="92" y="19"/>
                      <a:pt x="91" y="19"/>
                      <a:pt x="90" y="20"/>
                    </a:cubicBezTo>
                    <a:cubicBezTo>
                      <a:pt x="89" y="21"/>
                      <a:pt x="88" y="23"/>
                      <a:pt x="87" y="23"/>
                    </a:cubicBezTo>
                    <a:cubicBezTo>
                      <a:pt x="86" y="23"/>
                      <a:pt x="83" y="24"/>
                      <a:pt x="83" y="23"/>
                    </a:cubicBezTo>
                    <a:cubicBezTo>
                      <a:pt x="83" y="22"/>
                      <a:pt x="85" y="21"/>
                      <a:pt x="85" y="20"/>
                    </a:cubicBezTo>
                    <a:cubicBezTo>
                      <a:pt x="85" y="20"/>
                      <a:pt x="82" y="21"/>
                      <a:pt x="82" y="20"/>
                    </a:cubicBezTo>
                    <a:cubicBezTo>
                      <a:pt x="83" y="19"/>
                      <a:pt x="83" y="18"/>
                      <a:pt x="82" y="17"/>
                    </a:cubicBezTo>
                    <a:cubicBezTo>
                      <a:pt x="82" y="15"/>
                      <a:pt x="78" y="17"/>
                      <a:pt x="78" y="18"/>
                    </a:cubicBezTo>
                    <a:cubicBezTo>
                      <a:pt x="78" y="18"/>
                      <a:pt x="80" y="17"/>
                      <a:pt x="80" y="18"/>
                    </a:cubicBezTo>
                    <a:cubicBezTo>
                      <a:pt x="81" y="18"/>
                      <a:pt x="77" y="20"/>
                      <a:pt x="80" y="20"/>
                    </a:cubicBezTo>
                    <a:cubicBezTo>
                      <a:pt x="79" y="20"/>
                      <a:pt x="78" y="20"/>
                      <a:pt x="78" y="22"/>
                    </a:cubicBezTo>
                    <a:cubicBezTo>
                      <a:pt x="78" y="23"/>
                      <a:pt x="77" y="24"/>
                      <a:pt x="76" y="23"/>
                    </a:cubicBezTo>
                    <a:cubicBezTo>
                      <a:pt x="73" y="22"/>
                      <a:pt x="72" y="21"/>
                      <a:pt x="71" y="18"/>
                    </a:cubicBezTo>
                    <a:cubicBezTo>
                      <a:pt x="70" y="16"/>
                      <a:pt x="68" y="15"/>
                      <a:pt x="66" y="13"/>
                    </a:cubicBezTo>
                    <a:cubicBezTo>
                      <a:pt x="65" y="13"/>
                      <a:pt x="64" y="11"/>
                      <a:pt x="63" y="12"/>
                    </a:cubicBezTo>
                    <a:cubicBezTo>
                      <a:pt x="63" y="14"/>
                      <a:pt x="66" y="15"/>
                      <a:pt x="67" y="16"/>
                    </a:cubicBezTo>
                    <a:cubicBezTo>
                      <a:pt x="67" y="15"/>
                      <a:pt x="63" y="16"/>
                      <a:pt x="63" y="17"/>
                    </a:cubicBezTo>
                    <a:cubicBezTo>
                      <a:pt x="62" y="18"/>
                      <a:pt x="63" y="18"/>
                      <a:pt x="62" y="19"/>
                    </a:cubicBezTo>
                    <a:cubicBezTo>
                      <a:pt x="61" y="19"/>
                      <a:pt x="60" y="21"/>
                      <a:pt x="59" y="20"/>
                    </a:cubicBezTo>
                    <a:cubicBezTo>
                      <a:pt x="59" y="20"/>
                      <a:pt x="59" y="19"/>
                      <a:pt x="59" y="19"/>
                    </a:cubicBezTo>
                    <a:cubicBezTo>
                      <a:pt x="59" y="18"/>
                      <a:pt x="54" y="20"/>
                      <a:pt x="54" y="21"/>
                    </a:cubicBezTo>
                    <a:cubicBezTo>
                      <a:pt x="53" y="22"/>
                      <a:pt x="52" y="23"/>
                      <a:pt x="50" y="24"/>
                    </a:cubicBezTo>
                    <a:cubicBezTo>
                      <a:pt x="49" y="25"/>
                      <a:pt x="50" y="22"/>
                      <a:pt x="49" y="22"/>
                    </a:cubicBezTo>
                    <a:cubicBezTo>
                      <a:pt x="48" y="22"/>
                      <a:pt x="47" y="23"/>
                      <a:pt x="46" y="23"/>
                    </a:cubicBezTo>
                    <a:cubicBezTo>
                      <a:pt x="45" y="23"/>
                      <a:pt x="45" y="25"/>
                      <a:pt x="44" y="25"/>
                    </a:cubicBezTo>
                    <a:cubicBezTo>
                      <a:pt x="43" y="25"/>
                      <a:pt x="40" y="27"/>
                      <a:pt x="41" y="27"/>
                    </a:cubicBezTo>
                    <a:cubicBezTo>
                      <a:pt x="41" y="28"/>
                      <a:pt x="43" y="28"/>
                      <a:pt x="40" y="29"/>
                    </a:cubicBezTo>
                    <a:cubicBezTo>
                      <a:pt x="40" y="29"/>
                      <a:pt x="37" y="29"/>
                      <a:pt x="37" y="28"/>
                    </a:cubicBezTo>
                    <a:cubicBezTo>
                      <a:pt x="37" y="27"/>
                      <a:pt x="40" y="26"/>
                      <a:pt x="40" y="26"/>
                    </a:cubicBezTo>
                    <a:cubicBezTo>
                      <a:pt x="41" y="24"/>
                      <a:pt x="43" y="23"/>
                      <a:pt x="44" y="22"/>
                    </a:cubicBezTo>
                    <a:cubicBezTo>
                      <a:pt x="46" y="21"/>
                      <a:pt x="47" y="21"/>
                      <a:pt x="49" y="22"/>
                    </a:cubicBezTo>
                    <a:cubicBezTo>
                      <a:pt x="48" y="22"/>
                      <a:pt x="56" y="18"/>
                      <a:pt x="56" y="18"/>
                    </a:cubicBezTo>
                    <a:cubicBezTo>
                      <a:pt x="58" y="17"/>
                      <a:pt x="57" y="16"/>
                      <a:pt x="56" y="16"/>
                    </a:cubicBezTo>
                    <a:cubicBezTo>
                      <a:pt x="54" y="16"/>
                      <a:pt x="52" y="16"/>
                      <a:pt x="50" y="17"/>
                    </a:cubicBezTo>
                    <a:cubicBezTo>
                      <a:pt x="49" y="17"/>
                      <a:pt x="49" y="19"/>
                      <a:pt x="47" y="19"/>
                    </a:cubicBezTo>
                    <a:cubicBezTo>
                      <a:pt x="46" y="19"/>
                      <a:pt x="44" y="20"/>
                      <a:pt x="43" y="20"/>
                    </a:cubicBezTo>
                    <a:cubicBezTo>
                      <a:pt x="41" y="20"/>
                      <a:pt x="36" y="25"/>
                      <a:pt x="35" y="24"/>
                    </a:cubicBezTo>
                    <a:cubicBezTo>
                      <a:pt x="34" y="24"/>
                      <a:pt x="36" y="23"/>
                      <a:pt x="36" y="22"/>
                    </a:cubicBezTo>
                    <a:cubicBezTo>
                      <a:pt x="36" y="22"/>
                      <a:pt x="33" y="21"/>
                      <a:pt x="33" y="21"/>
                    </a:cubicBezTo>
                    <a:cubicBezTo>
                      <a:pt x="33" y="21"/>
                      <a:pt x="30" y="23"/>
                      <a:pt x="29" y="23"/>
                    </a:cubicBezTo>
                    <a:cubicBezTo>
                      <a:pt x="28" y="23"/>
                      <a:pt x="26" y="24"/>
                      <a:pt x="25" y="25"/>
                    </a:cubicBezTo>
                    <a:cubicBezTo>
                      <a:pt x="24" y="25"/>
                      <a:pt x="26" y="26"/>
                      <a:pt x="26" y="26"/>
                    </a:cubicBezTo>
                    <a:cubicBezTo>
                      <a:pt x="27" y="26"/>
                      <a:pt x="26" y="27"/>
                      <a:pt x="26" y="27"/>
                    </a:cubicBezTo>
                    <a:cubicBezTo>
                      <a:pt x="26" y="28"/>
                      <a:pt x="30" y="27"/>
                      <a:pt x="30" y="27"/>
                    </a:cubicBezTo>
                    <a:cubicBezTo>
                      <a:pt x="31" y="26"/>
                      <a:pt x="33" y="25"/>
                      <a:pt x="34" y="24"/>
                    </a:cubicBezTo>
                    <a:cubicBezTo>
                      <a:pt x="29" y="26"/>
                      <a:pt x="34" y="27"/>
                      <a:pt x="33" y="29"/>
                    </a:cubicBezTo>
                    <a:cubicBezTo>
                      <a:pt x="33" y="29"/>
                      <a:pt x="32" y="28"/>
                      <a:pt x="32" y="28"/>
                    </a:cubicBezTo>
                    <a:cubicBezTo>
                      <a:pt x="30" y="27"/>
                      <a:pt x="29" y="28"/>
                      <a:pt x="28" y="29"/>
                    </a:cubicBezTo>
                    <a:cubicBezTo>
                      <a:pt x="27" y="29"/>
                      <a:pt x="23" y="28"/>
                      <a:pt x="21" y="28"/>
                    </a:cubicBezTo>
                    <a:cubicBezTo>
                      <a:pt x="19" y="28"/>
                      <a:pt x="16" y="26"/>
                      <a:pt x="14" y="25"/>
                    </a:cubicBezTo>
                    <a:cubicBezTo>
                      <a:pt x="13" y="25"/>
                      <a:pt x="12" y="24"/>
                      <a:pt x="11" y="24"/>
                    </a:cubicBezTo>
                    <a:cubicBezTo>
                      <a:pt x="10" y="23"/>
                      <a:pt x="9" y="21"/>
                      <a:pt x="10" y="21"/>
                    </a:cubicBezTo>
                    <a:cubicBezTo>
                      <a:pt x="9" y="21"/>
                      <a:pt x="7" y="21"/>
                      <a:pt x="6" y="22"/>
                    </a:cubicBezTo>
                    <a:cubicBezTo>
                      <a:pt x="4" y="22"/>
                      <a:pt x="2" y="22"/>
                      <a:pt x="0" y="21"/>
                    </a:cubicBezTo>
                    <a:cubicBezTo>
                      <a:pt x="0" y="41"/>
                      <a:pt x="0" y="61"/>
                      <a:pt x="0" y="80"/>
                    </a:cubicBezTo>
                    <a:cubicBezTo>
                      <a:pt x="0" y="85"/>
                      <a:pt x="0" y="89"/>
                      <a:pt x="0" y="94"/>
                    </a:cubicBezTo>
                    <a:cubicBezTo>
                      <a:pt x="0" y="95"/>
                      <a:pt x="0" y="96"/>
                      <a:pt x="0" y="97"/>
                    </a:cubicBezTo>
                    <a:cubicBezTo>
                      <a:pt x="0" y="99"/>
                      <a:pt x="2" y="97"/>
                      <a:pt x="3" y="97"/>
                    </a:cubicBezTo>
                    <a:cubicBezTo>
                      <a:pt x="5" y="98"/>
                      <a:pt x="5" y="97"/>
                      <a:pt x="7" y="97"/>
                    </a:cubicBezTo>
                    <a:cubicBezTo>
                      <a:pt x="9" y="97"/>
                      <a:pt x="9" y="98"/>
                      <a:pt x="10" y="99"/>
                    </a:cubicBezTo>
                    <a:cubicBezTo>
                      <a:pt x="11" y="101"/>
                      <a:pt x="16" y="107"/>
                      <a:pt x="18" y="107"/>
                    </a:cubicBezTo>
                    <a:cubicBezTo>
                      <a:pt x="19" y="107"/>
                      <a:pt x="21" y="106"/>
                      <a:pt x="22" y="105"/>
                    </a:cubicBezTo>
                    <a:cubicBezTo>
                      <a:pt x="23" y="104"/>
                      <a:pt x="22" y="103"/>
                      <a:pt x="23" y="102"/>
                    </a:cubicBezTo>
                    <a:cubicBezTo>
                      <a:pt x="24" y="102"/>
                      <a:pt x="28" y="101"/>
                      <a:pt x="28" y="102"/>
                    </a:cubicBezTo>
                    <a:cubicBezTo>
                      <a:pt x="30" y="104"/>
                      <a:pt x="32" y="105"/>
                      <a:pt x="33" y="107"/>
                    </a:cubicBezTo>
                    <a:cubicBezTo>
                      <a:pt x="35" y="109"/>
                      <a:pt x="37" y="110"/>
                      <a:pt x="38" y="112"/>
                    </a:cubicBezTo>
                    <a:cubicBezTo>
                      <a:pt x="39" y="113"/>
                      <a:pt x="39" y="114"/>
                      <a:pt x="40" y="116"/>
                    </a:cubicBezTo>
                    <a:cubicBezTo>
                      <a:pt x="42" y="118"/>
                      <a:pt x="43" y="122"/>
                      <a:pt x="46" y="124"/>
                    </a:cubicBezTo>
                    <a:cubicBezTo>
                      <a:pt x="48" y="126"/>
                      <a:pt x="52" y="127"/>
                      <a:pt x="54" y="128"/>
                    </a:cubicBezTo>
                    <a:cubicBezTo>
                      <a:pt x="56" y="129"/>
                      <a:pt x="53" y="130"/>
                      <a:pt x="54" y="132"/>
                    </a:cubicBezTo>
                    <a:cubicBezTo>
                      <a:pt x="55" y="132"/>
                      <a:pt x="56" y="132"/>
                      <a:pt x="56" y="133"/>
                    </a:cubicBezTo>
                    <a:cubicBezTo>
                      <a:pt x="56" y="133"/>
                      <a:pt x="55" y="136"/>
                      <a:pt x="56" y="135"/>
                    </a:cubicBezTo>
                    <a:cubicBezTo>
                      <a:pt x="55" y="136"/>
                      <a:pt x="53" y="136"/>
                      <a:pt x="53" y="138"/>
                    </a:cubicBezTo>
                    <a:cubicBezTo>
                      <a:pt x="52" y="139"/>
                      <a:pt x="55" y="141"/>
                      <a:pt x="56" y="141"/>
                    </a:cubicBezTo>
                    <a:cubicBezTo>
                      <a:pt x="56" y="141"/>
                      <a:pt x="54" y="143"/>
                      <a:pt x="54" y="143"/>
                    </a:cubicBezTo>
                    <a:cubicBezTo>
                      <a:pt x="54" y="143"/>
                      <a:pt x="53" y="142"/>
                      <a:pt x="53" y="141"/>
                    </a:cubicBezTo>
                    <a:cubicBezTo>
                      <a:pt x="52" y="141"/>
                      <a:pt x="53" y="143"/>
                      <a:pt x="53" y="143"/>
                    </a:cubicBezTo>
                    <a:cubicBezTo>
                      <a:pt x="54" y="144"/>
                      <a:pt x="53" y="145"/>
                      <a:pt x="54" y="146"/>
                    </a:cubicBezTo>
                    <a:cubicBezTo>
                      <a:pt x="55" y="148"/>
                      <a:pt x="55" y="148"/>
                      <a:pt x="57" y="147"/>
                    </a:cubicBezTo>
                    <a:cubicBezTo>
                      <a:pt x="57" y="147"/>
                      <a:pt x="58" y="147"/>
                      <a:pt x="58" y="147"/>
                    </a:cubicBezTo>
                    <a:cubicBezTo>
                      <a:pt x="59" y="147"/>
                      <a:pt x="59" y="145"/>
                      <a:pt x="59" y="145"/>
                    </a:cubicBezTo>
                    <a:cubicBezTo>
                      <a:pt x="59" y="145"/>
                      <a:pt x="60" y="147"/>
                      <a:pt x="61" y="147"/>
                    </a:cubicBezTo>
                    <a:cubicBezTo>
                      <a:pt x="61" y="147"/>
                      <a:pt x="60" y="149"/>
                      <a:pt x="60" y="150"/>
                    </a:cubicBezTo>
                    <a:cubicBezTo>
                      <a:pt x="59" y="151"/>
                      <a:pt x="59" y="152"/>
                      <a:pt x="61" y="151"/>
                    </a:cubicBezTo>
                    <a:cubicBezTo>
                      <a:pt x="61" y="150"/>
                      <a:pt x="62" y="150"/>
                      <a:pt x="62" y="150"/>
                    </a:cubicBezTo>
                    <a:cubicBezTo>
                      <a:pt x="63" y="150"/>
                      <a:pt x="63" y="149"/>
                      <a:pt x="63" y="149"/>
                    </a:cubicBezTo>
                    <a:cubicBezTo>
                      <a:pt x="65" y="148"/>
                      <a:pt x="64" y="151"/>
                      <a:pt x="64" y="152"/>
                    </a:cubicBezTo>
                    <a:cubicBezTo>
                      <a:pt x="64" y="153"/>
                      <a:pt x="65" y="154"/>
                      <a:pt x="66" y="154"/>
                    </a:cubicBezTo>
                    <a:cubicBezTo>
                      <a:pt x="67" y="154"/>
                      <a:pt x="68" y="152"/>
                      <a:pt x="69" y="152"/>
                    </a:cubicBezTo>
                    <a:cubicBezTo>
                      <a:pt x="69" y="152"/>
                      <a:pt x="68" y="153"/>
                      <a:pt x="68" y="153"/>
                    </a:cubicBezTo>
                    <a:cubicBezTo>
                      <a:pt x="68" y="153"/>
                      <a:pt x="70" y="154"/>
                      <a:pt x="70" y="154"/>
                    </a:cubicBezTo>
                    <a:cubicBezTo>
                      <a:pt x="70" y="154"/>
                      <a:pt x="63" y="156"/>
                      <a:pt x="66" y="158"/>
                    </a:cubicBezTo>
                    <a:cubicBezTo>
                      <a:pt x="66" y="158"/>
                      <a:pt x="72" y="157"/>
                      <a:pt x="71" y="158"/>
                    </a:cubicBezTo>
                    <a:cubicBezTo>
                      <a:pt x="71" y="158"/>
                      <a:pt x="66" y="158"/>
                      <a:pt x="67" y="160"/>
                    </a:cubicBezTo>
                    <a:cubicBezTo>
                      <a:pt x="67" y="160"/>
                      <a:pt x="69" y="160"/>
                      <a:pt x="69" y="160"/>
                    </a:cubicBezTo>
                    <a:cubicBezTo>
                      <a:pt x="68" y="161"/>
                      <a:pt x="66" y="161"/>
                      <a:pt x="67" y="162"/>
                    </a:cubicBezTo>
                    <a:cubicBezTo>
                      <a:pt x="69" y="163"/>
                      <a:pt x="71" y="163"/>
                      <a:pt x="72" y="163"/>
                    </a:cubicBezTo>
                    <a:cubicBezTo>
                      <a:pt x="74" y="163"/>
                      <a:pt x="73" y="164"/>
                      <a:pt x="74" y="164"/>
                    </a:cubicBezTo>
                    <a:cubicBezTo>
                      <a:pt x="76" y="165"/>
                      <a:pt x="76" y="162"/>
                      <a:pt x="77" y="162"/>
                    </a:cubicBezTo>
                    <a:cubicBezTo>
                      <a:pt x="78" y="162"/>
                      <a:pt x="77" y="164"/>
                      <a:pt x="77" y="164"/>
                    </a:cubicBezTo>
                    <a:cubicBezTo>
                      <a:pt x="76" y="165"/>
                      <a:pt x="76" y="165"/>
                      <a:pt x="77" y="166"/>
                    </a:cubicBezTo>
                    <a:cubicBezTo>
                      <a:pt x="80" y="168"/>
                      <a:pt x="81" y="163"/>
                      <a:pt x="81" y="163"/>
                    </a:cubicBezTo>
                    <a:cubicBezTo>
                      <a:pt x="81" y="163"/>
                      <a:pt x="81" y="166"/>
                      <a:pt x="80" y="166"/>
                    </a:cubicBezTo>
                    <a:cubicBezTo>
                      <a:pt x="80" y="167"/>
                      <a:pt x="82" y="166"/>
                      <a:pt x="83" y="166"/>
                    </a:cubicBezTo>
                    <a:cubicBezTo>
                      <a:pt x="82" y="168"/>
                      <a:pt x="81" y="169"/>
                      <a:pt x="83" y="170"/>
                    </a:cubicBezTo>
                    <a:cubicBezTo>
                      <a:pt x="85" y="171"/>
                      <a:pt x="86" y="168"/>
                      <a:pt x="86" y="168"/>
                    </a:cubicBezTo>
                    <a:cubicBezTo>
                      <a:pt x="86" y="168"/>
                      <a:pt x="86" y="169"/>
                      <a:pt x="86" y="170"/>
                    </a:cubicBezTo>
                    <a:cubicBezTo>
                      <a:pt x="87" y="172"/>
                      <a:pt x="86" y="171"/>
                      <a:pt x="85" y="171"/>
                    </a:cubicBezTo>
                    <a:cubicBezTo>
                      <a:pt x="84" y="172"/>
                      <a:pt x="90" y="173"/>
                      <a:pt x="89" y="171"/>
                    </a:cubicBezTo>
                    <a:cubicBezTo>
                      <a:pt x="91" y="174"/>
                      <a:pt x="90" y="176"/>
                      <a:pt x="94" y="176"/>
                    </a:cubicBezTo>
                    <a:cubicBezTo>
                      <a:pt x="97" y="176"/>
                      <a:pt x="99" y="176"/>
                      <a:pt x="102" y="176"/>
                    </a:cubicBezTo>
                    <a:cubicBezTo>
                      <a:pt x="113" y="176"/>
                      <a:pt x="123" y="176"/>
                      <a:pt x="133" y="176"/>
                    </a:cubicBezTo>
                    <a:cubicBezTo>
                      <a:pt x="158" y="176"/>
                      <a:pt x="183" y="176"/>
                      <a:pt x="208" y="176"/>
                    </a:cubicBezTo>
                    <a:cubicBezTo>
                      <a:pt x="213" y="176"/>
                      <a:pt x="218" y="176"/>
                      <a:pt x="223" y="176"/>
                    </a:cubicBezTo>
                    <a:cubicBezTo>
                      <a:pt x="224" y="176"/>
                      <a:pt x="229" y="177"/>
                      <a:pt x="229" y="174"/>
                    </a:cubicBezTo>
                    <a:close/>
                    <a:moveTo>
                      <a:pt x="112" y="54"/>
                    </a:moveTo>
                    <a:cubicBezTo>
                      <a:pt x="110" y="54"/>
                      <a:pt x="108" y="53"/>
                      <a:pt x="106" y="54"/>
                    </a:cubicBezTo>
                    <a:cubicBezTo>
                      <a:pt x="104" y="57"/>
                      <a:pt x="108" y="56"/>
                      <a:pt x="108" y="57"/>
                    </a:cubicBezTo>
                    <a:cubicBezTo>
                      <a:pt x="108" y="56"/>
                      <a:pt x="100" y="60"/>
                      <a:pt x="100" y="60"/>
                    </a:cubicBezTo>
                    <a:cubicBezTo>
                      <a:pt x="98" y="59"/>
                      <a:pt x="107" y="53"/>
                      <a:pt x="99" y="56"/>
                    </a:cubicBezTo>
                    <a:cubicBezTo>
                      <a:pt x="98" y="56"/>
                      <a:pt x="97" y="57"/>
                      <a:pt x="97" y="57"/>
                    </a:cubicBezTo>
                    <a:cubicBezTo>
                      <a:pt x="96" y="58"/>
                      <a:pt x="97" y="59"/>
                      <a:pt x="96" y="60"/>
                    </a:cubicBezTo>
                    <a:cubicBezTo>
                      <a:pt x="95" y="60"/>
                      <a:pt x="88" y="59"/>
                      <a:pt x="88" y="59"/>
                    </a:cubicBezTo>
                    <a:cubicBezTo>
                      <a:pt x="88" y="58"/>
                      <a:pt x="91" y="59"/>
                      <a:pt x="91" y="58"/>
                    </a:cubicBezTo>
                    <a:cubicBezTo>
                      <a:pt x="92" y="57"/>
                      <a:pt x="91" y="57"/>
                      <a:pt x="92" y="56"/>
                    </a:cubicBezTo>
                    <a:cubicBezTo>
                      <a:pt x="92" y="55"/>
                      <a:pt x="94" y="54"/>
                      <a:pt x="94" y="54"/>
                    </a:cubicBezTo>
                    <a:cubicBezTo>
                      <a:pt x="94" y="53"/>
                      <a:pt x="91" y="52"/>
                      <a:pt x="94" y="52"/>
                    </a:cubicBezTo>
                    <a:cubicBezTo>
                      <a:pt x="94" y="52"/>
                      <a:pt x="98" y="53"/>
                      <a:pt x="98" y="52"/>
                    </a:cubicBezTo>
                    <a:cubicBezTo>
                      <a:pt x="98" y="51"/>
                      <a:pt x="93" y="50"/>
                      <a:pt x="92" y="50"/>
                    </a:cubicBezTo>
                    <a:cubicBezTo>
                      <a:pt x="91" y="50"/>
                      <a:pt x="89" y="51"/>
                      <a:pt x="87" y="51"/>
                    </a:cubicBezTo>
                    <a:cubicBezTo>
                      <a:pt x="86" y="51"/>
                      <a:pt x="84" y="50"/>
                      <a:pt x="82" y="51"/>
                    </a:cubicBezTo>
                    <a:cubicBezTo>
                      <a:pt x="81" y="51"/>
                      <a:pt x="79" y="53"/>
                      <a:pt x="80" y="51"/>
                    </a:cubicBezTo>
                    <a:cubicBezTo>
                      <a:pt x="81" y="49"/>
                      <a:pt x="83" y="50"/>
                      <a:pt x="84" y="49"/>
                    </a:cubicBezTo>
                    <a:cubicBezTo>
                      <a:pt x="86" y="49"/>
                      <a:pt x="89" y="48"/>
                      <a:pt x="91" y="47"/>
                    </a:cubicBezTo>
                    <a:cubicBezTo>
                      <a:pt x="95" y="46"/>
                      <a:pt x="99" y="46"/>
                      <a:pt x="102" y="44"/>
                    </a:cubicBezTo>
                    <a:cubicBezTo>
                      <a:pt x="104" y="44"/>
                      <a:pt x="107" y="43"/>
                      <a:pt x="108" y="45"/>
                    </a:cubicBezTo>
                    <a:cubicBezTo>
                      <a:pt x="109" y="46"/>
                      <a:pt x="105" y="47"/>
                      <a:pt x="104" y="48"/>
                    </a:cubicBezTo>
                    <a:cubicBezTo>
                      <a:pt x="102" y="49"/>
                      <a:pt x="110" y="49"/>
                      <a:pt x="111" y="49"/>
                    </a:cubicBezTo>
                    <a:cubicBezTo>
                      <a:pt x="111" y="49"/>
                      <a:pt x="113" y="49"/>
                      <a:pt x="113" y="49"/>
                    </a:cubicBezTo>
                    <a:cubicBezTo>
                      <a:pt x="114" y="48"/>
                      <a:pt x="116" y="46"/>
                      <a:pt x="117" y="47"/>
                    </a:cubicBezTo>
                    <a:cubicBezTo>
                      <a:pt x="118" y="48"/>
                      <a:pt x="113" y="54"/>
                      <a:pt x="112" y="54"/>
                    </a:cubicBezTo>
                    <a:cubicBezTo>
                      <a:pt x="110" y="54"/>
                      <a:pt x="114" y="54"/>
                      <a:pt x="112" y="54"/>
                    </a:cubicBezTo>
                    <a:close/>
                    <a:moveTo>
                      <a:pt x="157" y="78"/>
                    </a:moveTo>
                    <a:cubicBezTo>
                      <a:pt x="157" y="78"/>
                      <a:pt x="152" y="78"/>
                      <a:pt x="153" y="78"/>
                    </a:cubicBezTo>
                    <a:cubicBezTo>
                      <a:pt x="153" y="79"/>
                      <a:pt x="155" y="78"/>
                      <a:pt x="155" y="79"/>
                    </a:cubicBezTo>
                    <a:cubicBezTo>
                      <a:pt x="155" y="80"/>
                      <a:pt x="151" y="81"/>
                      <a:pt x="150" y="81"/>
                    </a:cubicBezTo>
                    <a:cubicBezTo>
                      <a:pt x="148" y="81"/>
                      <a:pt x="147" y="83"/>
                      <a:pt x="145" y="84"/>
                    </a:cubicBezTo>
                    <a:cubicBezTo>
                      <a:pt x="145" y="84"/>
                      <a:pt x="141" y="84"/>
                      <a:pt x="142" y="85"/>
                    </a:cubicBezTo>
                    <a:cubicBezTo>
                      <a:pt x="142" y="86"/>
                      <a:pt x="145" y="86"/>
                      <a:pt x="142" y="88"/>
                    </a:cubicBezTo>
                    <a:cubicBezTo>
                      <a:pt x="141" y="88"/>
                      <a:pt x="137" y="88"/>
                      <a:pt x="137" y="89"/>
                    </a:cubicBezTo>
                    <a:cubicBezTo>
                      <a:pt x="136" y="89"/>
                      <a:pt x="137" y="90"/>
                      <a:pt x="137" y="90"/>
                    </a:cubicBezTo>
                    <a:cubicBezTo>
                      <a:pt x="137" y="92"/>
                      <a:pt x="135" y="92"/>
                      <a:pt x="134" y="92"/>
                    </a:cubicBezTo>
                    <a:cubicBezTo>
                      <a:pt x="131" y="93"/>
                      <a:pt x="128" y="93"/>
                      <a:pt x="125" y="93"/>
                    </a:cubicBezTo>
                    <a:cubicBezTo>
                      <a:pt x="125" y="93"/>
                      <a:pt x="120" y="90"/>
                      <a:pt x="120" y="90"/>
                    </a:cubicBezTo>
                    <a:cubicBezTo>
                      <a:pt x="122" y="89"/>
                      <a:pt x="125" y="90"/>
                      <a:pt x="126" y="89"/>
                    </a:cubicBezTo>
                    <a:cubicBezTo>
                      <a:pt x="127" y="89"/>
                      <a:pt x="126" y="87"/>
                      <a:pt x="127" y="87"/>
                    </a:cubicBezTo>
                    <a:cubicBezTo>
                      <a:pt x="128" y="85"/>
                      <a:pt x="130" y="86"/>
                      <a:pt x="131" y="85"/>
                    </a:cubicBezTo>
                    <a:cubicBezTo>
                      <a:pt x="132" y="85"/>
                      <a:pt x="130" y="83"/>
                      <a:pt x="130" y="83"/>
                    </a:cubicBezTo>
                    <a:cubicBezTo>
                      <a:pt x="128" y="82"/>
                      <a:pt x="128" y="82"/>
                      <a:pt x="128" y="81"/>
                    </a:cubicBezTo>
                    <a:cubicBezTo>
                      <a:pt x="128" y="79"/>
                      <a:pt x="126" y="80"/>
                      <a:pt x="126" y="79"/>
                    </a:cubicBezTo>
                    <a:cubicBezTo>
                      <a:pt x="125" y="78"/>
                      <a:pt x="128" y="79"/>
                      <a:pt x="128" y="79"/>
                    </a:cubicBezTo>
                    <a:cubicBezTo>
                      <a:pt x="131" y="80"/>
                      <a:pt x="134" y="81"/>
                      <a:pt x="136" y="82"/>
                    </a:cubicBezTo>
                    <a:cubicBezTo>
                      <a:pt x="138" y="84"/>
                      <a:pt x="142" y="83"/>
                      <a:pt x="144" y="82"/>
                    </a:cubicBezTo>
                    <a:cubicBezTo>
                      <a:pt x="147" y="81"/>
                      <a:pt x="148" y="78"/>
                      <a:pt x="152" y="77"/>
                    </a:cubicBezTo>
                    <a:cubicBezTo>
                      <a:pt x="153" y="76"/>
                      <a:pt x="155" y="76"/>
                      <a:pt x="157" y="77"/>
                    </a:cubicBezTo>
                    <a:cubicBezTo>
                      <a:pt x="157" y="77"/>
                      <a:pt x="160" y="78"/>
                      <a:pt x="160" y="78"/>
                    </a:cubicBezTo>
                    <a:cubicBezTo>
                      <a:pt x="160" y="78"/>
                      <a:pt x="158" y="78"/>
                      <a:pt x="157" y="78"/>
                    </a:cubicBezTo>
                    <a:close/>
                    <a:moveTo>
                      <a:pt x="222" y="165"/>
                    </a:moveTo>
                    <a:cubicBezTo>
                      <a:pt x="221" y="167"/>
                      <a:pt x="219" y="163"/>
                      <a:pt x="219" y="162"/>
                    </a:cubicBezTo>
                    <a:cubicBezTo>
                      <a:pt x="219" y="160"/>
                      <a:pt x="221" y="159"/>
                      <a:pt x="221" y="157"/>
                    </a:cubicBezTo>
                    <a:cubicBezTo>
                      <a:pt x="220" y="156"/>
                      <a:pt x="219" y="159"/>
                      <a:pt x="218" y="158"/>
                    </a:cubicBezTo>
                    <a:cubicBezTo>
                      <a:pt x="218" y="157"/>
                      <a:pt x="218" y="154"/>
                      <a:pt x="216" y="154"/>
                    </a:cubicBezTo>
                    <a:cubicBezTo>
                      <a:pt x="216" y="154"/>
                      <a:pt x="216" y="156"/>
                      <a:pt x="215" y="156"/>
                    </a:cubicBezTo>
                    <a:cubicBezTo>
                      <a:pt x="214" y="155"/>
                      <a:pt x="214" y="154"/>
                      <a:pt x="213" y="153"/>
                    </a:cubicBezTo>
                    <a:cubicBezTo>
                      <a:pt x="212" y="152"/>
                      <a:pt x="211" y="151"/>
                      <a:pt x="210" y="150"/>
                    </a:cubicBezTo>
                    <a:cubicBezTo>
                      <a:pt x="209" y="149"/>
                      <a:pt x="212" y="149"/>
                      <a:pt x="212" y="148"/>
                    </a:cubicBezTo>
                    <a:cubicBezTo>
                      <a:pt x="211" y="147"/>
                      <a:pt x="209" y="148"/>
                      <a:pt x="209" y="147"/>
                    </a:cubicBezTo>
                    <a:cubicBezTo>
                      <a:pt x="209" y="146"/>
                      <a:pt x="210" y="143"/>
                      <a:pt x="210" y="142"/>
                    </a:cubicBezTo>
                    <a:cubicBezTo>
                      <a:pt x="212" y="140"/>
                      <a:pt x="217" y="147"/>
                      <a:pt x="217" y="148"/>
                    </a:cubicBezTo>
                    <a:cubicBezTo>
                      <a:pt x="218" y="150"/>
                      <a:pt x="219" y="151"/>
                      <a:pt x="219" y="153"/>
                    </a:cubicBezTo>
                    <a:cubicBezTo>
                      <a:pt x="220" y="155"/>
                      <a:pt x="220" y="154"/>
                      <a:pt x="221" y="156"/>
                    </a:cubicBezTo>
                    <a:cubicBezTo>
                      <a:pt x="221" y="157"/>
                      <a:pt x="222" y="158"/>
                      <a:pt x="222" y="159"/>
                    </a:cubicBezTo>
                    <a:cubicBezTo>
                      <a:pt x="223" y="161"/>
                      <a:pt x="222" y="163"/>
                      <a:pt x="222" y="165"/>
                    </a:cubicBezTo>
                    <a:cubicBezTo>
                      <a:pt x="221" y="166"/>
                      <a:pt x="222" y="164"/>
                      <a:pt x="222" y="16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7" name="Freeform 643">
                <a:extLst>
                  <a:ext uri="{FF2B5EF4-FFF2-40B4-BE49-F238E27FC236}">
                    <a16:creationId xmlns:a16="http://schemas.microsoft.com/office/drawing/2014/main" id="{F36C98D0-EB6A-2112-6ED2-AEA93C42F41A}"/>
                  </a:ext>
                </a:extLst>
              </p:cNvPr>
              <p:cNvSpPr>
                <a:spLocks/>
              </p:cNvSpPr>
              <p:nvPr/>
            </p:nvSpPr>
            <p:spPr bwMode="auto">
              <a:xfrm>
                <a:off x="17343512" y="9466307"/>
                <a:ext cx="95541" cy="82827"/>
              </a:xfrm>
              <a:custGeom>
                <a:avLst/>
                <a:gdLst>
                  <a:gd name="T0" fmla="*/ 9 w 10"/>
                  <a:gd name="T1" fmla="*/ 0 h 9"/>
                  <a:gd name="T2" fmla="*/ 2 w 10"/>
                  <a:gd name="T3" fmla="*/ 7 h 9"/>
                  <a:gd name="T4" fmla="*/ 10 w 10"/>
                  <a:gd name="T5" fmla="*/ 3 h 9"/>
                  <a:gd name="T6" fmla="*/ 9 w 10"/>
                  <a:gd name="T7" fmla="*/ 0 h 9"/>
                </a:gdLst>
                <a:ahLst/>
                <a:cxnLst>
                  <a:cxn ang="0">
                    <a:pos x="T0" y="T1"/>
                  </a:cxn>
                  <a:cxn ang="0">
                    <a:pos x="T2" y="T3"/>
                  </a:cxn>
                  <a:cxn ang="0">
                    <a:pos x="T4" y="T5"/>
                  </a:cxn>
                  <a:cxn ang="0">
                    <a:pos x="T6" y="T7"/>
                  </a:cxn>
                </a:cxnLst>
                <a:rect l="0" t="0" r="r" b="b"/>
                <a:pathLst>
                  <a:path w="10" h="9">
                    <a:moveTo>
                      <a:pt x="9" y="0"/>
                    </a:moveTo>
                    <a:cubicBezTo>
                      <a:pt x="7" y="1"/>
                      <a:pt x="0" y="4"/>
                      <a:pt x="2" y="7"/>
                    </a:cubicBezTo>
                    <a:cubicBezTo>
                      <a:pt x="4" y="9"/>
                      <a:pt x="9" y="3"/>
                      <a:pt x="10" y="3"/>
                    </a:cubicBezTo>
                    <a:cubicBezTo>
                      <a:pt x="10" y="2"/>
                      <a:pt x="9" y="1"/>
                      <a:pt x="9"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8" name="Freeform 644">
                <a:extLst>
                  <a:ext uri="{FF2B5EF4-FFF2-40B4-BE49-F238E27FC236}">
                    <a16:creationId xmlns:a16="http://schemas.microsoft.com/office/drawing/2014/main" id="{461E7E90-48E0-D70F-71B0-C88554CCA6F6}"/>
                  </a:ext>
                </a:extLst>
              </p:cNvPr>
              <p:cNvSpPr>
                <a:spLocks/>
              </p:cNvSpPr>
              <p:nvPr/>
            </p:nvSpPr>
            <p:spPr bwMode="auto">
              <a:xfrm>
                <a:off x="17419944" y="9447193"/>
                <a:ext cx="121018" cy="44598"/>
              </a:xfrm>
              <a:custGeom>
                <a:avLst/>
                <a:gdLst>
                  <a:gd name="T0" fmla="*/ 12 w 13"/>
                  <a:gd name="T1" fmla="*/ 0 h 5"/>
                  <a:gd name="T2" fmla="*/ 7 w 13"/>
                  <a:gd name="T3" fmla="*/ 0 h 5"/>
                  <a:gd name="T4" fmla="*/ 1 w 13"/>
                  <a:gd name="T5" fmla="*/ 2 h 5"/>
                  <a:gd name="T6" fmla="*/ 5 w 13"/>
                  <a:gd name="T7" fmla="*/ 3 h 5"/>
                  <a:gd name="T8" fmla="*/ 12 w 13"/>
                  <a:gd name="T9" fmla="*/ 0 h 5"/>
                </a:gdLst>
                <a:ahLst/>
                <a:cxnLst>
                  <a:cxn ang="0">
                    <a:pos x="T0" y="T1"/>
                  </a:cxn>
                  <a:cxn ang="0">
                    <a:pos x="T2" y="T3"/>
                  </a:cxn>
                  <a:cxn ang="0">
                    <a:pos x="T4" y="T5"/>
                  </a:cxn>
                  <a:cxn ang="0">
                    <a:pos x="T6" y="T7"/>
                  </a:cxn>
                  <a:cxn ang="0">
                    <a:pos x="T8" y="T9"/>
                  </a:cxn>
                </a:cxnLst>
                <a:rect l="0" t="0" r="r" b="b"/>
                <a:pathLst>
                  <a:path w="13" h="5">
                    <a:moveTo>
                      <a:pt x="12" y="0"/>
                    </a:moveTo>
                    <a:cubicBezTo>
                      <a:pt x="13" y="0"/>
                      <a:pt x="7" y="0"/>
                      <a:pt x="7" y="0"/>
                    </a:cubicBezTo>
                    <a:cubicBezTo>
                      <a:pt x="6" y="0"/>
                      <a:pt x="0" y="1"/>
                      <a:pt x="1" y="2"/>
                    </a:cubicBezTo>
                    <a:cubicBezTo>
                      <a:pt x="3" y="5"/>
                      <a:pt x="2" y="5"/>
                      <a:pt x="5" y="3"/>
                    </a:cubicBezTo>
                    <a:cubicBezTo>
                      <a:pt x="8" y="2"/>
                      <a:pt x="10" y="2"/>
                      <a:pt x="1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49" name="Freeform 645">
                <a:extLst>
                  <a:ext uri="{FF2B5EF4-FFF2-40B4-BE49-F238E27FC236}">
                    <a16:creationId xmlns:a16="http://schemas.microsoft.com/office/drawing/2014/main" id="{51CD8138-24A0-AD80-5D1D-730A0632ECC1}"/>
                  </a:ext>
                </a:extLst>
              </p:cNvPr>
              <p:cNvSpPr>
                <a:spLocks/>
              </p:cNvSpPr>
              <p:nvPr/>
            </p:nvSpPr>
            <p:spPr bwMode="auto">
              <a:xfrm>
                <a:off x="12273444" y="6414553"/>
                <a:ext cx="289811" cy="159279"/>
              </a:xfrm>
              <a:custGeom>
                <a:avLst/>
                <a:gdLst>
                  <a:gd name="T0" fmla="*/ 10 w 31"/>
                  <a:gd name="T1" fmla="*/ 17 h 17"/>
                  <a:gd name="T2" fmla="*/ 13 w 31"/>
                  <a:gd name="T3" fmla="*/ 14 h 17"/>
                  <a:gd name="T4" fmla="*/ 18 w 31"/>
                  <a:gd name="T5" fmla="*/ 16 h 17"/>
                  <a:gd name="T6" fmla="*/ 21 w 31"/>
                  <a:gd name="T7" fmla="*/ 16 h 17"/>
                  <a:gd name="T8" fmla="*/ 23 w 31"/>
                  <a:gd name="T9" fmla="*/ 15 h 17"/>
                  <a:gd name="T10" fmla="*/ 29 w 31"/>
                  <a:gd name="T11" fmla="*/ 11 h 17"/>
                  <a:gd name="T12" fmla="*/ 27 w 31"/>
                  <a:gd name="T13" fmla="*/ 7 h 17"/>
                  <a:gd name="T14" fmla="*/ 21 w 31"/>
                  <a:gd name="T15" fmla="*/ 5 h 17"/>
                  <a:gd name="T16" fmla="*/ 17 w 31"/>
                  <a:gd name="T17" fmla="*/ 3 h 17"/>
                  <a:gd name="T18" fmla="*/ 13 w 31"/>
                  <a:gd name="T19" fmla="*/ 0 h 17"/>
                  <a:gd name="T20" fmla="*/ 11 w 31"/>
                  <a:gd name="T21" fmla="*/ 2 h 17"/>
                  <a:gd name="T22" fmla="*/ 8 w 31"/>
                  <a:gd name="T23" fmla="*/ 2 h 17"/>
                  <a:gd name="T24" fmla="*/ 0 w 31"/>
                  <a:gd name="T25" fmla="*/ 6 h 17"/>
                  <a:gd name="T26" fmla="*/ 2 w 31"/>
                  <a:gd name="T27" fmla="*/ 10 h 17"/>
                  <a:gd name="T28" fmla="*/ 4 w 31"/>
                  <a:gd name="T29" fmla="*/ 13 h 17"/>
                  <a:gd name="T30" fmla="*/ 10 w 31"/>
                  <a:gd name="T31"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17">
                    <a:moveTo>
                      <a:pt x="10" y="17"/>
                    </a:moveTo>
                    <a:cubicBezTo>
                      <a:pt x="12" y="17"/>
                      <a:pt x="11" y="14"/>
                      <a:pt x="13" y="14"/>
                    </a:cubicBezTo>
                    <a:cubicBezTo>
                      <a:pt x="15" y="14"/>
                      <a:pt x="16" y="16"/>
                      <a:pt x="18" y="16"/>
                    </a:cubicBezTo>
                    <a:cubicBezTo>
                      <a:pt x="19" y="16"/>
                      <a:pt x="20" y="16"/>
                      <a:pt x="21" y="16"/>
                    </a:cubicBezTo>
                    <a:cubicBezTo>
                      <a:pt x="22" y="16"/>
                      <a:pt x="23" y="15"/>
                      <a:pt x="23" y="15"/>
                    </a:cubicBezTo>
                    <a:cubicBezTo>
                      <a:pt x="26" y="14"/>
                      <a:pt x="27" y="13"/>
                      <a:pt x="29" y="11"/>
                    </a:cubicBezTo>
                    <a:cubicBezTo>
                      <a:pt x="31" y="9"/>
                      <a:pt x="29" y="8"/>
                      <a:pt x="27" y="7"/>
                    </a:cubicBezTo>
                    <a:cubicBezTo>
                      <a:pt x="25" y="6"/>
                      <a:pt x="22" y="3"/>
                      <a:pt x="21" y="5"/>
                    </a:cubicBezTo>
                    <a:cubicBezTo>
                      <a:pt x="19" y="8"/>
                      <a:pt x="18" y="4"/>
                      <a:pt x="17" y="3"/>
                    </a:cubicBezTo>
                    <a:cubicBezTo>
                      <a:pt x="16" y="2"/>
                      <a:pt x="13" y="3"/>
                      <a:pt x="13" y="0"/>
                    </a:cubicBezTo>
                    <a:cubicBezTo>
                      <a:pt x="13" y="1"/>
                      <a:pt x="12" y="3"/>
                      <a:pt x="11" y="2"/>
                    </a:cubicBezTo>
                    <a:cubicBezTo>
                      <a:pt x="9" y="0"/>
                      <a:pt x="9" y="0"/>
                      <a:pt x="8" y="2"/>
                    </a:cubicBezTo>
                    <a:cubicBezTo>
                      <a:pt x="7" y="3"/>
                      <a:pt x="0" y="5"/>
                      <a:pt x="0" y="6"/>
                    </a:cubicBezTo>
                    <a:cubicBezTo>
                      <a:pt x="0" y="6"/>
                      <a:pt x="1" y="9"/>
                      <a:pt x="2" y="10"/>
                    </a:cubicBezTo>
                    <a:cubicBezTo>
                      <a:pt x="2" y="11"/>
                      <a:pt x="3" y="12"/>
                      <a:pt x="4" y="13"/>
                    </a:cubicBezTo>
                    <a:cubicBezTo>
                      <a:pt x="6" y="14"/>
                      <a:pt x="8" y="17"/>
                      <a:pt x="10" y="1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0" name="Freeform 646">
                <a:extLst>
                  <a:ext uri="{FF2B5EF4-FFF2-40B4-BE49-F238E27FC236}">
                    <a16:creationId xmlns:a16="http://schemas.microsoft.com/office/drawing/2014/main" id="{E0519964-6601-5D12-A43E-B28F9CF83B17}"/>
                  </a:ext>
                </a:extLst>
              </p:cNvPr>
              <p:cNvSpPr>
                <a:spLocks/>
              </p:cNvSpPr>
              <p:nvPr/>
            </p:nvSpPr>
            <p:spPr bwMode="auto">
              <a:xfrm>
                <a:off x="12142870" y="6545160"/>
                <a:ext cx="347132" cy="149721"/>
              </a:xfrm>
              <a:custGeom>
                <a:avLst/>
                <a:gdLst>
                  <a:gd name="T0" fmla="*/ 32 w 37"/>
                  <a:gd name="T1" fmla="*/ 2 h 16"/>
                  <a:gd name="T2" fmla="*/ 27 w 37"/>
                  <a:gd name="T3" fmla="*/ 0 h 16"/>
                  <a:gd name="T4" fmla="*/ 24 w 37"/>
                  <a:gd name="T5" fmla="*/ 3 h 16"/>
                  <a:gd name="T6" fmla="*/ 20 w 37"/>
                  <a:gd name="T7" fmla="*/ 3 h 16"/>
                  <a:gd name="T8" fmla="*/ 17 w 37"/>
                  <a:gd name="T9" fmla="*/ 7 h 16"/>
                  <a:gd name="T10" fmla="*/ 16 w 37"/>
                  <a:gd name="T11" fmla="*/ 9 h 16"/>
                  <a:gd name="T12" fmla="*/ 13 w 37"/>
                  <a:gd name="T13" fmla="*/ 9 h 16"/>
                  <a:gd name="T14" fmla="*/ 9 w 37"/>
                  <a:gd name="T15" fmla="*/ 10 h 16"/>
                  <a:gd name="T16" fmla="*/ 5 w 37"/>
                  <a:gd name="T17" fmla="*/ 11 h 16"/>
                  <a:gd name="T18" fmla="*/ 0 w 37"/>
                  <a:gd name="T19" fmla="*/ 9 h 16"/>
                  <a:gd name="T20" fmla="*/ 4 w 37"/>
                  <a:gd name="T21" fmla="*/ 13 h 16"/>
                  <a:gd name="T22" fmla="*/ 6 w 37"/>
                  <a:gd name="T23" fmla="*/ 13 h 16"/>
                  <a:gd name="T24" fmla="*/ 8 w 37"/>
                  <a:gd name="T25" fmla="*/ 14 h 16"/>
                  <a:gd name="T26" fmla="*/ 12 w 37"/>
                  <a:gd name="T27" fmla="*/ 13 h 16"/>
                  <a:gd name="T28" fmla="*/ 15 w 37"/>
                  <a:gd name="T29" fmla="*/ 15 h 16"/>
                  <a:gd name="T30" fmla="*/ 22 w 37"/>
                  <a:gd name="T31" fmla="*/ 16 h 16"/>
                  <a:gd name="T32" fmla="*/ 29 w 37"/>
                  <a:gd name="T33" fmla="*/ 14 h 16"/>
                  <a:gd name="T34" fmla="*/ 33 w 37"/>
                  <a:gd name="T35" fmla="*/ 12 h 16"/>
                  <a:gd name="T36" fmla="*/ 34 w 37"/>
                  <a:gd name="T37" fmla="*/ 9 h 16"/>
                  <a:gd name="T38" fmla="*/ 36 w 37"/>
                  <a:gd name="T39" fmla="*/ 8 h 16"/>
                  <a:gd name="T40" fmla="*/ 36 w 37"/>
                  <a:gd name="T41" fmla="*/ 2 h 16"/>
                  <a:gd name="T42" fmla="*/ 32 w 37"/>
                  <a:gd name="T4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16">
                    <a:moveTo>
                      <a:pt x="32" y="2"/>
                    </a:moveTo>
                    <a:cubicBezTo>
                      <a:pt x="30" y="2"/>
                      <a:pt x="28" y="0"/>
                      <a:pt x="27" y="0"/>
                    </a:cubicBezTo>
                    <a:cubicBezTo>
                      <a:pt x="25" y="0"/>
                      <a:pt x="26" y="3"/>
                      <a:pt x="24" y="3"/>
                    </a:cubicBezTo>
                    <a:cubicBezTo>
                      <a:pt x="22" y="3"/>
                      <a:pt x="22" y="2"/>
                      <a:pt x="20" y="3"/>
                    </a:cubicBezTo>
                    <a:cubicBezTo>
                      <a:pt x="20" y="3"/>
                      <a:pt x="16" y="6"/>
                      <a:pt x="17" y="7"/>
                    </a:cubicBezTo>
                    <a:cubicBezTo>
                      <a:pt x="17" y="8"/>
                      <a:pt x="19" y="10"/>
                      <a:pt x="16" y="9"/>
                    </a:cubicBezTo>
                    <a:cubicBezTo>
                      <a:pt x="15" y="9"/>
                      <a:pt x="14" y="8"/>
                      <a:pt x="13" y="9"/>
                    </a:cubicBezTo>
                    <a:cubicBezTo>
                      <a:pt x="12" y="9"/>
                      <a:pt x="10" y="10"/>
                      <a:pt x="9" y="10"/>
                    </a:cubicBezTo>
                    <a:cubicBezTo>
                      <a:pt x="7" y="10"/>
                      <a:pt x="6" y="8"/>
                      <a:pt x="5" y="11"/>
                    </a:cubicBezTo>
                    <a:cubicBezTo>
                      <a:pt x="5" y="11"/>
                      <a:pt x="1" y="9"/>
                      <a:pt x="0" y="9"/>
                    </a:cubicBezTo>
                    <a:cubicBezTo>
                      <a:pt x="0" y="11"/>
                      <a:pt x="1" y="12"/>
                      <a:pt x="4" y="13"/>
                    </a:cubicBezTo>
                    <a:cubicBezTo>
                      <a:pt x="5" y="13"/>
                      <a:pt x="5" y="13"/>
                      <a:pt x="6" y="13"/>
                    </a:cubicBezTo>
                    <a:cubicBezTo>
                      <a:pt x="7" y="13"/>
                      <a:pt x="7" y="15"/>
                      <a:pt x="8" y="14"/>
                    </a:cubicBezTo>
                    <a:cubicBezTo>
                      <a:pt x="10" y="13"/>
                      <a:pt x="10" y="13"/>
                      <a:pt x="12" y="13"/>
                    </a:cubicBezTo>
                    <a:cubicBezTo>
                      <a:pt x="14" y="13"/>
                      <a:pt x="13" y="14"/>
                      <a:pt x="15" y="15"/>
                    </a:cubicBezTo>
                    <a:cubicBezTo>
                      <a:pt x="17" y="16"/>
                      <a:pt x="20" y="16"/>
                      <a:pt x="22" y="16"/>
                    </a:cubicBezTo>
                    <a:cubicBezTo>
                      <a:pt x="25" y="16"/>
                      <a:pt x="26" y="14"/>
                      <a:pt x="29" y="14"/>
                    </a:cubicBezTo>
                    <a:cubicBezTo>
                      <a:pt x="31" y="14"/>
                      <a:pt x="33" y="13"/>
                      <a:pt x="33" y="12"/>
                    </a:cubicBezTo>
                    <a:cubicBezTo>
                      <a:pt x="34" y="11"/>
                      <a:pt x="34" y="10"/>
                      <a:pt x="34" y="9"/>
                    </a:cubicBezTo>
                    <a:cubicBezTo>
                      <a:pt x="34" y="7"/>
                      <a:pt x="35" y="9"/>
                      <a:pt x="36" y="8"/>
                    </a:cubicBezTo>
                    <a:cubicBezTo>
                      <a:pt x="37" y="6"/>
                      <a:pt x="36" y="3"/>
                      <a:pt x="36" y="2"/>
                    </a:cubicBezTo>
                    <a:cubicBezTo>
                      <a:pt x="34" y="2"/>
                      <a:pt x="33" y="2"/>
                      <a:pt x="32"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1" name="Freeform 647">
                <a:extLst>
                  <a:ext uri="{FF2B5EF4-FFF2-40B4-BE49-F238E27FC236}">
                    <a16:creationId xmlns:a16="http://schemas.microsoft.com/office/drawing/2014/main" id="{DFDAB392-CDAA-3364-24E3-3BE92BF41C0C}"/>
                  </a:ext>
                </a:extLst>
              </p:cNvPr>
              <p:cNvSpPr>
                <a:spLocks/>
              </p:cNvSpPr>
              <p:nvPr/>
            </p:nvSpPr>
            <p:spPr bwMode="auto">
              <a:xfrm>
                <a:off x="12021850" y="6656654"/>
                <a:ext cx="531848" cy="516057"/>
              </a:xfrm>
              <a:custGeom>
                <a:avLst/>
                <a:gdLst>
                  <a:gd name="T0" fmla="*/ 37 w 57"/>
                  <a:gd name="T1" fmla="*/ 10 h 55"/>
                  <a:gd name="T2" fmla="*/ 41 w 57"/>
                  <a:gd name="T3" fmla="*/ 9 h 55"/>
                  <a:gd name="T4" fmla="*/ 43 w 57"/>
                  <a:gd name="T5" fmla="*/ 6 h 55"/>
                  <a:gd name="T6" fmla="*/ 45 w 57"/>
                  <a:gd name="T7" fmla="*/ 4 h 55"/>
                  <a:gd name="T8" fmla="*/ 45 w 57"/>
                  <a:gd name="T9" fmla="*/ 1 h 55"/>
                  <a:gd name="T10" fmla="*/ 41 w 57"/>
                  <a:gd name="T11" fmla="*/ 2 h 55"/>
                  <a:gd name="T12" fmla="*/ 36 w 57"/>
                  <a:gd name="T13" fmla="*/ 4 h 55"/>
                  <a:gd name="T14" fmla="*/ 27 w 57"/>
                  <a:gd name="T15" fmla="*/ 1 h 55"/>
                  <a:gd name="T16" fmla="*/ 22 w 57"/>
                  <a:gd name="T17" fmla="*/ 1 h 55"/>
                  <a:gd name="T18" fmla="*/ 19 w 57"/>
                  <a:gd name="T19" fmla="*/ 1 h 55"/>
                  <a:gd name="T20" fmla="*/ 18 w 57"/>
                  <a:gd name="T21" fmla="*/ 3 h 55"/>
                  <a:gd name="T22" fmla="*/ 17 w 57"/>
                  <a:gd name="T23" fmla="*/ 4 h 55"/>
                  <a:gd name="T24" fmla="*/ 15 w 57"/>
                  <a:gd name="T25" fmla="*/ 5 h 55"/>
                  <a:gd name="T26" fmla="*/ 13 w 57"/>
                  <a:gd name="T27" fmla="*/ 5 h 55"/>
                  <a:gd name="T28" fmla="*/ 12 w 57"/>
                  <a:gd name="T29" fmla="*/ 4 h 55"/>
                  <a:gd name="T30" fmla="*/ 11 w 57"/>
                  <a:gd name="T31" fmla="*/ 8 h 55"/>
                  <a:gd name="T32" fmla="*/ 9 w 57"/>
                  <a:gd name="T33" fmla="*/ 5 h 55"/>
                  <a:gd name="T34" fmla="*/ 5 w 57"/>
                  <a:gd name="T35" fmla="*/ 7 h 55"/>
                  <a:gd name="T36" fmla="*/ 0 w 57"/>
                  <a:gd name="T37" fmla="*/ 7 h 55"/>
                  <a:gd name="T38" fmla="*/ 1 w 57"/>
                  <a:gd name="T39" fmla="*/ 10 h 55"/>
                  <a:gd name="T40" fmla="*/ 0 w 57"/>
                  <a:gd name="T41" fmla="*/ 14 h 55"/>
                  <a:gd name="T42" fmla="*/ 2 w 57"/>
                  <a:gd name="T43" fmla="*/ 18 h 55"/>
                  <a:gd name="T44" fmla="*/ 4 w 57"/>
                  <a:gd name="T45" fmla="*/ 21 h 55"/>
                  <a:gd name="T46" fmla="*/ 12 w 57"/>
                  <a:gd name="T47" fmla="*/ 17 h 55"/>
                  <a:gd name="T48" fmla="*/ 15 w 57"/>
                  <a:gd name="T49" fmla="*/ 19 h 55"/>
                  <a:gd name="T50" fmla="*/ 17 w 57"/>
                  <a:gd name="T51" fmla="*/ 22 h 55"/>
                  <a:gd name="T52" fmla="*/ 18 w 57"/>
                  <a:gd name="T53" fmla="*/ 25 h 55"/>
                  <a:gd name="T54" fmla="*/ 21 w 57"/>
                  <a:gd name="T55" fmla="*/ 28 h 55"/>
                  <a:gd name="T56" fmla="*/ 28 w 57"/>
                  <a:gd name="T57" fmla="*/ 33 h 55"/>
                  <a:gd name="T58" fmla="*/ 33 w 57"/>
                  <a:gd name="T59" fmla="*/ 36 h 55"/>
                  <a:gd name="T60" fmla="*/ 42 w 57"/>
                  <a:gd name="T61" fmla="*/ 42 h 55"/>
                  <a:gd name="T62" fmla="*/ 45 w 57"/>
                  <a:gd name="T63" fmla="*/ 48 h 55"/>
                  <a:gd name="T64" fmla="*/ 43 w 57"/>
                  <a:gd name="T65" fmla="*/ 55 h 55"/>
                  <a:gd name="T66" fmla="*/ 49 w 57"/>
                  <a:gd name="T67" fmla="*/ 48 h 55"/>
                  <a:gd name="T68" fmla="*/ 47 w 57"/>
                  <a:gd name="T69" fmla="*/ 45 h 55"/>
                  <a:gd name="T70" fmla="*/ 50 w 57"/>
                  <a:gd name="T71" fmla="*/ 40 h 55"/>
                  <a:gd name="T72" fmla="*/ 53 w 57"/>
                  <a:gd name="T73" fmla="*/ 41 h 55"/>
                  <a:gd name="T74" fmla="*/ 55 w 57"/>
                  <a:gd name="T75" fmla="*/ 44 h 55"/>
                  <a:gd name="T76" fmla="*/ 53 w 57"/>
                  <a:gd name="T77" fmla="*/ 39 h 55"/>
                  <a:gd name="T78" fmla="*/ 44 w 57"/>
                  <a:gd name="T79" fmla="*/ 35 h 55"/>
                  <a:gd name="T80" fmla="*/ 44 w 57"/>
                  <a:gd name="T81" fmla="*/ 32 h 55"/>
                  <a:gd name="T82" fmla="*/ 39 w 57"/>
                  <a:gd name="T83" fmla="*/ 31 h 55"/>
                  <a:gd name="T84" fmla="*/ 35 w 57"/>
                  <a:gd name="T85" fmla="*/ 26 h 55"/>
                  <a:gd name="T86" fmla="*/ 32 w 57"/>
                  <a:gd name="T87" fmla="*/ 21 h 55"/>
                  <a:gd name="T88" fmla="*/ 27 w 57"/>
                  <a:gd name="T89" fmla="*/ 17 h 55"/>
                  <a:gd name="T90" fmla="*/ 27 w 57"/>
                  <a:gd name="T91" fmla="*/ 15 h 55"/>
                  <a:gd name="T92" fmla="*/ 28 w 57"/>
                  <a:gd name="T93" fmla="*/ 12 h 55"/>
                  <a:gd name="T94" fmla="*/ 30 w 57"/>
                  <a:gd name="T95" fmla="*/ 9 h 55"/>
                  <a:gd name="T96" fmla="*/ 32 w 57"/>
                  <a:gd name="T97" fmla="*/ 8 h 55"/>
                  <a:gd name="T98" fmla="*/ 34 w 57"/>
                  <a:gd name="T99" fmla="*/ 10 h 55"/>
                  <a:gd name="T100" fmla="*/ 37 w 57"/>
                  <a:gd name="T101" fmla="*/ 10 h 55"/>
                  <a:gd name="T102" fmla="*/ 37 w 57"/>
                  <a:gd name="T103" fmla="*/ 1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 h="55">
                    <a:moveTo>
                      <a:pt x="37" y="10"/>
                    </a:moveTo>
                    <a:cubicBezTo>
                      <a:pt x="38" y="9"/>
                      <a:pt x="40" y="10"/>
                      <a:pt x="41" y="9"/>
                    </a:cubicBezTo>
                    <a:cubicBezTo>
                      <a:pt x="43" y="8"/>
                      <a:pt x="42" y="7"/>
                      <a:pt x="43" y="6"/>
                    </a:cubicBezTo>
                    <a:cubicBezTo>
                      <a:pt x="43" y="5"/>
                      <a:pt x="44" y="4"/>
                      <a:pt x="45" y="4"/>
                    </a:cubicBezTo>
                    <a:cubicBezTo>
                      <a:pt x="46" y="3"/>
                      <a:pt x="45" y="3"/>
                      <a:pt x="45" y="1"/>
                    </a:cubicBezTo>
                    <a:cubicBezTo>
                      <a:pt x="44" y="2"/>
                      <a:pt x="43" y="2"/>
                      <a:pt x="41" y="2"/>
                    </a:cubicBezTo>
                    <a:cubicBezTo>
                      <a:pt x="39" y="2"/>
                      <a:pt x="37" y="5"/>
                      <a:pt x="36" y="4"/>
                    </a:cubicBezTo>
                    <a:cubicBezTo>
                      <a:pt x="33" y="3"/>
                      <a:pt x="28" y="4"/>
                      <a:pt x="27" y="1"/>
                    </a:cubicBezTo>
                    <a:cubicBezTo>
                      <a:pt x="26" y="0"/>
                      <a:pt x="23" y="1"/>
                      <a:pt x="22" y="1"/>
                    </a:cubicBezTo>
                    <a:cubicBezTo>
                      <a:pt x="20" y="3"/>
                      <a:pt x="20" y="1"/>
                      <a:pt x="19" y="1"/>
                    </a:cubicBezTo>
                    <a:cubicBezTo>
                      <a:pt x="18" y="1"/>
                      <a:pt x="18" y="3"/>
                      <a:pt x="18" y="3"/>
                    </a:cubicBezTo>
                    <a:cubicBezTo>
                      <a:pt x="18" y="3"/>
                      <a:pt x="17" y="4"/>
                      <a:pt x="17" y="4"/>
                    </a:cubicBezTo>
                    <a:cubicBezTo>
                      <a:pt x="17" y="5"/>
                      <a:pt x="16" y="5"/>
                      <a:pt x="15" y="5"/>
                    </a:cubicBezTo>
                    <a:cubicBezTo>
                      <a:pt x="15" y="5"/>
                      <a:pt x="14" y="5"/>
                      <a:pt x="13" y="5"/>
                    </a:cubicBezTo>
                    <a:cubicBezTo>
                      <a:pt x="13" y="5"/>
                      <a:pt x="13" y="5"/>
                      <a:pt x="12" y="4"/>
                    </a:cubicBezTo>
                    <a:cubicBezTo>
                      <a:pt x="12" y="4"/>
                      <a:pt x="11" y="7"/>
                      <a:pt x="11" y="8"/>
                    </a:cubicBezTo>
                    <a:cubicBezTo>
                      <a:pt x="11" y="9"/>
                      <a:pt x="9" y="6"/>
                      <a:pt x="9" y="5"/>
                    </a:cubicBezTo>
                    <a:cubicBezTo>
                      <a:pt x="7" y="4"/>
                      <a:pt x="6" y="7"/>
                      <a:pt x="5" y="7"/>
                    </a:cubicBezTo>
                    <a:cubicBezTo>
                      <a:pt x="3" y="7"/>
                      <a:pt x="1" y="7"/>
                      <a:pt x="0" y="7"/>
                    </a:cubicBezTo>
                    <a:cubicBezTo>
                      <a:pt x="0" y="8"/>
                      <a:pt x="1" y="9"/>
                      <a:pt x="1" y="10"/>
                    </a:cubicBezTo>
                    <a:cubicBezTo>
                      <a:pt x="1" y="12"/>
                      <a:pt x="0" y="12"/>
                      <a:pt x="0" y="14"/>
                    </a:cubicBezTo>
                    <a:cubicBezTo>
                      <a:pt x="0" y="15"/>
                      <a:pt x="0" y="18"/>
                      <a:pt x="2" y="18"/>
                    </a:cubicBezTo>
                    <a:cubicBezTo>
                      <a:pt x="3" y="19"/>
                      <a:pt x="4" y="18"/>
                      <a:pt x="4" y="21"/>
                    </a:cubicBezTo>
                    <a:cubicBezTo>
                      <a:pt x="6" y="20"/>
                      <a:pt x="10" y="16"/>
                      <a:pt x="12" y="17"/>
                    </a:cubicBezTo>
                    <a:cubicBezTo>
                      <a:pt x="13" y="18"/>
                      <a:pt x="14" y="19"/>
                      <a:pt x="15" y="19"/>
                    </a:cubicBezTo>
                    <a:cubicBezTo>
                      <a:pt x="16" y="19"/>
                      <a:pt x="17" y="21"/>
                      <a:pt x="17" y="22"/>
                    </a:cubicBezTo>
                    <a:cubicBezTo>
                      <a:pt x="18" y="23"/>
                      <a:pt x="18" y="24"/>
                      <a:pt x="18" y="25"/>
                    </a:cubicBezTo>
                    <a:cubicBezTo>
                      <a:pt x="19" y="26"/>
                      <a:pt x="20" y="27"/>
                      <a:pt x="21" y="28"/>
                    </a:cubicBezTo>
                    <a:cubicBezTo>
                      <a:pt x="23" y="29"/>
                      <a:pt x="25" y="31"/>
                      <a:pt x="28" y="33"/>
                    </a:cubicBezTo>
                    <a:cubicBezTo>
                      <a:pt x="30" y="35"/>
                      <a:pt x="31" y="35"/>
                      <a:pt x="33" y="36"/>
                    </a:cubicBezTo>
                    <a:cubicBezTo>
                      <a:pt x="36" y="38"/>
                      <a:pt x="38" y="41"/>
                      <a:pt x="42" y="42"/>
                    </a:cubicBezTo>
                    <a:cubicBezTo>
                      <a:pt x="44" y="43"/>
                      <a:pt x="44" y="46"/>
                      <a:pt x="45" y="48"/>
                    </a:cubicBezTo>
                    <a:cubicBezTo>
                      <a:pt x="45" y="50"/>
                      <a:pt x="42" y="52"/>
                      <a:pt x="43" y="55"/>
                    </a:cubicBezTo>
                    <a:cubicBezTo>
                      <a:pt x="43" y="54"/>
                      <a:pt x="49" y="49"/>
                      <a:pt x="49" y="48"/>
                    </a:cubicBezTo>
                    <a:cubicBezTo>
                      <a:pt x="50" y="47"/>
                      <a:pt x="47" y="45"/>
                      <a:pt x="47" y="45"/>
                    </a:cubicBezTo>
                    <a:cubicBezTo>
                      <a:pt x="45" y="43"/>
                      <a:pt x="49" y="39"/>
                      <a:pt x="50" y="40"/>
                    </a:cubicBezTo>
                    <a:cubicBezTo>
                      <a:pt x="51" y="41"/>
                      <a:pt x="52" y="41"/>
                      <a:pt x="53" y="41"/>
                    </a:cubicBezTo>
                    <a:cubicBezTo>
                      <a:pt x="54" y="42"/>
                      <a:pt x="54" y="43"/>
                      <a:pt x="55" y="44"/>
                    </a:cubicBezTo>
                    <a:cubicBezTo>
                      <a:pt x="57" y="44"/>
                      <a:pt x="54" y="40"/>
                      <a:pt x="53" y="39"/>
                    </a:cubicBezTo>
                    <a:cubicBezTo>
                      <a:pt x="51" y="37"/>
                      <a:pt x="47" y="37"/>
                      <a:pt x="44" y="35"/>
                    </a:cubicBezTo>
                    <a:cubicBezTo>
                      <a:pt x="43" y="34"/>
                      <a:pt x="46" y="32"/>
                      <a:pt x="44" y="32"/>
                    </a:cubicBezTo>
                    <a:cubicBezTo>
                      <a:pt x="43" y="31"/>
                      <a:pt x="41" y="32"/>
                      <a:pt x="39" y="31"/>
                    </a:cubicBezTo>
                    <a:cubicBezTo>
                      <a:pt x="37" y="30"/>
                      <a:pt x="36" y="28"/>
                      <a:pt x="35" y="26"/>
                    </a:cubicBezTo>
                    <a:cubicBezTo>
                      <a:pt x="34" y="24"/>
                      <a:pt x="34" y="22"/>
                      <a:pt x="32" y="21"/>
                    </a:cubicBezTo>
                    <a:cubicBezTo>
                      <a:pt x="31" y="20"/>
                      <a:pt x="27" y="19"/>
                      <a:pt x="27" y="17"/>
                    </a:cubicBezTo>
                    <a:cubicBezTo>
                      <a:pt x="27" y="16"/>
                      <a:pt x="27" y="15"/>
                      <a:pt x="27" y="15"/>
                    </a:cubicBezTo>
                    <a:cubicBezTo>
                      <a:pt x="28" y="13"/>
                      <a:pt x="28" y="13"/>
                      <a:pt x="28" y="12"/>
                    </a:cubicBezTo>
                    <a:cubicBezTo>
                      <a:pt x="27" y="9"/>
                      <a:pt x="30" y="10"/>
                      <a:pt x="30" y="9"/>
                    </a:cubicBezTo>
                    <a:cubicBezTo>
                      <a:pt x="31" y="8"/>
                      <a:pt x="32" y="8"/>
                      <a:pt x="32" y="8"/>
                    </a:cubicBezTo>
                    <a:cubicBezTo>
                      <a:pt x="34" y="8"/>
                      <a:pt x="34" y="9"/>
                      <a:pt x="34" y="10"/>
                    </a:cubicBezTo>
                    <a:cubicBezTo>
                      <a:pt x="35" y="10"/>
                      <a:pt x="36" y="10"/>
                      <a:pt x="37" y="10"/>
                    </a:cubicBezTo>
                    <a:cubicBezTo>
                      <a:pt x="37" y="9"/>
                      <a:pt x="36" y="10"/>
                      <a:pt x="37"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2" name="Freeform 648">
                <a:extLst>
                  <a:ext uri="{FF2B5EF4-FFF2-40B4-BE49-F238E27FC236}">
                    <a16:creationId xmlns:a16="http://schemas.microsoft.com/office/drawing/2014/main" id="{1D7DAC75-F48A-F897-4B93-5054DC841F5E}"/>
                  </a:ext>
                </a:extLst>
              </p:cNvPr>
              <p:cNvSpPr>
                <a:spLocks/>
              </p:cNvSpPr>
              <p:nvPr/>
            </p:nvSpPr>
            <p:spPr bwMode="auto">
              <a:xfrm>
                <a:off x="12330767" y="6685324"/>
                <a:ext cx="251592" cy="235731"/>
              </a:xfrm>
              <a:custGeom>
                <a:avLst/>
                <a:gdLst>
                  <a:gd name="T0" fmla="*/ 12 w 27"/>
                  <a:gd name="T1" fmla="*/ 10 h 25"/>
                  <a:gd name="T2" fmla="*/ 21 w 27"/>
                  <a:gd name="T3" fmla="*/ 9 h 25"/>
                  <a:gd name="T4" fmla="*/ 27 w 27"/>
                  <a:gd name="T5" fmla="*/ 11 h 25"/>
                  <a:gd name="T6" fmla="*/ 25 w 27"/>
                  <a:gd name="T7" fmla="*/ 4 h 25"/>
                  <a:gd name="T8" fmla="*/ 17 w 27"/>
                  <a:gd name="T9" fmla="*/ 3 h 25"/>
                  <a:gd name="T10" fmla="*/ 13 w 27"/>
                  <a:gd name="T11" fmla="*/ 0 h 25"/>
                  <a:gd name="T12" fmla="*/ 11 w 27"/>
                  <a:gd name="T13" fmla="*/ 2 h 25"/>
                  <a:gd name="T14" fmla="*/ 6 w 27"/>
                  <a:gd name="T15" fmla="*/ 7 h 25"/>
                  <a:gd name="T16" fmla="*/ 1 w 27"/>
                  <a:gd name="T17" fmla="*/ 7 h 25"/>
                  <a:gd name="T18" fmla="*/ 1 w 27"/>
                  <a:gd name="T19" fmla="*/ 11 h 25"/>
                  <a:gd name="T20" fmla="*/ 3 w 27"/>
                  <a:gd name="T21" fmla="*/ 10 h 25"/>
                  <a:gd name="T22" fmla="*/ 4 w 27"/>
                  <a:gd name="T23" fmla="*/ 13 h 25"/>
                  <a:gd name="T24" fmla="*/ 6 w 27"/>
                  <a:gd name="T25" fmla="*/ 10 h 25"/>
                  <a:gd name="T26" fmla="*/ 11 w 27"/>
                  <a:gd name="T27" fmla="*/ 17 h 25"/>
                  <a:gd name="T28" fmla="*/ 23 w 27"/>
                  <a:gd name="T29" fmla="*/ 25 h 25"/>
                  <a:gd name="T30" fmla="*/ 21 w 27"/>
                  <a:gd name="T31" fmla="*/ 22 h 25"/>
                  <a:gd name="T32" fmla="*/ 16 w 27"/>
                  <a:gd name="T33" fmla="*/ 19 h 25"/>
                  <a:gd name="T34" fmla="*/ 12 w 27"/>
                  <a:gd name="T35"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25">
                    <a:moveTo>
                      <a:pt x="12" y="10"/>
                    </a:moveTo>
                    <a:cubicBezTo>
                      <a:pt x="15" y="10"/>
                      <a:pt x="18" y="8"/>
                      <a:pt x="21" y="9"/>
                    </a:cubicBezTo>
                    <a:cubicBezTo>
                      <a:pt x="23" y="9"/>
                      <a:pt x="25" y="10"/>
                      <a:pt x="27" y="11"/>
                    </a:cubicBezTo>
                    <a:cubicBezTo>
                      <a:pt x="26" y="9"/>
                      <a:pt x="26" y="7"/>
                      <a:pt x="25" y="4"/>
                    </a:cubicBezTo>
                    <a:cubicBezTo>
                      <a:pt x="22" y="6"/>
                      <a:pt x="19" y="4"/>
                      <a:pt x="17" y="3"/>
                    </a:cubicBezTo>
                    <a:cubicBezTo>
                      <a:pt x="15" y="2"/>
                      <a:pt x="14" y="2"/>
                      <a:pt x="13" y="0"/>
                    </a:cubicBezTo>
                    <a:cubicBezTo>
                      <a:pt x="13" y="0"/>
                      <a:pt x="11" y="1"/>
                      <a:pt x="11" y="2"/>
                    </a:cubicBezTo>
                    <a:cubicBezTo>
                      <a:pt x="9" y="3"/>
                      <a:pt x="10" y="8"/>
                      <a:pt x="6" y="7"/>
                    </a:cubicBezTo>
                    <a:cubicBezTo>
                      <a:pt x="4" y="6"/>
                      <a:pt x="2" y="7"/>
                      <a:pt x="1" y="7"/>
                    </a:cubicBezTo>
                    <a:cubicBezTo>
                      <a:pt x="0" y="8"/>
                      <a:pt x="1" y="11"/>
                      <a:pt x="1" y="11"/>
                    </a:cubicBezTo>
                    <a:cubicBezTo>
                      <a:pt x="1" y="11"/>
                      <a:pt x="3" y="10"/>
                      <a:pt x="3" y="10"/>
                    </a:cubicBezTo>
                    <a:cubicBezTo>
                      <a:pt x="4" y="10"/>
                      <a:pt x="4" y="12"/>
                      <a:pt x="4" y="13"/>
                    </a:cubicBezTo>
                    <a:cubicBezTo>
                      <a:pt x="4" y="11"/>
                      <a:pt x="5" y="8"/>
                      <a:pt x="6" y="10"/>
                    </a:cubicBezTo>
                    <a:cubicBezTo>
                      <a:pt x="7" y="13"/>
                      <a:pt x="9" y="15"/>
                      <a:pt x="11" y="17"/>
                    </a:cubicBezTo>
                    <a:cubicBezTo>
                      <a:pt x="14" y="20"/>
                      <a:pt x="19" y="22"/>
                      <a:pt x="23" y="25"/>
                    </a:cubicBezTo>
                    <a:cubicBezTo>
                      <a:pt x="23" y="23"/>
                      <a:pt x="23" y="23"/>
                      <a:pt x="21" y="22"/>
                    </a:cubicBezTo>
                    <a:cubicBezTo>
                      <a:pt x="19" y="21"/>
                      <a:pt x="17" y="20"/>
                      <a:pt x="16" y="19"/>
                    </a:cubicBezTo>
                    <a:cubicBezTo>
                      <a:pt x="14" y="17"/>
                      <a:pt x="9" y="10"/>
                      <a:pt x="12"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3" name="Freeform 649">
                <a:extLst>
                  <a:ext uri="{FF2B5EF4-FFF2-40B4-BE49-F238E27FC236}">
                    <a16:creationId xmlns:a16="http://schemas.microsoft.com/office/drawing/2014/main" id="{4EBD1DC0-50C8-064E-CEB1-A9557DBC095D}"/>
                  </a:ext>
                </a:extLst>
              </p:cNvPr>
              <p:cNvSpPr>
                <a:spLocks/>
              </p:cNvSpPr>
              <p:nvPr/>
            </p:nvSpPr>
            <p:spPr bwMode="auto">
              <a:xfrm>
                <a:off x="11470893" y="6414553"/>
                <a:ext cx="617835" cy="531986"/>
              </a:xfrm>
              <a:custGeom>
                <a:avLst/>
                <a:gdLst>
                  <a:gd name="T0" fmla="*/ 59 w 66"/>
                  <a:gd name="T1" fmla="*/ 31 h 57"/>
                  <a:gd name="T2" fmla="*/ 56 w 66"/>
                  <a:gd name="T3" fmla="*/ 30 h 57"/>
                  <a:gd name="T4" fmla="*/ 60 w 66"/>
                  <a:gd name="T5" fmla="*/ 24 h 57"/>
                  <a:gd name="T6" fmla="*/ 63 w 66"/>
                  <a:gd name="T7" fmla="*/ 23 h 57"/>
                  <a:gd name="T8" fmla="*/ 65 w 66"/>
                  <a:gd name="T9" fmla="*/ 15 h 57"/>
                  <a:gd name="T10" fmla="*/ 60 w 66"/>
                  <a:gd name="T11" fmla="*/ 13 h 57"/>
                  <a:gd name="T12" fmla="*/ 57 w 66"/>
                  <a:gd name="T13" fmla="*/ 11 h 57"/>
                  <a:gd name="T14" fmla="*/ 55 w 66"/>
                  <a:gd name="T15" fmla="*/ 11 h 57"/>
                  <a:gd name="T16" fmla="*/ 48 w 66"/>
                  <a:gd name="T17" fmla="*/ 7 h 57"/>
                  <a:gd name="T18" fmla="*/ 43 w 66"/>
                  <a:gd name="T19" fmla="*/ 5 h 57"/>
                  <a:gd name="T20" fmla="*/ 38 w 66"/>
                  <a:gd name="T21" fmla="*/ 1 h 57"/>
                  <a:gd name="T22" fmla="*/ 34 w 66"/>
                  <a:gd name="T23" fmla="*/ 1 h 57"/>
                  <a:gd name="T24" fmla="*/ 33 w 66"/>
                  <a:gd name="T25" fmla="*/ 5 h 57"/>
                  <a:gd name="T26" fmla="*/ 30 w 66"/>
                  <a:gd name="T27" fmla="*/ 8 h 57"/>
                  <a:gd name="T28" fmla="*/ 26 w 66"/>
                  <a:gd name="T29" fmla="*/ 10 h 57"/>
                  <a:gd name="T30" fmla="*/ 24 w 66"/>
                  <a:gd name="T31" fmla="*/ 12 h 57"/>
                  <a:gd name="T32" fmla="*/ 20 w 66"/>
                  <a:gd name="T33" fmla="*/ 11 h 57"/>
                  <a:gd name="T34" fmla="*/ 16 w 66"/>
                  <a:gd name="T35" fmla="*/ 10 h 57"/>
                  <a:gd name="T36" fmla="*/ 16 w 66"/>
                  <a:gd name="T37" fmla="*/ 16 h 57"/>
                  <a:gd name="T38" fmla="*/ 9 w 66"/>
                  <a:gd name="T39" fmla="*/ 15 h 57"/>
                  <a:gd name="T40" fmla="*/ 1 w 66"/>
                  <a:gd name="T41" fmla="*/ 17 h 57"/>
                  <a:gd name="T42" fmla="*/ 2 w 66"/>
                  <a:gd name="T43" fmla="*/ 19 h 57"/>
                  <a:gd name="T44" fmla="*/ 4 w 66"/>
                  <a:gd name="T45" fmla="*/ 21 h 57"/>
                  <a:gd name="T46" fmla="*/ 15 w 66"/>
                  <a:gd name="T47" fmla="*/ 25 h 57"/>
                  <a:gd name="T48" fmla="*/ 14 w 66"/>
                  <a:gd name="T49" fmla="*/ 28 h 57"/>
                  <a:gd name="T50" fmla="*/ 19 w 66"/>
                  <a:gd name="T51" fmla="*/ 31 h 57"/>
                  <a:gd name="T52" fmla="*/ 20 w 66"/>
                  <a:gd name="T53" fmla="*/ 35 h 57"/>
                  <a:gd name="T54" fmla="*/ 22 w 66"/>
                  <a:gd name="T55" fmla="*/ 38 h 57"/>
                  <a:gd name="T56" fmla="*/ 19 w 66"/>
                  <a:gd name="T57" fmla="*/ 36 h 57"/>
                  <a:gd name="T58" fmla="*/ 16 w 66"/>
                  <a:gd name="T59" fmla="*/ 49 h 57"/>
                  <a:gd name="T60" fmla="*/ 27 w 66"/>
                  <a:gd name="T61" fmla="*/ 53 h 57"/>
                  <a:gd name="T62" fmla="*/ 30 w 66"/>
                  <a:gd name="T63" fmla="*/ 53 h 57"/>
                  <a:gd name="T64" fmla="*/ 33 w 66"/>
                  <a:gd name="T65" fmla="*/ 55 h 57"/>
                  <a:gd name="T66" fmla="*/ 40 w 66"/>
                  <a:gd name="T67" fmla="*/ 54 h 57"/>
                  <a:gd name="T68" fmla="*/ 47 w 66"/>
                  <a:gd name="T69" fmla="*/ 48 h 57"/>
                  <a:gd name="T70" fmla="*/ 57 w 66"/>
                  <a:gd name="T71" fmla="*/ 50 h 57"/>
                  <a:gd name="T72" fmla="*/ 62 w 66"/>
                  <a:gd name="T73" fmla="*/ 47 h 57"/>
                  <a:gd name="T74" fmla="*/ 62 w 66"/>
                  <a:gd name="T75" fmla="*/ 45 h 57"/>
                  <a:gd name="T76" fmla="*/ 59 w 66"/>
                  <a:gd name="T77" fmla="*/ 38 h 57"/>
                  <a:gd name="T78" fmla="*/ 59 w 66"/>
                  <a:gd name="T79" fmla="*/ 34 h 57"/>
                  <a:gd name="T80" fmla="*/ 59 w 66"/>
                  <a:gd name="T81" fmla="*/ 31 h 57"/>
                  <a:gd name="T82" fmla="*/ 59 w 66"/>
                  <a:gd name="T83" fmla="*/ 3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 h="57">
                    <a:moveTo>
                      <a:pt x="59" y="31"/>
                    </a:moveTo>
                    <a:cubicBezTo>
                      <a:pt x="58" y="29"/>
                      <a:pt x="55" y="33"/>
                      <a:pt x="56" y="30"/>
                    </a:cubicBezTo>
                    <a:cubicBezTo>
                      <a:pt x="56" y="29"/>
                      <a:pt x="59" y="24"/>
                      <a:pt x="60" y="24"/>
                    </a:cubicBezTo>
                    <a:cubicBezTo>
                      <a:pt x="61" y="23"/>
                      <a:pt x="62" y="25"/>
                      <a:pt x="63" y="23"/>
                    </a:cubicBezTo>
                    <a:cubicBezTo>
                      <a:pt x="64" y="20"/>
                      <a:pt x="63" y="18"/>
                      <a:pt x="65" y="15"/>
                    </a:cubicBezTo>
                    <a:cubicBezTo>
                      <a:pt x="66" y="13"/>
                      <a:pt x="61" y="13"/>
                      <a:pt x="60" y="13"/>
                    </a:cubicBezTo>
                    <a:cubicBezTo>
                      <a:pt x="58" y="13"/>
                      <a:pt x="57" y="12"/>
                      <a:pt x="57" y="11"/>
                    </a:cubicBezTo>
                    <a:cubicBezTo>
                      <a:pt x="56" y="11"/>
                      <a:pt x="55" y="11"/>
                      <a:pt x="55" y="11"/>
                    </a:cubicBezTo>
                    <a:cubicBezTo>
                      <a:pt x="53" y="11"/>
                      <a:pt x="48" y="9"/>
                      <a:pt x="48" y="7"/>
                    </a:cubicBezTo>
                    <a:cubicBezTo>
                      <a:pt x="47" y="10"/>
                      <a:pt x="44" y="5"/>
                      <a:pt x="43" y="5"/>
                    </a:cubicBezTo>
                    <a:cubicBezTo>
                      <a:pt x="41" y="4"/>
                      <a:pt x="39" y="3"/>
                      <a:pt x="38" y="1"/>
                    </a:cubicBezTo>
                    <a:cubicBezTo>
                      <a:pt x="37" y="0"/>
                      <a:pt x="35" y="0"/>
                      <a:pt x="34" y="1"/>
                    </a:cubicBezTo>
                    <a:cubicBezTo>
                      <a:pt x="33" y="2"/>
                      <a:pt x="32" y="4"/>
                      <a:pt x="33" y="5"/>
                    </a:cubicBezTo>
                    <a:cubicBezTo>
                      <a:pt x="33" y="6"/>
                      <a:pt x="31" y="7"/>
                      <a:pt x="30" y="8"/>
                    </a:cubicBezTo>
                    <a:cubicBezTo>
                      <a:pt x="29" y="8"/>
                      <a:pt x="27" y="8"/>
                      <a:pt x="26" y="10"/>
                    </a:cubicBezTo>
                    <a:cubicBezTo>
                      <a:pt x="26" y="11"/>
                      <a:pt x="25" y="12"/>
                      <a:pt x="24" y="12"/>
                    </a:cubicBezTo>
                    <a:cubicBezTo>
                      <a:pt x="22" y="12"/>
                      <a:pt x="21" y="12"/>
                      <a:pt x="20" y="11"/>
                    </a:cubicBezTo>
                    <a:cubicBezTo>
                      <a:pt x="18" y="11"/>
                      <a:pt x="18" y="10"/>
                      <a:pt x="16" y="10"/>
                    </a:cubicBezTo>
                    <a:cubicBezTo>
                      <a:pt x="14" y="9"/>
                      <a:pt x="20" y="16"/>
                      <a:pt x="16" y="16"/>
                    </a:cubicBezTo>
                    <a:cubicBezTo>
                      <a:pt x="13" y="16"/>
                      <a:pt x="11" y="17"/>
                      <a:pt x="9" y="15"/>
                    </a:cubicBezTo>
                    <a:cubicBezTo>
                      <a:pt x="8" y="14"/>
                      <a:pt x="1" y="16"/>
                      <a:pt x="1" y="17"/>
                    </a:cubicBezTo>
                    <a:cubicBezTo>
                      <a:pt x="1" y="18"/>
                      <a:pt x="4" y="18"/>
                      <a:pt x="2" y="19"/>
                    </a:cubicBezTo>
                    <a:cubicBezTo>
                      <a:pt x="0" y="20"/>
                      <a:pt x="3" y="21"/>
                      <a:pt x="4" y="21"/>
                    </a:cubicBezTo>
                    <a:cubicBezTo>
                      <a:pt x="6" y="22"/>
                      <a:pt x="15" y="23"/>
                      <a:pt x="15" y="25"/>
                    </a:cubicBezTo>
                    <a:cubicBezTo>
                      <a:pt x="15" y="26"/>
                      <a:pt x="13" y="26"/>
                      <a:pt x="14" y="28"/>
                    </a:cubicBezTo>
                    <a:cubicBezTo>
                      <a:pt x="16" y="30"/>
                      <a:pt x="17" y="30"/>
                      <a:pt x="19" y="31"/>
                    </a:cubicBezTo>
                    <a:cubicBezTo>
                      <a:pt x="21" y="32"/>
                      <a:pt x="18" y="34"/>
                      <a:pt x="20" y="35"/>
                    </a:cubicBezTo>
                    <a:cubicBezTo>
                      <a:pt x="20" y="35"/>
                      <a:pt x="22" y="38"/>
                      <a:pt x="22" y="38"/>
                    </a:cubicBezTo>
                    <a:cubicBezTo>
                      <a:pt x="21" y="39"/>
                      <a:pt x="20" y="36"/>
                      <a:pt x="19" y="36"/>
                    </a:cubicBezTo>
                    <a:cubicBezTo>
                      <a:pt x="18" y="36"/>
                      <a:pt x="19" y="48"/>
                      <a:pt x="16" y="49"/>
                    </a:cubicBezTo>
                    <a:cubicBezTo>
                      <a:pt x="19" y="51"/>
                      <a:pt x="23" y="54"/>
                      <a:pt x="27" y="53"/>
                    </a:cubicBezTo>
                    <a:cubicBezTo>
                      <a:pt x="28" y="53"/>
                      <a:pt x="29" y="52"/>
                      <a:pt x="30" y="53"/>
                    </a:cubicBezTo>
                    <a:cubicBezTo>
                      <a:pt x="31" y="53"/>
                      <a:pt x="32" y="54"/>
                      <a:pt x="33" y="55"/>
                    </a:cubicBezTo>
                    <a:cubicBezTo>
                      <a:pt x="35" y="56"/>
                      <a:pt x="41" y="57"/>
                      <a:pt x="40" y="54"/>
                    </a:cubicBezTo>
                    <a:cubicBezTo>
                      <a:pt x="39" y="49"/>
                      <a:pt x="44" y="47"/>
                      <a:pt x="47" y="48"/>
                    </a:cubicBezTo>
                    <a:cubicBezTo>
                      <a:pt x="51" y="49"/>
                      <a:pt x="53" y="52"/>
                      <a:pt x="57" y="50"/>
                    </a:cubicBezTo>
                    <a:cubicBezTo>
                      <a:pt x="59" y="49"/>
                      <a:pt x="60" y="48"/>
                      <a:pt x="62" y="47"/>
                    </a:cubicBezTo>
                    <a:cubicBezTo>
                      <a:pt x="62" y="47"/>
                      <a:pt x="64" y="45"/>
                      <a:pt x="62" y="45"/>
                    </a:cubicBezTo>
                    <a:cubicBezTo>
                      <a:pt x="60" y="44"/>
                      <a:pt x="58" y="40"/>
                      <a:pt x="59" y="38"/>
                    </a:cubicBezTo>
                    <a:cubicBezTo>
                      <a:pt x="61" y="36"/>
                      <a:pt x="60" y="36"/>
                      <a:pt x="59" y="34"/>
                    </a:cubicBezTo>
                    <a:cubicBezTo>
                      <a:pt x="59" y="33"/>
                      <a:pt x="59" y="32"/>
                      <a:pt x="59" y="31"/>
                    </a:cubicBezTo>
                    <a:cubicBezTo>
                      <a:pt x="58" y="30"/>
                      <a:pt x="59" y="32"/>
                      <a:pt x="59" y="31"/>
                    </a:cubicBezTo>
                    <a:close/>
                  </a:path>
                </a:pathLst>
              </a:custGeom>
              <a:grpFill/>
              <a:ln w="9525"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4" name="Freeform 650">
                <a:extLst>
                  <a:ext uri="{FF2B5EF4-FFF2-40B4-BE49-F238E27FC236}">
                    <a16:creationId xmlns:a16="http://schemas.microsoft.com/office/drawing/2014/main" id="{5A2572C7-01CD-63E0-32A1-DF9DCEF231FF}"/>
                  </a:ext>
                </a:extLst>
              </p:cNvPr>
              <p:cNvSpPr>
                <a:spLocks/>
              </p:cNvSpPr>
              <p:nvPr/>
            </p:nvSpPr>
            <p:spPr bwMode="auto">
              <a:xfrm>
                <a:off x="11983632" y="6621615"/>
                <a:ext cx="207006" cy="140163"/>
              </a:xfrm>
              <a:custGeom>
                <a:avLst/>
                <a:gdLst>
                  <a:gd name="T0" fmla="*/ 17 w 22"/>
                  <a:gd name="T1" fmla="*/ 1 h 15"/>
                  <a:gd name="T2" fmla="*/ 9 w 22"/>
                  <a:gd name="T3" fmla="*/ 1 h 15"/>
                  <a:gd name="T4" fmla="*/ 8 w 22"/>
                  <a:gd name="T5" fmla="*/ 2 h 15"/>
                  <a:gd name="T6" fmla="*/ 5 w 22"/>
                  <a:gd name="T7" fmla="*/ 2 h 15"/>
                  <a:gd name="T8" fmla="*/ 3 w 22"/>
                  <a:gd name="T9" fmla="*/ 5 h 15"/>
                  <a:gd name="T10" fmla="*/ 1 w 22"/>
                  <a:gd name="T11" fmla="*/ 9 h 15"/>
                  <a:gd name="T12" fmla="*/ 4 w 22"/>
                  <a:gd name="T13" fmla="*/ 10 h 15"/>
                  <a:gd name="T14" fmla="*/ 7 w 22"/>
                  <a:gd name="T15" fmla="*/ 11 h 15"/>
                  <a:gd name="T16" fmla="*/ 11 w 22"/>
                  <a:gd name="T17" fmla="*/ 10 h 15"/>
                  <a:gd name="T18" fmla="*/ 13 w 22"/>
                  <a:gd name="T19" fmla="*/ 10 h 15"/>
                  <a:gd name="T20" fmla="*/ 16 w 22"/>
                  <a:gd name="T21" fmla="*/ 8 h 15"/>
                  <a:gd name="T22" fmla="*/ 18 w 22"/>
                  <a:gd name="T23" fmla="*/ 9 h 15"/>
                  <a:gd name="T24" fmla="*/ 21 w 22"/>
                  <a:gd name="T25" fmla="*/ 8 h 15"/>
                  <a:gd name="T26" fmla="*/ 22 w 22"/>
                  <a:gd name="T27" fmla="*/ 5 h 15"/>
                  <a:gd name="T28" fmla="*/ 18 w 22"/>
                  <a:gd name="T29" fmla="*/ 4 h 15"/>
                  <a:gd name="T30" fmla="*/ 17 w 22"/>
                  <a:gd name="T31"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15">
                    <a:moveTo>
                      <a:pt x="17" y="1"/>
                    </a:moveTo>
                    <a:cubicBezTo>
                      <a:pt x="14" y="0"/>
                      <a:pt x="12" y="1"/>
                      <a:pt x="9" y="1"/>
                    </a:cubicBezTo>
                    <a:cubicBezTo>
                      <a:pt x="7" y="1"/>
                      <a:pt x="9" y="1"/>
                      <a:pt x="8" y="2"/>
                    </a:cubicBezTo>
                    <a:cubicBezTo>
                      <a:pt x="7" y="2"/>
                      <a:pt x="5" y="2"/>
                      <a:pt x="5" y="2"/>
                    </a:cubicBezTo>
                    <a:cubicBezTo>
                      <a:pt x="4" y="2"/>
                      <a:pt x="3" y="5"/>
                      <a:pt x="3" y="5"/>
                    </a:cubicBezTo>
                    <a:cubicBezTo>
                      <a:pt x="2" y="6"/>
                      <a:pt x="0" y="10"/>
                      <a:pt x="1" y="9"/>
                    </a:cubicBezTo>
                    <a:cubicBezTo>
                      <a:pt x="3" y="9"/>
                      <a:pt x="3" y="8"/>
                      <a:pt x="4" y="10"/>
                    </a:cubicBezTo>
                    <a:cubicBezTo>
                      <a:pt x="4" y="12"/>
                      <a:pt x="5" y="11"/>
                      <a:pt x="7" y="11"/>
                    </a:cubicBezTo>
                    <a:cubicBezTo>
                      <a:pt x="8" y="11"/>
                      <a:pt x="10" y="11"/>
                      <a:pt x="11" y="10"/>
                    </a:cubicBezTo>
                    <a:cubicBezTo>
                      <a:pt x="12" y="8"/>
                      <a:pt x="13" y="9"/>
                      <a:pt x="13" y="10"/>
                    </a:cubicBezTo>
                    <a:cubicBezTo>
                      <a:pt x="16" y="15"/>
                      <a:pt x="15" y="8"/>
                      <a:pt x="16" y="8"/>
                    </a:cubicBezTo>
                    <a:cubicBezTo>
                      <a:pt x="17" y="8"/>
                      <a:pt x="17" y="9"/>
                      <a:pt x="18" y="9"/>
                    </a:cubicBezTo>
                    <a:cubicBezTo>
                      <a:pt x="19" y="9"/>
                      <a:pt x="20" y="9"/>
                      <a:pt x="21" y="8"/>
                    </a:cubicBezTo>
                    <a:cubicBezTo>
                      <a:pt x="22" y="7"/>
                      <a:pt x="22" y="7"/>
                      <a:pt x="22" y="5"/>
                    </a:cubicBezTo>
                    <a:cubicBezTo>
                      <a:pt x="22" y="5"/>
                      <a:pt x="19" y="4"/>
                      <a:pt x="18" y="4"/>
                    </a:cubicBezTo>
                    <a:cubicBezTo>
                      <a:pt x="17" y="3"/>
                      <a:pt x="17" y="2"/>
                      <a:pt x="17"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5" name="Freeform 651">
                <a:extLst>
                  <a:ext uri="{FF2B5EF4-FFF2-40B4-BE49-F238E27FC236}">
                    <a16:creationId xmlns:a16="http://schemas.microsoft.com/office/drawing/2014/main" id="{13F2C6A9-DE52-A7E0-5037-0DD35B25AF26}"/>
                  </a:ext>
                </a:extLst>
              </p:cNvPr>
              <p:cNvSpPr>
                <a:spLocks/>
              </p:cNvSpPr>
              <p:nvPr/>
            </p:nvSpPr>
            <p:spPr bwMode="auto">
              <a:xfrm>
                <a:off x="11808475" y="6395439"/>
                <a:ext cx="194268" cy="121050"/>
              </a:xfrm>
              <a:custGeom>
                <a:avLst/>
                <a:gdLst>
                  <a:gd name="T0" fmla="*/ 19 w 21"/>
                  <a:gd name="T1" fmla="*/ 9 h 13"/>
                  <a:gd name="T2" fmla="*/ 20 w 21"/>
                  <a:gd name="T3" fmla="*/ 6 h 13"/>
                  <a:gd name="T4" fmla="*/ 18 w 21"/>
                  <a:gd name="T5" fmla="*/ 3 h 13"/>
                  <a:gd name="T6" fmla="*/ 13 w 21"/>
                  <a:gd name="T7" fmla="*/ 0 h 13"/>
                  <a:gd name="T8" fmla="*/ 8 w 21"/>
                  <a:gd name="T9" fmla="*/ 1 h 13"/>
                  <a:gd name="T10" fmla="*/ 3 w 21"/>
                  <a:gd name="T11" fmla="*/ 1 h 13"/>
                  <a:gd name="T12" fmla="*/ 5 w 21"/>
                  <a:gd name="T13" fmla="*/ 6 h 13"/>
                  <a:gd name="T14" fmla="*/ 10 w 21"/>
                  <a:gd name="T15" fmla="*/ 9 h 13"/>
                  <a:gd name="T16" fmla="*/ 12 w 21"/>
                  <a:gd name="T17" fmla="*/ 9 h 13"/>
                  <a:gd name="T18" fmla="*/ 18 w 21"/>
                  <a:gd name="T19" fmla="*/ 13 h 13"/>
                  <a:gd name="T20" fmla="*/ 19 w 21"/>
                  <a:gd name="T21" fmla="*/ 9 h 13"/>
                  <a:gd name="T22" fmla="*/ 19 w 21"/>
                  <a:gd name="T23"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13">
                    <a:moveTo>
                      <a:pt x="19" y="9"/>
                    </a:moveTo>
                    <a:cubicBezTo>
                      <a:pt x="18" y="9"/>
                      <a:pt x="21" y="7"/>
                      <a:pt x="20" y="6"/>
                    </a:cubicBezTo>
                    <a:cubicBezTo>
                      <a:pt x="20" y="5"/>
                      <a:pt x="19" y="3"/>
                      <a:pt x="18" y="3"/>
                    </a:cubicBezTo>
                    <a:cubicBezTo>
                      <a:pt x="17" y="2"/>
                      <a:pt x="15" y="0"/>
                      <a:pt x="13" y="0"/>
                    </a:cubicBezTo>
                    <a:cubicBezTo>
                      <a:pt x="11" y="0"/>
                      <a:pt x="10" y="1"/>
                      <a:pt x="8" y="1"/>
                    </a:cubicBezTo>
                    <a:cubicBezTo>
                      <a:pt x="6" y="1"/>
                      <a:pt x="5" y="0"/>
                      <a:pt x="3" y="1"/>
                    </a:cubicBezTo>
                    <a:cubicBezTo>
                      <a:pt x="0" y="3"/>
                      <a:pt x="3" y="5"/>
                      <a:pt x="5" y="6"/>
                    </a:cubicBezTo>
                    <a:cubicBezTo>
                      <a:pt x="7" y="7"/>
                      <a:pt x="8" y="7"/>
                      <a:pt x="10" y="9"/>
                    </a:cubicBezTo>
                    <a:cubicBezTo>
                      <a:pt x="10" y="10"/>
                      <a:pt x="12" y="10"/>
                      <a:pt x="12" y="9"/>
                    </a:cubicBezTo>
                    <a:cubicBezTo>
                      <a:pt x="12" y="10"/>
                      <a:pt x="17" y="13"/>
                      <a:pt x="18" y="13"/>
                    </a:cubicBezTo>
                    <a:cubicBezTo>
                      <a:pt x="18" y="11"/>
                      <a:pt x="18" y="10"/>
                      <a:pt x="19" y="9"/>
                    </a:cubicBezTo>
                    <a:cubicBezTo>
                      <a:pt x="19" y="9"/>
                      <a:pt x="17" y="10"/>
                      <a:pt x="19" y="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6" name="Freeform 652">
                <a:extLst>
                  <a:ext uri="{FF2B5EF4-FFF2-40B4-BE49-F238E27FC236}">
                    <a16:creationId xmlns:a16="http://schemas.microsoft.com/office/drawing/2014/main" id="{4D04A370-7C3D-F049-CEE5-8021F5EA46F0}"/>
                  </a:ext>
                </a:extLst>
              </p:cNvPr>
              <p:cNvSpPr>
                <a:spLocks/>
              </p:cNvSpPr>
              <p:nvPr/>
            </p:nvSpPr>
            <p:spPr bwMode="auto">
              <a:xfrm>
                <a:off x="11967711" y="6481449"/>
                <a:ext cx="35033" cy="35042"/>
              </a:xfrm>
              <a:custGeom>
                <a:avLst/>
                <a:gdLst>
                  <a:gd name="T0" fmla="*/ 2 w 4"/>
                  <a:gd name="T1" fmla="*/ 0 h 4"/>
                  <a:gd name="T2" fmla="*/ 1 w 4"/>
                  <a:gd name="T3" fmla="*/ 3 h 4"/>
                  <a:gd name="T4" fmla="*/ 4 w 4"/>
                  <a:gd name="T5" fmla="*/ 4 h 4"/>
                  <a:gd name="T6" fmla="*/ 2 w 4"/>
                  <a:gd name="T7" fmla="*/ 0 h 4"/>
                  <a:gd name="T8" fmla="*/ 2 w 4"/>
                  <a:gd name="T9" fmla="*/ 0 h 4"/>
                </a:gdLst>
                <a:ahLst/>
                <a:cxnLst>
                  <a:cxn ang="0">
                    <a:pos x="T0" y="T1"/>
                  </a:cxn>
                  <a:cxn ang="0">
                    <a:pos x="T2" y="T3"/>
                  </a:cxn>
                  <a:cxn ang="0">
                    <a:pos x="T4" y="T5"/>
                  </a:cxn>
                  <a:cxn ang="0">
                    <a:pos x="T6" y="T7"/>
                  </a:cxn>
                  <a:cxn ang="0">
                    <a:pos x="T8" y="T9"/>
                  </a:cxn>
                </a:cxnLst>
                <a:rect l="0" t="0" r="r" b="b"/>
                <a:pathLst>
                  <a:path w="4" h="4">
                    <a:moveTo>
                      <a:pt x="2" y="0"/>
                    </a:moveTo>
                    <a:cubicBezTo>
                      <a:pt x="1" y="0"/>
                      <a:pt x="1" y="2"/>
                      <a:pt x="1" y="3"/>
                    </a:cubicBezTo>
                    <a:cubicBezTo>
                      <a:pt x="1" y="4"/>
                      <a:pt x="3" y="4"/>
                      <a:pt x="4" y="4"/>
                    </a:cubicBezTo>
                    <a:cubicBezTo>
                      <a:pt x="4" y="2"/>
                      <a:pt x="4" y="1"/>
                      <a:pt x="2" y="0"/>
                    </a:cubicBezTo>
                    <a:cubicBezTo>
                      <a:pt x="0" y="1"/>
                      <a:pt x="3" y="1"/>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7" name="Freeform 653">
                <a:extLst>
                  <a:ext uri="{FF2B5EF4-FFF2-40B4-BE49-F238E27FC236}">
                    <a16:creationId xmlns:a16="http://schemas.microsoft.com/office/drawing/2014/main" id="{5AEA9072-8B82-95FC-97FF-E1972376594B}"/>
                  </a:ext>
                </a:extLst>
              </p:cNvPr>
              <p:cNvSpPr>
                <a:spLocks/>
              </p:cNvSpPr>
              <p:nvPr/>
            </p:nvSpPr>
            <p:spPr bwMode="auto">
              <a:xfrm>
                <a:off x="11853061" y="6264832"/>
                <a:ext cx="187902" cy="168837"/>
              </a:xfrm>
              <a:custGeom>
                <a:avLst/>
                <a:gdLst>
                  <a:gd name="T0" fmla="*/ 5 w 20"/>
                  <a:gd name="T1" fmla="*/ 14 h 18"/>
                  <a:gd name="T2" fmla="*/ 14 w 20"/>
                  <a:gd name="T3" fmla="*/ 18 h 18"/>
                  <a:gd name="T4" fmla="*/ 14 w 20"/>
                  <a:gd name="T5" fmla="*/ 13 h 18"/>
                  <a:gd name="T6" fmla="*/ 17 w 20"/>
                  <a:gd name="T7" fmla="*/ 11 h 18"/>
                  <a:gd name="T8" fmla="*/ 18 w 20"/>
                  <a:gd name="T9" fmla="*/ 6 h 18"/>
                  <a:gd name="T10" fmla="*/ 20 w 20"/>
                  <a:gd name="T11" fmla="*/ 5 h 18"/>
                  <a:gd name="T12" fmla="*/ 19 w 20"/>
                  <a:gd name="T13" fmla="*/ 0 h 18"/>
                  <a:gd name="T14" fmla="*/ 15 w 20"/>
                  <a:gd name="T15" fmla="*/ 1 h 18"/>
                  <a:gd name="T16" fmla="*/ 10 w 20"/>
                  <a:gd name="T17" fmla="*/ 3 h 18"/>
                  <a:gd name="T18" fmla="*/ 12 w 20"/>
                  <a:gd name="T19" fmla="*/ 6 h 18"/>
                  <a:gd name="T20" fmla="*/ 10 w 20"/>
                  <a:gd name="T21" fmla="*/ 4 h 18"/>
                  <a:gd name="T22" fmla="*/ 7 w 20"/>
                  <a:gd name="T23" fmla="*/ 6 h 18"/>
                  <a:gd name="T24" fmla="*/ 5 w 20"/>
                  <a:gd name="T25" fmla="*/ 8 h 18"/>
                  <a:gd name="T26" fmla="*/ 5 w 20"/>
                  <a:gd name="T27" fmla="*/ 12 h 18"/>
                  <a:gd name="T28" fmla="*/ 3 w 20"/>
                  <a:gd name="T29" fmla="*/ 12 h 18"/>
                  <a:gd name="T30" fmla="*/ 4 w 20"/>
                  <a:gd name="T31" fmla="*/ 12 h 18"/>
                  <a:gd name="T32" fmla="*/ 3 w 20"/>
                  <a:gd name="T33" fmla="*/ 12 h 18"/>
                  <a:gd name="T34" fmla="*/ 4 w 20"/>
                  <a:gd name="T35" fmla="*/ 14 h 18"/>
                  <a:gd name="T36" fmla="*/ 2 w 20"/>
                  <a:gd name="T37" fmla="*/ 13 h 18"/>
                  <a:gd name="T38" fmla="*/ 3 w 20"/>
                  <a:gd name="T39" fmla="*/ 14 h 18"/>
                  <a:gd name="T40" fmla="*/ 1 w 20"/>
                  <a:gd name="T41" fmla="*/ 14 h 18"/>
                  <a:gd name="T42" fmla="*/ 2 w 20"/>
                  <a:gd name="T43" fmla="*/ 15 h 18"/>
                  <a:gd name="T44" fmla="*/ 0 w 20"/>
                  <a:gd name="T45" fmla="*/ 15 h 18"/>
                  <a:gd name="T46" fmla="*/ 5 w 20"/>
                  <a:gd name="T47" fmla="*/ 14 h 18"/>
                  <a:gd name="T48" fmla="*/ 5 w 20"/>
                  <a:gd name="T49"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 h="18">
                    <a:moveTo>
                      <a:pt x="5" y="14"/>
                    </a:moveTo>
                    <a:cubicBezTo>
                      <a:pt x="7" y="12"/>
                      <a:pt x="13" y="16"/>
                      <a:pt x="14" y="18"/>
                    </a:cubicBezTo>
                    <a:cubicBezTo>
                      <a:pt x="15" y="16"/>
                      <a:pt x="15" y="14"/>
                      <a:pt x="14" y="13"/>
                    </a:cubicBezTo>
                    <a:cubicBezTo>
                      <a:pt x="13" y="9"/>
                      <a:pt x="15" y="11"/>
                      <a:pt x="17" y="11"/>
                    </a:cubicBezTo>
                    <a:cubicBezTo>
                      <a:pt x="19" y="10"/>
                      <a:pt x="19" y="8"/>
                      <a:pt x="18" y="6"/>
                    </a:cubicBezTo>
                    <a:cubicBezTo>
                      <a:pt x="18" y="6"/>
                      <a:pt x="20" y="5"/>
                      <a:pt x="20" y="5"/>
                    </a:cubicBezTo>
                    <a:cubicBezTo>
                      <a:pt x="20" y="3"/>
                      <a:pt x="20" y="2"/>
                      <a:pt x="19" y="0"/>
                    </a:cubicBezTo>
                    <a:cubicBezTo>
                      <a:pt x="19" y="0"/>
                      <a:pt x="15" y="1"/>
                      <a:pt x="15" y="1"/>
                    </a:cubicBezTo>
                    <a:cubicBezTo>
                      <a:pt x="13" y="1"/>
                      <a:pt x="12" y="1"/>
                      <a:pt x="10" y="3"/>
                    </a:cubicBezTo>
                    <a:cubicBezTo>
                      <a:pt x="10" y="3"/>
                      <a:pt x="13" y="5"/>
                      <a:pt x="12" y="6"/>
                    </a:cubicBezTo>
                    <a:cubicBezTo>
                      <a:pt x="10" y="8"/>
                      <a:pt x="9" y="4"/>
                      <a:pt x="10" y="4"/>
                    </a:cubicBezTo>
                    <a:cubicBezTo>
                      <a:pt x="10" y="4"/>
                      <a:pt x="7" y="5"/>
                      <a:pt x="7" y="6"/>
                    </a:cubicBezTo>
                    <a:cubicBezTo>
                      <a:pt x="7" y="7"/>
                      <a:pt x="6" y="7"/>
                      <a:pt x="5" y="8"/>
                    </a:cubicBezTo>
                    <a:cubicBezTo>
                      <a:pt x="5" y="9"/>
                      <a:pt x="3" y="12"/>
                      <a:pt x="5" y="12"/>
                    </a:cubicBezTo>
                    <a:cubicBezTo>
                      <a:pt x="5" y="12"/>
                      <a:pt x="4" y="12"/>
                      <a:pt x="3" y="12"/>
                    </a:cubicBezTo>
                    <a:cubicBezTo>
                      <a:pt x="3" y="12"/>
                      <a:pt x="4" y="12"/>
                      <a:pt x="4" y="12"/>
                    </a:cubicBezTo>
                    <a:cubicBezTo>
                      <a:pt x="4" y="12"/>
                      <a:pt x="3" y="12"/>
                      <a:pt x="3" y="12"/>
                    </a:cubicBezTo>
                    <a:cubicBezTo>
                      <a:pt x="2" y="13"/>
                      <a:pt x="4" y="14"/>
                      <a:pt x="4" y="14"/>
                    </a:cubicBezTo>
                    <a:cubicBezTo>
                      <a:pt x="4" y="13"/>
                      <a:pt x="2" y="13"/>
                      <a:pt x="2" y="13"/>
                    </a:cubicBezTo>
                    <a:cubicBezTo>
                      <a:pt x="2" y="13"/>
                      <a:pt x="3" y="14"/>
                      <a:pt x="3" y="14"/>
                    </a:cubicBezTo>
                    <a:cubicBezTo>
                      <a:pt x="3" y="14"/>
                      <a:pt x="2" y="13"/>
                      <a:pt x="1" y="14"/>
                    </a:cubicBezTo>
                    <a:cubicBezTo>
                      <a:pt x="1" y="14"/>
                      <a:pt x="2" y="15"/>
                      <a:pt x="2" y="15"/>
                    </a:cubicBezTo>
                    <a:cubicBezTo>
                      <a:pt x="2" y="14"/>
                      <a:pt x="1" y="14"/>
                      <a:pt x="0" y="15"/>
                    </a:cubicBezTo>
                    <a:cubicBezTo>
                      <a:pt x="1" y="15"/>
                      <a:pt x="4" y="16"/>
                      <a:pt x="5" y="14"/>
                    </a:cubicBezTo>
                    <a:cubicBezTo>
                      <a:pt x="5" y="14"/>
                      <a:pt x="5" y="15"/>
                      <a:pt x="5" y="1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8" name="Freeform 654">
                <a:extLst>
                  <a:ext uri="{FF2B5EF4-FFF2-40B4-BE49-F238E27FC236}">
                    <a16:creationId xmlns:a16="http://schemas.microsoft.com/office/drawing/2014/main" id="{FA7C6360-7719-FC89-DFCA-444433273BA0}"/>
                  </a:ext>
                </a:extLst>
              </p:cNvPr>
              <p:cNvSpPr>
                <a:spLocks/>
              </p:cNvSpPr>
              <p:nvPr/>
            </p:nvSpPr>
            <p:spPr bwMode="auto">
              <a:xfrm>
                <a:off x="12079173" y="5984503"/>
                <a:ext cx="140127" cy="207060"/>
              </a:xfrm>
              <a:custGeom>
                <a:avLst/>
                <a:gdLst>
                  <a:gd name="T0" fmla="*/ 10 w 15"/>
                  <a:gd name="T1" fmla="*/ 21 h 22"/>
                  <a:gd name="T2" fmla="*/ 8 w 15"/>
                  <a:gd name="T3" fmla="*/ 17 h 22"/>
                  <a:gd name="T4" fmla="*/ 11 w 15"/>
                  <a:gd name="T5" fmla="*/ 12 h 22"/>
                  <a:gd name="T6" fmla="*/ 11 w 15"/>
                  <a:gd name="T7" fmla="*/ 13 h 22"/>
                  <a:gd name="T8" fmla="*/ 15 w 15"/>
                  <a:gd name="T9" fmla="*/ 10 h 22"/>
                  <a:gd name="T10" fmla="*/ 11 w 15"/>
                  <a:gd name="T11" fmla="*/ 7 h 22"/>
                  <a:gd name="T12" fmla="*/ 10 w 15"/>
                  <a:gd name="T13" fmla="*/ 5 h 22"/>
                  <a:gd name="T14" fmla="*/ 12 w 15"/>
                  <a:gd name="T15" fmla="*/ 4 h 22"/>
                  <a:gd name="T16" fmla="*/ 12 w 15"/>
                  <a:gd name="T17" fmla="*/ 1 h 22"/>
                  <a:gd name="T18" fmla="*/ 11 w 15"/>
                  <a:gd name="T19" fmla="*/ 1 h 22"/>
                  <a:gd name="T20" fmla="*/ 7 w 15"/>
                  <a:gd name="T21" fmla="*/ 4 h 22"/>
                  <a:gd name="T22" fmla="*/ 2 w 15"/>
                  <a:gd name="T23" fmla="*/ 5 h 22"/>
                  <a:gd name="T24" fmla="*/ 4 w 15"/>
                  <a:gd name="T25" fmla="*/ 6 h 22"/>
                  <a:gd name="T26" fmla="*/ 6 w 15"/>
                  <a:gd name="T27" fmla="*/ 8 h 22"/>
                  <a:gd name="T28" fmla="*/ 4 w 15"/>
                  <a:gd name="T29" fmla="*/ 8 h 22"/>
                  <a:gd name="T30" fmla="*/ 2 w 15"/>
                  <a:gd name="T31" fmla="*/ 8 h 22"/>
                  <a:gd name="T32" fmla="*/ 0 w 15"/>
                  <a:gd name="T33" fmla="*/ 9 h 22"/>
                  <a:gd name="T34" fmla="*/ 0 w 15"/>
                  <a:gd name="T35" fmla="*/ 14 h 22"/>
                  <a:gd name="T36" fmla="*/ 2 w 15"/>
                  <a:gd name="T37" fmla="*/ 16 h 22"/>
                  <a:gd name="T38" fmla="*/ 2 w 15"/>
                  <a:gd name="T39" fmla="*/ 20 h 22"/>
                  <a:gd name="T40" fmla="*/ 10 w 15"/>
                  <a:gd name="T41"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 h="22">
                    <a:moveTo>
                      <a:pt x="10" y="21"/>
                    </a:moveTo>
                    <a:cubicBezTo>
                      <a:pt x="10" y="20"/>
                      <a:pt x="6" y="18"/>
                      <a:pt x="8" y="17"/>
                    </a:cubicBezTo>
                    <a:cubicBezTo>
                      <a:pt x="9" y="16"/>
                      <a:pt x="9" y="13"/>
                      <a:pt x="11" y="12"/>
                    </a:cubicBezTo>
                    <a:cubicBezTo>
                      <a:pt x="11" y="12"/>
                      <a:pt x="11" y="13"/>
                      <a:pt x="11" y="13"/>
                    </a:cubicBezTo>
                    <a:cubicBezTo>
                      <a:pt x="12" y="13"/>
                      <a:pt x="15" y="11"/>
                      <a:pt x="15" y="10"/>
                    </a:cubicBezTo>
                    <a:cubicBezTo>
                      <a:pt x="15" y="9"/>
                      <a:pt x="11" y="9"/>
                      <a:pt x="11" y="7"/>
                    </a:cubicBezTo>
                    <a:cubicBezTo>
                      <a:pt x="11" y="6"/>
                      <a:pt x="10" y="6"/>
                      <a:pt x="10" y="5"/>
                    </a:cubicBezTo>
                    <a:cubicBezTo>
                      <a:pt x="10" y="4"/>
                      <a:pt x="12" y="5"/>
                      <a:pt x="12" y="4"/>
                    </a:cubicBezTo>
                    <a:cubicBezTo>
                      <a:pt x="12" y="3"/>
                      <a:pt x="12" y="2"/>
                      <a:pt x="12" y="1"/>
                    </a:cubicBezTo>
                    <a:cubicBezTo>
                      <a:pt x="12" y="0"/>
                      <a:pt x="12" y="1"/>
                      <a:pt x="11" y="1"/>
                    </a:cubicBezTo>
                    <a:cubicBezTo>
                      <a:pt x="8" y="1"/>
                      <a:pt x="9" y="2"/>
                      <a:pt x="7" y="4"/>
                    </a:cubicBezTo>
                    <a:cubicBezTo>
                      <a:pt x="6" y="5"/>
                      <a:pt x="3" y="3"/>
                      <a:pt x="2" y="5"/>
                    </a:cubicBezTo>
                    <a:cubicBezTo>
                      <a:pt x="0" y="7"/>
                      <a:pt x="3" y="7"/>
                      <a:pt x="4" y="6"/>
                    </a:cubicBezTo>
                    <a:cubicBezTo>
                      <a:pt x="5" y="5"/>
                      <a:pt x="7" y="6"/>
                      <a:pt x="6" y="8"/>
                    </a:cubicBezTo>
                    <a:cubicBezTo>
                      <a:pt x="6" y="7"/>
                      <a:pt x="4" y="6"/>
                      <a:pt x="4" y="8"/>
                    </a:cubicBezTo>
                    <a:cubicBezTo>
                      <a:pt x="3" y="8"/>
                      <a:pt x="2" y="9"/>
                      <a:pt x="2" y="8"/>
                    </a:cubicBezTo>
                    <a:cubicBezTo>
                      <a:pt x="2" y="9"/>
                      <a:pt x="0" y="7"/>
                      <a:pt x="0" y="9"/>
                    </a:cubicBezTo>
                    <a:cubicBezTo>
                      <a:pt x="0" y="11"/>
                      <a:pt x="0" y="12"/>
                      <a:pt x="0" y="14"/>
                    </a:cubicBezTo>
                    <a:cubicBezTo>
                      <a:pt x="1" y="15"/>
                      <a:pt x="2" y="15"/>
                      <a:pt x="2" y="16"/>
                    </a:cubicBezTo>
                    <a:cubicBezTo>
                      <a:pt x="3" y="18"/>
                      <a:pt x="1" y="19"/>
                      <a:pt x="2" y="20"/>
                    </a:cubicBezTo>
                    <a:cubicBezTo>
                      <a:pt x="4" y="22"/>
                      <a:pt x="8" y="21"/>
                      <a:pt x="10" y="2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59" name="Freeform 655">
                <a:extLst>
                  <a:ext uri="{FF2B5EF4-FFF2-40B4-BE49-F238E27FC236}">
                    <a16:creationId xmlns:a16="http://schemas.microsoft.com/office/drawing/2014/main" id="{13199F2A-3EBD-1E79-319A-0234A27DD189}"/>
                  </a:ext>
                </a:extLst>
              </p:cNvPr>
              <p:cNvSpPr>
                <a:spLocks/>
              </p:cNvSpPr>
              <p:nvPr/>
            </p:nvSpPr>
            <p:spPr bwMode="auto">
              <a:xfrm>
                <a:off x="11977264" y="6172454"/>
                <a:ext cx="417198" cy="484203"/>
              </a:xfrm>
              <a:custGeom>
                <a:avLst/>
                <a:gdLst>
                  <a:gd name="T0" fmla="*/ 44 w 45"/>
                  <a:gd name="T1" fmla="*/ 24 h 52"/>
                  <a:gd name="T2" fmla="*/ 43 w 45"/>
                  <a:gd name="T3" fmla="*/ 18 h 52"/>
                  <a:gd name="T4" fmla="*/ 42 w 45"/>
                  <a:gd name="T5" fmla="*/ 12 h 52"/>
                  <a:gd name="T6" fmla="*/ 41 w 45"/>
                  <a:gd name="T7" fmla="*/ 7 h 52"/>
                  <a:gd name="T8" fmla="*/ 38 w 45"/>
                  <a:gd name="T9" fmla="*/ 4 h 52"/>
                  <a:gd name="T10" fmla="*/ 38 w 45"/>
                  <a:gd name="T11" fmla="*/ 2 h 52"/>
                  <a:gd name="T12" fmla="*/ 37 w 45"/>
                  <a:gd name="T13" fmla="*/ 5 h 52"/>
                  <a:gd name="T14" fmla="*/ 33 w 45"/>
                  <a:gd name="T15" fmla="*/ 4 h 52"/>
                  <a:gd name="T16" fmla="*/ 25 w 45"/>
                  <a:gd name="T17" fmla="*/ 7 h 52"/>
                  <a:gd name="T18" fmla="*/ 26 w 45"/>
                  <a:gd name="T19" fmla="*/ 4 h 52"/>
                  <a:gd name="T20" fmla="*/ 21 w 45"/>
                  <a:gd name="T21" fmla="*/ 4 h 52"/>
                  <a:gd name="T22" fmla="*/ 20 w 45"/>
                  <a:gd name="T23" fmla="*/ 1 h 52"/>
                  <a:gd name="T24" fmla="*/ 13 w 45"/>
                  <a:gd name="T25" fmla="*/ 0 h 52"/>
                  <a:gd name="T26" fmla="*/ 15 w 45"/>
                  <a:gd name="T27" fmla="*/ 3 h 52"/>
                  <a:gd name="T28" fmla="*/ 15 w 45"/>
                  <a:gd name="T29" fmla="*/ 6 h 52"/>
                  <a:gd name="T30" fmla="*/ 17 w 45"/>
                  <a:gd name="T31" fmla="*/ 7 h 52"/>
                  <a:gd name="T32" fmla="*/ 20 w 45"/>
                  <a:gd name="T33" fmla="*/ 9 h 52"/>
                  <a:gd name="T34" fmla="*/ 15 w 45"/>
                  <a:gd name="T35" fmla="*/ 8 h 52"/>
                  <a:gd name="T36" fmla="*/ 14 w 45"/>
                  <a:gd name="T37" fmla="*/ 8 h 52"/>
                  <a:gd name="T38" fmla="*/ 13 w 45"/>
                  <a:gd name="T39" fmla="*/ 10 h 52"/>
                  <a:gd name="T40" fmla="*/ 6 w 45"/>
                  <a:gd name="T41" fmla="*/ 10 h 52"/>
                  <a:gd name="T42" fmla="*/ 6 w 45"/>
                  <a:gd name="T43" fmla="*/ 15 h 52"/>
                  <a:gd name="T44" fmla="*/ 6 w 45"/>
                  <a:gd name="T45" fmla="*/ 17 h 52"/>
                  <a:gd name="T46" fmla="*/ 1 w 45"/>
                  <a:gd name="T47" fmla="*/ 22 h 52"/>
                  <a:gd name="T48" fmla="*/ 2 w 45"/>
                  <a:gd name="T49" fmla="*/ 26 h 52"/>
                  <a:gd name="T50" fmla="*/ 2 w 45"/>
                  <a:gd name="T51" fmla="*/ 30 h 52"/>
                  <a:gd name="T52" fmla="*/ 1 w 45"/>
                  <a:gd name="T53" fmla="*/ 33 h 52"/>
                  <a:gd name="T54" fmla="*/ 3 w 45"/>
                  <a:gd name="T55" fmla="*/ 37 h 52"/>
                  <a:gd name="T56" fmla="*/ 11 w 45"/>
                  <a:gd name="T57" fmla="*/ 40 h 52"/>
                  <a:gd name="T58" fmla="*/ 9 w 45"/>
                  <a:gd name="T59" fmla="*/ 49 h 52"/>
                  <a:gd name="T60" fmla="*/ 19 w 45"/>
                  <a:gd name="T61" fmla="*/ 49 h 52"/>
                  <a:gd name="T62" fmla="*/ 23 w 45"/>
                  <a:gd name="T63" fmla="*/ 51 h 52"/>
                  <a:gd name="T64" fmla="*/ 26 w 45"/>
                  <a:gd name="T65" fmla="*/ 50 h 52"/>
                  <a:gd name="T66" fmla="*/ 33 w 45"/>
                  <a:gd name="T67" fmla="*/ 49 h 52"/>
                  <a:gd name="T68" fmla="*/ 36 w 45"/>
                  <a:gd name="T69" fmla="*/ 49 h 52"/>
                  <a:gd name="T70" fmla="*/ 36 w 45"/>
                  <a:gd name="T71" fmla="*/ 45 h 52"/>
                  <a:gd name="T72" fmla="*/ 40 w 45"/>
                  <a:gd name="T73" fmla="*/ 43 h 52"/>
                  <a:gd name="T74" fmla="*/ 35 w 45"/>
                  <a:gd name="T75" fmla="*/ 37 h 52"/>
                  <a:gd name="T76" fmla="*/ 32 w 45"/>
                  <a:gd name="T77" fmla="*/ 31 h 52"/>
                  <a:gd name="T78" fmla="*/ 41 w 45"/>
                  <a:gd name="T79" fmla="*/ 26 h 52"/>
                  <a:gd name="T80" fmla="*/ 44 w 45"/>
                  <a:gd name="T81" fmla="*/ 28 h 52"/>
                  <a:gd name="T82" fmla="*/ 44 w 45"/>
                  <a:gd name="T83" fmla="*/ 24 h 52"/>
                  <a:gd name="T84" fmla="*/ 44 w 45"/>
                  <a:gd name="T85" fmla="*/ 2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52">
                    <a:moveTo>
                      <a:pt x="44" y="24"/>
                    </a:moveTo>
                    <a:cubicBezTo>
                      <a:pt x="43" y="22"/>
                      <a:pt x="43" y="20"/>
                      <a:pt x="43" y="18"/>
                    </a:cubicBezTo>
                    <a:cubicBezTo>
                      <a:pt x="42" y="16"/>
                      <a:pt x="41" y="15"/>
                      <a:pt x="42" y="12"/>
                    </a:cubicBezTo>
                    <a:cubicBezTo>
                      <a:pt x="43" y="10"/>
                      <a:pt x="42" y="8"/>
                      <a:pt x="41" y="7"/>
                    </a:cubicBezTo>
                    <a:cubicBezTo>
                      <a:pt x="40" y="6"/>
                      <a:pt x="38" y="5"/>
                      <a:pt x="38" y="4"/>
                    </a:cubicBezTo>
                    <a:cubicBezTo>
                      <a:pt x="38" y="4"/>
                      <a:pt x="39" y="3"/>
                      <a:pt x="38" y="2"/>
                    </a:cubicBezTo>
                    <a:cubicBezTo>
                      <a:pt x="37" y="2"/>
                      <a:pt x="37" y="5"/>
                      <a:pt x="37" y="5"/>
                    </a:cubicBezTo>
                    <a:cubicBezTo>
                      <a:pt x="35" y="5"/>
                      <a:pt x="35" y="4"/>
                      <a:pt x="33" y="4"/>
                    </a:cubicBezTo>
                    <a:cubicBezTo>
                      <a:pt x="31" y="5"/>
                      <a:pt x="28" y="7"/>
                      <a:pt x="25" y="7"/>
                    </a:cubicBezTo>
                    <a:cubicBezTo>
                      <a:pt x="24" y="6"/>
                      <a:pt x="26" y="5"/>
                      <a:pt x="26" y="4"/>
                    </a:cubicBezTo>
                    <a:cubicBezTo>
                      <a:pt x="24" y="4"/>
                      <a:pt x="23" y="5"/>
                      <a:pt x="21" y="4"/>
                    </a:cubicBezTo>
                    <a:cubicBezTo>
                      <a:pt x="20" y="3"/>
                      <a:pt x="23" y="1"/>
                      <a:pt x="20" y="1"/>
                    </a:cubicBezTo>
                    <a:cubicBezTo>
                      <a:pt x="18" y="1"/>
                      <a:pt x="16" y="1"/>
                      <a:pt x="13" y="0"/>
                    </a:cubicBezTo>
                    <a:cubicBezTo>
                      <a:pt x="14" y="1"/>
                      <a:pt x="15" y="1"/>
                      <a:pt x="15" y="3"/>
                    </a:cubicBezTo>
                    <a:cubicBezTo>
                      <a:pt x="14" y="4"/>
                      <a:pt x="14" y="4"/>
                      <a:pt x="15" y="6"/>
                    </a:cubicBezTo>
                    <a:cubicBezTo>
                      <a:pt x="15" y="8"/>
                      <a:pt x="15" y="7"/>
                      <a:pt x="17" y="7"/>
                    </a:cubicBezTo>
                    <a:cubicBezTo>
                      <a:pt x="18" y="7"/>
                      <a:pt x="19" y="8"/>
                      <a:pt x="20" y="9"/>
                    </a:cubicBezTo>
                    <a:cubicBezTo>
                      <a:pt x="19" y="8"/>
                      <a:pt x="16" y="8"/>
                      <a:pt x="15" y="8"/>
                    </a:cubicBezTo>
                    <a:cubicBezTo>
                      <a:pt x="15" y="8"/>
                      <a:pt x="14" y="8"/>
                      <a:pt x="14" y="8"/>
                    </a:cubicBezTo>
                    <a:cubicBezTo>
                      <a:pt x="13" y="9"/>
                      <a:pt x="14" y="10"/>
                      <a:pt x="13" y="10"/>
                    </a:cubicBezTo>
                    <a:cubicBezTo>
                      <a:pt x="11" y="11"/>
                      <a:pt x="7" y="6"/>
                      <a:pt x="6" y="10"/>
                    </a:cubicBezTo>
                    <a:cubicBezTo>
                      <a:pt x="7" y="12"/>
                      <a:pt x="8" y="14"/>
                      <a:pt x="6" y="15"/>
                    </a:cubicBezTo>
                    <a:cubicBezTo>
                      <a:pt x="5" y="17"/>
                      <a:pt x="5" y="15"/>
                      <a:pt x="6" y="17"/>
                    </a:cubicBezTo>
                    <a:cubicBezTo>
                      <a:pt x="6" y="22"/>
                      <a:pt x="0" y="20"/>
                      <a:pt x="1" y="22"/>
                    </a:cubicBezTo>
                    <a:cubicBezTo>
                      <a:pt x="1" y="23"/>
                      <a:pt x="2" y="24"/>
                      <a:pt x="2" y="26"/>
                    </a:cubicBezTo>
                    <a:cubicBezTo>
                      <a:pt x="2" y="28"/>
                      <a:pt x="1" y="28"/>
                      <a:pt x="2" y="30"/>
                    </a:cubicBezTo>
                    <a:cubicBezTo>
                      <a:pt x="3" y="31"/>
                      <a:pt x="0" y="33"/>
                      <a:pt x="1" y="33"/>
                    </a:cubicBezTo>
                    <a:cubicBezTo>
                      <a:pt x="3" y="34"/>
                      <a:pt x="2" y="36"/>
                      <a:pt x="3" y="37"/>
                    </a:cubicBezTo>
                    <a:cubicBezTo>
                      <a:pt x="4" y="40"/>
                      <a:pt x="8" y="39"/>
                      <a:pt x="11" y="40"/>
                    </a:cubicBezTo>
                    <a:cubicBezTo>
                      <a:pt x="11" y="40"/>
                      <a:pt x="9" y="48"/>
                      <a:pt x="9" y="49"/>
                    </a:cubicBezTo>
                    <a:cubicBezTo>
                      <a:pt x="13" y="49"/>
                      <a:pt x="15" y="48"/>
                      <a:pt x="19" y="49"/>
                    </a:cubicBezTo>
                    <a:cubicBezTo>
                      <a:pt x="19" y="49"/>
                      <a:pt x="23" y="52"/>
                      <a:pt x="23" y="51"/>
                    </a:cubicBezTo>
                    <a:cubicBezTo>
                      <a:pt x="24" y="49"/>
                      <a:pt x="25" y="49"/>
                      <a:pt x="26" y="50"/>
                    </a:cubicBezTo>
                    <a:cubicBezTo>
                      <a:pt x="27" y="51"/>
                      <a:pt x="32" y="48"/>
                      <a:pt x="33" y="49"/>
                    </a:cubicBezTo>
                    <a:cubicBezTo>
                      <a:pt x="33" y="49"/>
                      <a:pt x="37" y="50"/>
                      <a:pt x="36" y="49"/>
                    </a:cubicBezTo>
                    <a:cubicBezTo>
                      <a:pt x="35" y="46"/>
                      <a:pt x="34" y="46"/>
                      <a:pt x="36" y="45"/>
                    </a:cubicBezTo>
                    <a:cubicBezTo>
                      <a:pt x="38" y="43"/>
                      <a:pt x="38" y="43"/>
                      <a:pt x="40" y="43"/>
                    </a:cubicBezTo>
                    <a:cubicBezTo>
                      <a:pt x="41" y="42"/>
                      <a:pt x="36" y="38"/>
                      <a:pt x="35" y="37"/>
                    </a:cubicBezTo>
                    <a:cubicBezTo>
                      <a:pt x="34" y="37"/>
                      <a:pt x="31" y="32"/>
                      <a:pt x="32" y="31"/>
                    </a:cubicBezTo>
                    <a:cubicBezTo>
                      <a:pt x="36" y="30"/>
                      <a:pt x="38" y="29"/>
                      <a:pt x="41" y="26"/>
                    </a:cubicBezTo>
                    <a:cubicBezTo>
                      <a:pt x="42" y="25"/>
                      <a:pt x="43" y="29"/>
                      <a:pt x="44" y="28"/>
                    </a:cubicBezTo>
                    <a:cubicBezTo>
                      <a:pt x="45" y="27"/>
                      <a:pt x="45" y="25"/>
                      <a:pt x="44" y="24"/>
                    </a:cubicBezTo>
                    <a:cubicBezTo>
                      <a:pt x="44" y="23"/>
                      <a:pt x="44" y="24"/>
                      <a:pt x="44" y="2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0" name="Freeform 656">
                <a:extLst>
                  <a:ext uri="{FF2B5EF4-FFF2-40B4-BE49-F238E27FC236}">
                    <a16:creationId xmlns:a16="http://schemas.microsoft.com/office/drawing/2014/main" id="{F5F867CA-2D24-D963-7A57-D0E3D5E5BF13}"/>
                  </a:ext>
                </a:extLst>
              </p:cNvPr>
              <p:cNvSpPr>
                <a:spLocks/>
              </p:cNvSpPr>
              <p:nvPr/>
            </p:nvSpPr>
            <p:spPr bwMode="auto">
              <a:xfrm>
                <a:off x="12712935" y="6322173"/>
                <a:ext cx="831212" cy="493761"/>
              </a:xfrm>
              <a:custGeom>
                <a:avLst/>
                <a:gdLst>
                  <a:gd name="T0" fmla="*/ 0 w 89"/>
                  <a:gd name="T1" fmla="*/ 27 h 53"/>
                  <a:gd name="T2" fmla="*/ 9 w 89"/>
                  <a:gd name="T3" fmla="*/ 30 h 53"/>
                  <a:gd name="T4" fmla="*/ 16 w 89"/>
                  <a:gd name="T5" fmla="*/ 31 h 53"/>
                  <a:gd name="T6" fmla="*/ 22 w 89"/>
                  <a:gd name="T7" fmla="*/ 28 h 53"/>
                  <a:gd name="T8" fmla="*/ 33 w 89"/>
                  <a:gd name="T9" fmla="*/ 30 h 53"/>
                  <a:gd name="T10" fmla="*/ 40 w 89"/>
                  <a:gd name="T11" fmla="*/ 41 h 53"/>
                  <a:gd name="T12" fmla="*/ 44 w 89"/>
                  <a:gd name="T13" fmla="*/ 38 h 53"/>
                  <a:gd name="T14" fmla="*/ 47 w 89"/>
                  <a:gd name="T15" fmla="*/ 41 h 53"/>
                  <a:gd name="T16" fmla="*/ 57 w 89"/>
                  <a:gd name="T17" fmla="*/ 42 h 53"/>
                  <a:gd name="T18" fmla="*/ 51 w 89"/>
                  <a:gd name="T19" fmla="*/ 46 h 53"/>
                  <a:gd name="T20" fmla="*/ 55 w 89"/>
                  <a:gd name="T21" fmla="*/ 49 h 53"/>
                  <a:gd name="T22" fmla="*/ 59 w 89"/>
                  <a:gd name="T23" fmla="*/ 51 h 53"/>
                  <a:gd name="T24" fmla="*/ 67 w 89"/>
                  <a:gd name="T25" fmla="*/ 48 h 53"/>
                  <a:gd name="T26" fmla="*/ 72 w 89"/>
                  <a:gd name="T27" fmla="*/ 46 h 53"/>
                  <a:gd name="T28" fmla="*/ 68 w 89"/>
                  <a:gd name="T29" fmla="*/ 46 h 53"/>
                  <a:gd name="T30" fmla="*/ 63 w 89"/>
                  <a:gd name="T31" fmla="*/ 44 h 53"/>
                  <a:gd name="T32" fmla="*/ 72 w 89"/>
                  <a:gd name="T33" fmla="*/ 38 h 53"/>
                  <a:gd name="T34" fmla="*/ 78 w 89"/>
                  <a:gd name="T35" fmla="*/ 35 h 53"/>
                  <a:gd name="T36" fmla="*/ 84 w 89"/>
                  <a:gd name="T37" fmla="*/ 31 h 53"/>
                  <a:gd name="T38" fmla="*/ 87 w 89"/>
                  <a:gd name="T39" fmla="*/ 28 h 53"/>
                  <a:gd name="T40" fmla="*/ 86 w 89"/>
                  <a:gd name="T41" fmla="*/ 26 h 53"/>
                  <a:gd name="T42" fmla="*/ 88 w 89"/>
                  <a:gd name="T43" fmla="*/ 25 h 53"/>
                  <a:gd name="T44" fmla="*/ 86 w 89"/>
                  <a:gd name="T45" fmla="*/ 24 h 53"/>
                  <a:gd name="T46" fmla="*/ 88 w 89"/>
                  <a:gd name="T47" fmla="*/ 21 h 53"/>
                  <a:gd name="T48" fmla="*/ 85 w 89"/>
                  <a:gd name="T49" fmla="*/ 19 h 53"/>
                  <a:gd name="T50" fmla="*/ 82 w 89"/>
                  <a:gd name="T51" fmla="*/ 18 h 53"/>
                  <a:gd name="T52" fmla="*/ 78 w 89"/>
                  <a:gd name="T53" fmla="*/ 18 h 53"/>
                  <a:gd name="T54" fmla="*/ 75 w 89"/>
                  <a:gd name="T55" fmla="*/ 15 h 53"/>
                  <a:gd name="T56" fmla="*/ 72 w 89"/>
                  <a:gd name="T57" fmla="*/ 17 h 53"/>
                  <a:gd name="T58" fmla="*/ 69 w 89"/>
                  <a:gd name="T59" fmla="*/ 14 h 53"/>
                  <a:gd name="T60" fmla="*/ 65 w 89"/>
                  <a:gd name="T61" fmla="*/ 14 h 53"/>
                  <a:gd name="T62" fmla="*/ 64 w 89"/>
                  <a:gd name="T63" fmla="*/ 10 h 53"/>
                  <a:gd name="T64" fmla="*/ 60 w 89"/>
                  <a:gd name="T65" fmla="*/ 9 h 53"/>
                  <a:gd name="T66" fmla="*/ 60 w 89"/>
                  <a:gd name="T67" fmla="*/ 5 h 53"/>
                  <a:gd name="T68" fmla="*/ 58 w 89"/>
                  <a:gd name="T69" fmla="*/ 2 h 53"/>
                  <a:gd name="T70" fmla="*/ 53 w 89"/>
                  <a:gd name="T71" fmla="*/ 1 h 53"/>
                  <a:gd name="T72" fmla="*/ 47 w 89"/>
                  <a:gd name="T73" fmla="*/ 2 h 53"/>
                  <a:gd name="T74" fmla="*/ 43 w 89"/>
                  <a:gd name="T75" fmla="*/ 3 h 53"/>
                  <a:gd name="T76" fmla="*/ 41 w 89"/>
                  <a:gd name="T77" fmla="*/ 9 h 53"/>
                  <a:gd name="T78" fmla="*/ 38 w 89"/>
                  <a:gd name="T79" fmla="*/ 7 h 53"/>
                  <a:gd name="T80" fmla="*/ 36 w 89"/>
                  <a:gd name="T81" fmla="*/ 8 h 53"/>
                  <a:gd name="T82" fmla="*/ 34 w 89"/>
                  <a:gd name="T83" fmla="*/ 6 h 53"/>
                  <a:gd name="T84" fmla="*/ 31 w 89"/>
                  <a:gd name="T85" fmla="*/ 7 h 53"/>
                  <a:gd name="T86" fmla="*/ 29 w 89"/>
                  <a:gd name="T87" fmla="*/ 6 h 53"/>
                  <a:gd name="T88" fmla="*/ 28 w 89"/>
                  <a:gd name="T89" fmla="*/ 8 h 53"/>
                  <a:gd name="T90" fmla="*/ 21 w 89"/>
                  <a:gd name="T91" fmla="*/ 5 h 53"/>
                  <a:gd name="T92" fmla="*/ 12 w 89"/>
                  <a:gd name="T93" fmla="*/ 4 h 53"/>
                  <a:gd name="T94" fmla="*/ 6 w 89"/>
                  <a:gd name="T95" fmla="*/ 6 h 53"/>
                  <a:gd name="T96" fmla="*/ 9 w 89"/>
                  <a:gd name="T97" fmla="*/ 11 h 53"/>
                  <a:gd name="T98" fmla="*/ 10 w 89"/>
                  <a:gd name="T99" fmla="*/ 14 h 53"/>
                  <a:gd name="T100" fmla="*/ 5 w 89"/>
                  <a:gd name="T101" fmla="*/ 16 h 53"/>
                  <a:gd name="T102" fmla="*/ 2 w 89"/>
                  <a:gd name="T103" fmla="*/ 23 h 53"/>
                  <a:gd name="T104" fmla="*/ 0 w 89"/>
                  <a:gd name="T105" fmla="*/ 2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9" h="53">
                    <a:moveTo>
                      <a:pt x="0" y="27"/>
                    </a:moveTo>
                    <a:cubicBezTo>
                      <a:pt x="0" y="30"/>
                      <a:pt x="7" y="30"/>
                      <a:pt x="9" y="30"/>
                    </a:cubicBezTo>
                    <a:cubicBezTo>
                      <a:pt x="11" y="30"/>
                      <a:pt x="13" y="32"/>
                      <a:pt x="16" y="31"/>
                    </a:cubicBezTo>
                    <a:cubicBezTo>
                      <a:pt x="17" y="29"/>
                      <a:pt x="20" y="28"/>
                      <a:pt x="22" y="28"/>
                    </a:cubicBezTo>
                    <a:cubicBezTo>
                      <a:pt x="25" y="26"/>
                      <a:pt x="31" y="28"/>
                      <a:pt x="33" y="30"/>
                    </a:cubicBezTo>
                    <a:cubicBezTo>
                      <a:pt x="36" y="34"/>
                      <a:pt x="37" y="38"/>
                      <a:pt x="40" y="41"/>
                    </a:cubicBezTo>
                    <a:cubicBezTo>
                      <a:pt x="42" y="40"/>
                      <a:pt x="42" y="39"/>
                      <a:pt x="44" y="38"/>
                    </a:cubicBezTo>
                    <a:cubicBezTo>
                      <a:pt x="46" y="38"/>
                      <a:pt x="46" y="40"/>
                      <a:pt x="47" y="41"/>
                    </a:cubicBezTo>
                    <a:cubicBezTo>
                      <a:pt x="48" y="42"/>
                      <a:pt x="57" y="43"/>
                      <a:pt x="57" y="42"/>
                    </a:cubicBezTo>
                    <a:cubicBezTo>
                      <a:pt x="57" y="43"/>
                      <a:pt x="51" y="45"/>
                      <a:pt x="51" y="46"/>
                    </a:cubicBezTo>
                    <a:cubicBezTo>
                      <a:pt x="52" y="47"/>
                      <a:pt x="56" y="46"/>
                      <a:pt x="55" y="49"/>
                    </a:cubicBezTo>
                    <a:cubicBezTo>
                      <a:pt x="54" y="51"/>
                      <a:pt x="57" y="53"/>
                      <a:pt x="59" y="51"/>
                    </a:cubicBezTo>
                    <a:cubicBezTo>
                      <a:pt x="61" y="50"/>
                      <a:pt x="64" y="48"/>
                      <a:pt x="67" y="48"/>
                    </a:cubicBezTo>
                    <a:cubicBezTo>
                      <a:pt x="70" y="48"/>
                      <a:pt x="71" y="48"/>
                      <a:pt x="72" y="46"/>
                    </a:cubicBezTo>
                    <a:cubicBezTo>
                      <a:pt x="72" y="46"/>
                      <a:pt x="69" y="46"/>
                      <a:pt x="68" y="46"/>
                    </a:cubicBezTo>
                    <a:cubicBezTo>
                      <a:pt x="66" y="46"/>
                      <a:pt x="64" y="47"/>
                      <a:pt x="63" y="44"/>
                    </a:cubicBezTo>
                    <a:cubicBezTo>
                      <a:pt x="60" y="40"/>
                      <a:pt x="70" y="38"/>
                      <a:pt x="72" y="38"/>
                    </a:cubicBezTo>
                    <a:cubicBezTo>
                      <a:pt x="74" y="37"/>
                      <a:pt x="76" y="36"/>
                      <a:pt x="78" y="35"/>
                    </a:cubicBezTo>
                    <a:cubicBezTo>
                      <a:pt x="79" y="33"/>
                      <a:pt x="81" y="31"/>
                      <a:pt x="84" y="31"/>
                    </a:cubicBezTo>
                    <a:cubicBezTo>
                      <a:pt x="85" y="31"/>
                      <a:pt x="87" y="31"/>
                      <a:pt x="87" y="28"/>
                    </a:cubicBezTo>
                    <a:cubicBezTo>
                      <a:pt x="87" y="27"/>
                      <a:pt x="86" y="27"/>
                      <a:pt x="86" y="26"/>
                    </a:cubicBezTo>
                    <a:cubicBezTo>
                      <a:pt x="86" y="25"/>
                      <a:pt x="88" y="25"/>
                      <a:pt x="88" y="25"/>
                    </a:cubicBezTo>
                    <a:cubicBezTo>
                      <a:pt x="88" y="25"/>
                      <a:pt x="86" y="24"/>
                      <a:pt x="86" y="24"/>
                    </a:cubicBezTo>
                    <a:cubicBezTo>
                      <a:pt x="86" y="23"/>
                      <a:pt x="89" y="23"/>
                      <a:pt x="88" y="21"/>
                    </a:cubicBezTo>
                    <a:cubicBezTo>
                      <a:pt x="88" y="21"/>
                      <a:pt x="86" y="20"/>
                      <a:pt x="85" y="19"/>
                    </a:cubicBezTo>
                    <a:cubicBezTo>
                      <a:pt x="84" y="18"/>
                      <a:pt x="83" y="20"/>
                      <a:pt x="82" y="18"/>
                    </a:cubicBezTo>
                    <a:cubicBezTo>
                      <a:pt x="81" y="17"/>
                      <a:pt x="80" y="17"/>
                      <a:pt x="78" y="18"/>
                    </a:cubicBezTo>
                    <a:cubicBezTo>
                      <a:pt x="77" y="18"/>
                      <a:pt x="76" y="15"/>
                      <a:pt x="75" y="15"/>
                    </a:cubicBezTo>
                    <a:cubicBezTo>
                      <a:pt x="74" y="14"/>
                      <a:pt x="73" y="16"/>
                      <a:pt x="72" y="17"/>
                    </a:cubicBezTo>
                    <a:cubicBezTo>
                      <a:pt x="71" y="17"/>
                      <a:pt x="70" y="14"/>
                      <a:pt x="69" y="14"/>
                    </a:cubicBezTo>
                    <a:cubicBezTo>
                      <a:pt x="68" y="14"/>
                      <a:pt x="65" y="15"/>
                      <a:pt x="65" y="14"/>
                    </a:cubicBezTo>
                    <a:cubicBezTo>
                      <a:pt x="65" y="13"/>
                      <a:pt x="65" y="11"/>
                      <a:pt x="64" y="10"/>
                    </a:cubicBezTo>
                    <a:cubicBezTo>
                      <a:pt x="63" y="9"/>
                      <a:pt x="61" y="10"/>
                      <a:pt x="60" y="9"/>
                    </a:cubicBezTo>
                    <a:cubicBezTo>
                      <a:pt x="59" y="8"/>
                      <a:pt x="58" y="6"/>
                      <a:pt x="60" y="5"/>
                    </a:cubicBezTo>
                    <a:cubicBezTo>
                      <a:pt x="61" y="5"/>
                      <a:pt x="59" y="2"/>
                      <a:pt x="58" y="2"/>
                    </a:cubicBezTo>
                    <a:cubicBezTo>
                      <a:pt x="57" y="1"/>
                      <a:pt x="54" y="2"/>
                      <a:pt x="53" y="1"/>
                    </a:cubicBezTo>
                    <a:cubicBezTo>
                      <a:pt x="50" y="0"/>
                      <a:pt x="50" y="6"/>
                      <a:pt x="47" y="2"/>
                    </a:cubicBezTo>
                    <a:cubicBezTo>
                      <a:pt x="46" y="2"/>
                      <a:pt x="44" y="3"/>
                      <a:pt x="43" y="3"/>
                    </a:cubicBezTo>
                    <a:cubicBezTo>
                      <a:pt x="41" y="4"/>
                      <a:pt x="42" y="9"/>
                      <a:pt x="41" y="9"/>
                    </a:cubicBezTo>
                    <a:cubicBezTo>
                      <a:pt x="40" y="9"/>
                      <a:pt x="39" y="7"/>
                      <a:pt x="38" y="7"/>
                    </a:cubicBezTo>
                    <a:cubicBezTo>
                      <a:pt x="38" y="7"/>
                      <a:pt x="37" y="8"/>
                      <a:pt x="36" y="8"/>
                    </a:cubicBezTo>
                    <a:cubicBezTo>
                      <a:pt x="35" y="8"/>
                      <a:pt x="34" y="7"/>
                      <a:pt x="34" y="6"/>
                    </a:cubicBezTo>
                    <a:cubicBezTo>
                      <a:pt x="34" y="5"/>
                      <a:pt x="32" y="7"/>
                      <a:pt x="31" y="7"/>
                    </a:cubicBezTo>
                    <a:cubicBezTo>
                      <a:pt x="30" y="7"/>
                      <a:pt x="30" y="6"/>
                      <a:pt x="29" y="6"/>
                    </a:cubicBezTo>
                    <a:cubicBezTo>
                      <a:pt x="28" y="6"/>
                      <a:pt x="28" y="7"/>
                      <a:pt x="28" y="8"/>
                    </a:cubicBezTo>
                    <a:cubicBezTo>
                      <a:pt x="28" y="8"/>
                      <a:pt x="21" y="5"/>
                      <a:pt x="21" y="5"/>
                    </a:cubicBezTo>
                    <a:cubicBezTo>
                      <a:pt x="18" y="4"/>
                      <a:pt x="15" y="4"/>
                      <a:pt x="12" y="4"/>
                    </a:cubicBezTo>
                    <a:cubicBezTo>
                      <a:pt x="10" y="4"/>
                      <a:pt x="9" y="6"/>
                      <a:pt x="6" y="6"/>
                    </a:cubicBezTo>
                    <a:cubicBezTo>
                      <a:pt x="6" y="9"/>
                      <a:pt x="9" y="9"/>
                      <a:pt x="9" y="11"/>
                    </a:cubicBezTo>
                    <a:cubicBezTo>
                      <a:pt x="9" y="12"/>
                      <a:pt x="10" y="13"/>
                      <a:pt x="10" y="14"/>
                    </a:cubicBezTo>
                    <a:cubicBezTo>
                      <a:pt x="9" y="15"/>
                      <a:pt x="6" y="15"/>
                      <a:pt x="5" y="16"/>
                    </a:cubicBezTo>
                    <a:cubicBezTo>
                      <a:pt x="2" y="18"/>
                      <a:pt x="3" y="20"/>
                      <a:pt x="2" y="23"/>
                    </a:cubicBezTo>
                    <a:cubicBezTo>
                      <a:pt x="2" y="25"/>
                      <a:pt x="1" y="26"/>
                      <a:pt x="0" y="2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1" name="Freeform 657">
                <a:extLst>
                  <a:ext uri="{FF2B5EF4-FFF2-40B4-BE49-F238E27FC236}">
                    <a16:creationId xmlns:a16="http://schemas.microsoft.com/office/drawing/2014/main" id="{C3B3E0E5-5F11-F86A-CAEA-FB94BFB20902}"/>
                  </a:ext>
                </a:extLst>
              </p:cNvPr>
              <p:cNvSpPr>
                <a:spLocks/>
              </p:cNvSpPr>
              <p:nvPr/>
            </p:nvSpPr>
            <p:spPr bwMode="auto">
              <a:xfrm>
                <a:off x="12451788" y="6506933"/>
                <a:ext cx="280256" cy="114679"/>
              </a:xfrm>
              <a:custGeom>
                <a:avLst/>
                <a:gdLst>
                  <a:gd name="T0" fmla="*/ 30 w 30"/>
                  <a:gd name="T1" fmla="*/ 4 h 12"/>
                  <a:gd name="T2" fmla="*/ 22 w 30"/>
                  <a:gd name="T3" fmla="*/ 0 h 12"/>
                  <a:gd name="T4" fmla="*/ 17 w 30"/>
                  <a:gd name="T5" fmla="*/ 0 h 12"/>
                  <a:gd name="T6" fmla="*/ 14 w 30"/>
                  <a:gd name="T7" fmla="*/ 1 h 12"/>
                  <a:gd name="T8" fmla="*/ 11 w 30"/>
                  <a:gd name="T9" fmla="*/ 0 h 12"/>
                  <a:gd name="T10" fmla="*/ 8 w 30"/>
                  <a:gd name="T11" fmla="*/ 3 h 12"/>
                  <a:gd name="T12" fmla="*/ 3 w 30"/>
                  <a:gd name="T13" fmla="*/ 9 h 12"/>
                  <a:gd name="T14" fmla="*/ 11 w 30"/>
                  <a:gd name="T15" fmla="*/ 11 h 12"/>
                  <a:gd name="T16" fmla="*/ 13 w 30"/>
                  <a:gd name="T17" fmla="*/ 9 h 12"/>
                  <a:gd name="T18" fmla="*/ 18 w 30"/>
                  <a:gd name="T19" fmla="*/ 9 h 12"/>
                  <a:gd name="T20" fmla="*/ 19 w 30"/>
                  <a:gd name="T21" fmla="*/ 6 h 12"/>
                  <a:gd name="T22" fmla="*/ 24 w 30"/>
                  <a:gd name="T23" fmla="*/ 7 h 12"/>
                  <a:gd name="T24" fmla="*/ 28 w 30"/>
                  <a:gd name="T25" fmla="*/ 7 h 12"/>
                  <a:gd name="T26" fmla="*/ 30 w 30"/>
                  <a:gd name="T2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12">
                    <a:moveTo>
                      <a:pt x="30" y="4"/>
                    </a:moveTo>
                    <a:cubicBezTo>
                      <a:pt x="27" y="2"/>
                      <a:pt x="26" y="0"/>
                      <a:pt x="22" y="0"/>
                    </a:cubicBezTo>
                    <a:cubicBezTo>
                      <a:pt x="20" y="0"/>
                      <a:pt x="19" y="0"/>
                      <a:pt x="17" y="0"/>
                    </a:cubicBezTo>
                    <a:cubicBezTo>
                      <a:pt x="15" y="0"/>
                      <a:pt x="15" y="1"/>
                      <a:pt x="14" y="1"/>
                    </a:cubicBezTo>
                    <a:cubicBezTo>
                      <a:pt x="13" y="1"/>
                      <a:pt x="12" y="0"/>
                      <a:pt x="11" y="0"/>
                    </a:cubicBezTo>
                    <a:cubicBezTo>
                      <a:pt x="10" y="1"/>
                      <a:pt x="9" y="2"/>
                      <a:pt x="8" y="3"/>
                    </a:cubicBezTo>
                    <a:cubicBezTo>
                      <a:pt x="6" y="5"/>
                      <a:pt x="0" y="4"/>
                      <a:pt x="3" y="9"/>
                    </a:cubicBezTo>
                    <a:cubicBezTo>
                      <a:pt x="4" y="11"/>
                      <a:pt x="8" y="12"/>
                      <a:pt x="11" y="11"/>
                    </a:cubicBezTo>
                    <a:cubicBezTo>
                      <a:pt x="12" y="11"/>
                      <a:pt x="12" y="9"/>
                      <a:pt x="13" y="9"/>
                    </a:cubicBezTo>
                    <a:cubicBezTo>
                      <a:pt x="15" y="9"/>
                      <a:pt x="17" y="9"/>
                      <a:pt x="18" y="9"/>
                    </a:cubicBezTo>
                    <a:cubicBezTo>
                      <a:pt x="19" y="9"/>
                      <a:pt x="19" y="7"/>
                      <a:pt x="19" y="6"/>
                    </a:cubicBezTo>
                    <a:cubicBezTo>
                      <a:pt x="20" y="5"/>
                      <a:pt x="23" y="7"/>
                      <a:pt x="24" y="7"/>
                    </a:cubicBezTo>
                    <a:cubicBezTo>
                      <a:pt x="25" y="7"/>
                      <a:pt x="27" y="7"/>
                      <a:pt x="28" y="7"/>
                    </a:cubicBezTo>
                    <a:cubicBezTo>
                      <a:pt x="29" y="7"/>
                      <a:pt x="29" y="5"/>
                      <a:pt x="30"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2" name="Freeform 658">
                <a:extLst>
                  <a:ext uri="{FF2B5EF4-FFF2-40B4-BE49-F238E27FC236}">
                    <a16:creationId xmlns:a16="http://schemas.microsoft.com/office/drawing/2014/main" id="{58432791-09D1-C1B5-DEC6-C2C7FA6339ED}"/>
                  </a:ext>
                </a:extLst>
              </p:cNvPr>
              <p:cNvSpPr>
                <a:spLocks/>
              </p:cNvSpPr>
              <p:nvPr/>
            </p:nvSpPr>
            <p:spPr bwMode="auto">
              <a:xfrm>
                <a:off x="12760703" y="6086441"/>
                <a:ext cx="439491" cy="328114"/>
              </a:xfrm>
              <a:custGeom>
                <a:avLst/>
                <a:gdLst>
                  <a:gd name="T0" fmla="*/ 11 w 47"/>
                  <a:gd name="T1" fmla="*/ 29 h 35"/>
                  <a:gd name="T2" fmla="*/ 18 w 47"/>
                  <a:gd name="T3" fmla="*/ 30 h 35"/>
                  <a:gd name="T4" fmla="*/ 23 w 47"/>
                  <a:gd name="T5" fmla="*/ 33 h 35"/>
                  <a:gd name="T6" fmla="*/ 25 w 47"/>
                  <a:gd name="T7" fmla="*/ 31 h 35"/>
                  <a:gd name="T8" fmla="*/ 29 w 47"/>
                  <a:gd name="T9" fmla="*/ 32 h 35"/>
                  <a:gd name="T10" fmla="*/ 33 w 47"/>
                  <a:gd name="T11" fmla="*/ 32 h 35"/>
                  <a:gd name="T12" fmla="*/ 36 w 47"/>
                  <a:gd name="T13" fmla="*/ 33 h 35"/>
                  <a:gd name="T14" fmla="*/ 38 w 47"/>
                  <a:gd name="T15" fmla="*/ 28 h 35"/>
                  <a:gd name="T16" fmla="*/ 42 w 47"/>
                  <a:gd name="T17" fmla="*/ 27 h 35"/>
                  <a:gd name="T18" fmla="*/ 40 w 47"/>
                  <a:gd name="T19" fmla="*/ 22 h 35"/>
                  <a:gd name="T20" fmla="*/ 44 w 47"/>
                  <a:gd name="T21" fmla="*/ 21 h 35"/>
                  <a:gd name="T22" fmla="*/ 45 w 47"/>
                  <a:gd name="T23" fmla="*/ 17 h 35"/>
                  <a:gd name="T24" fmla="*/ 42 w 47"/>
                  <a:gd name="T25" fmla="*/ 15 h 35"/>
                  <a:gd name="T26" fmla="*/ 39 w 47"/>
                  <a:gd name="T27" fmla="*/ 11 h 35"/>
                  <a:gd name="T28" fmla="*/ 38 w 47"/>
                  <a:gd name="T29" fmla="*/ 6 h 35"/>
                  <a:gd name="T30" fmla="*/ 35 w 47"/>
                  <a:gd name="T31" fmla="*/ 2 h 35"/>
                  <a:gd name="T32" fmla="*/ 33 w 47"/>
                  <a:gd name="T33" fmla="*/ 2 h 35"/>
                  <a:gd name="T34" fmla="*/ 30 w 47"/>
                  <a:gd name="T35" fmla="*/ 1 h 35"/>
                  <a:gd name="T36" fmla="*/ 28 w 47"/>
                  <a:gd name="T37" fmla="*/ 2 h 35"/>
                  <a:gd name="T38" fmla="*/ 25 w 47"/>
                  <a:gd name="T39" fmla="*/ 0 h 35"/>
                  <a:gd name="T40" fmla="*/ 22 w 47"/>
                  <a:gd name="T41" fmla="*/ 2 h 35"/>
                  <a:gd name="T42" fmla="*/ 17 w 47"/>
                  <a:gd name="T43" fmla="*/ 3 h 35"/>
                  <a:gd name="T44" fmla="*/ 17 w 47"/>
                  <a:gd name="T45" fmla="*/ 6 h 35"/>
                  <a:gd name="T46" fmla="*/ 13 w 47"/>
                  <a:gd name="T47" fmla="*/ 9 h 35"/>
                  <a:gd name="T48" fmla="*/ 12 w 47"/>
                  <a:gd name="T49" fmla="*/ 13 h 35"/>
                  <a:gd name="T50" fmla="*/ 8 w 47"/>
                  <a:gd name="T51" fmla="*/ 14 h 35"/>
                  <a:gd name="T52" fmla="*/ 1 w 47"/>
                  <a:gd name="T53" fmla="*/ 16 h 35"/>
                  <a:gd name="T54" fmla="*/ 2 w 47"/>
                  <a:gd name="T55" fmla="*/ 24 h 35"/>
                  <a:gd name="T56" fmla="*/ 1 w 47"/>
                  <a:gd name="T57" fmla="*/ 27 h 35"/>
                  <a:gd name="T58" fmla="*/ 1 w 47"/>
                  <a:gd name="T59" fmla="*/ 31 h 35"/>
                  <a:gd name="T60" fmla="*/ 5 w 47"/>
                  <a:gd name="T61" fmla="*/ 30 h 35"/>
                  <a:gd name="T62" fmla="*/ 11 w 47"/>
                  <a:gd name="T63"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35">
                    <a:moveTo>
                      <a:pt x="11" y="29"/>
                    </a:moveTo>
                    <a:cubicBezTo>
                      <a:pt x="14" y="29"/>
                      <a:pt x="16" y="30"/>
                      <a:pt x="18" y="30"/>
                    </a:cubicBezTo>
                    <a:cubicBezTo>
                      <a:pt x="18" y="30"/>
                      <a:pt x="23" y="33"/>
                      <a:pt x="23" y="33"/>
                    </a:cubicBezTo>
                    <a:cubicBezTo>
                      <a:pt x="23" y="32"/>
                      <a:pt x="24" y="29"/>
                      <a:pt x="25" y="31"/>
                    </a:cubicBezTo>
                    <a:cubicBezTo>
                      <a:pt x="27" y="34"/>
                      <a:pt x="28" y="29"/>
                      <a:pt x="29" y="32"/>
                    </a:cubicBezTo>
                    <a:cubicBezTo>
                      <a:pt x="30" y="34"/>
                      <a:pt x="32" y="32"/>
                      <a:pt x="33" y="32"/>
                    </a:cubicBezTo>
                    <a:cubicBezTo>
                      <a:pt x="34" y="31"/>
                      <a:pt x="36" y="35"/>
                      <a:pt x="36" y="33"/>
                    </a:cubicBezTo>
                    <a:cubicBezTo>
                      <a:pt x="37" y="31"/>
                      <a:pt x="36" y="29"/>
                      <a:pt x="38" y="28"/>
                    </a:cubicBezTo>
                    <a:cubicBezTo>
                      <a:pt x="39" y="28"/>
                      <a:pt x="41" y="27"/>
                      <a:pt x="42" y="27"/>
                    </a:cubicBezTo>
                    <a:cubicBezTo>
                      <a:pt x="41" y="26"/>
                      <a:pt x="40" y="24"/>
                      <a:pt x="40" y="22"/>
                    </a:cubicBezTo>
                    <a:cubicBezTo>
                      <a:pt x="40" y="20"/>
                      <a:pt x="42" y="22"/>
                      <a:pt x="44" y="21"/>
                    </a:cubicBezTo>
                    <a:cubicBezTo>
                      <a:pt x="46" y="21"/>
                      <a:pt x="47" y="19"/>
                      <a:pt x="45" y="17"/>
                    </a:cubicBezTo>
                    <a:cubicBezTo>
                      <a:pt x="44" y="16"/>
                      <a:pt x="43" y="17"/>
                      <a:pt x="42" y="15"/>
                    </a:cubicBezTo>
                    <a:cubicBezTo>
                      <a:pt x="41" y="14"/>
                      <a:pt x="40" y="13"/>
                      <a:pt x="39" y="11"/>
                    </a:cubicBezTo>
                    <a:cubicBezTo>
                      <a:pt x="38" y="10"/>
                      <a:pt x="38" y="8"/>
                      <a:pt x="38" y="6"/>
                    </a:cubicBezTo>
                    <a:cubicBezTo>
                      <a:pt x="39" y="4"/>
                      <a:pt x="36" y="2"/>
                      <a:pt x="35" y="2"/>
                    </a:cubicBezTo>
                    <a:cubicBezTo>
                      <a:pt x="34" y="1"/>
                      <a:pt x="34" y="2"/>
                      <a:pt x="33" y="2"/>
                    </a:cubicBezTo>
                    <a:cubicBezTo>
                      <a:pt x="31" y="3"/>
                      <a:pt x="31" y="2"/>
                      <a:pt x="30" y="1"/>
                    </a:cubicBezTo>
                    <a:cubicBezTo>
                      <a:pt x="29" y="0"/>
                      <a:pt x="29" y="2"/>
                      <a:pt x="28" y="2"/>
                    </a:cubicBezTo>
                    <a:cubicBezTo>
                      <a:pt x="27" y="2"/>
                      <a:pt x="25" y="0"/>
                      <a:pt x="25" y="0"/>
                    </a:cubicBezTo>
                    <a:cubicBezTo>
                      <a:pt x="23" y="0"/>
                      <a:pt x="23" y="2"/>
                      <a:pt x="22" y="2"/>
                    </a:cubicBezTo>
                    <a:cubicBezTo>
                      <a:pt x="20" y="3"/>
                      <a:pt x="19" y="3"/>
                      <a:pt x="17" y="3"/>
                    </a:cubicBezTo>
                    <a:cubicBezTo>
                      <a:pt x="16" y="4"/>
                      <a:pt x="17" y="6"/>
                      <a:pt x="17" y="6"/>
                    </a:cubicBezTo>
                    <a:cubicBezTo>
                      <a:pt x="16" y="8"/>
                      <a:pt x="13" y="7"/>
                      <a:pt x="13" y="9"/>
                    </a:cubicBezTo>
                    <a:cubicBezTo>
                      <a:pt x="12" y="10"/>
                      <a:pt x="12" y="11"/>
                      <a:pt x="12" y="13"/>
                    </a:cubicBezTo>
                    <a:cubicBezTo>
                      <a:pt x="12" y="14"/>
                      <a:pt x="9" y="14"/>
                      <a:pt x="8" y="14"/>
                    </a:cubicBezTo>
                    <a:cubicBezTo>
                      <a:pt x="5" y="15"/>
                      <a:pt x="4" y="16"/>
                      <a:pt x="1" y="16"/>
                    </a:cubicBezTo>
                    <a:cubicBezTo>
                      <a:pt x="2" y="19"/>
                      <a:pt x="5" y="21"/>
                      <a:pt x="2" y="24"/>
                    </a:cubicBezTo>
                    <a:cubicBezTo>
                      <a:pt x="0" y="25"/>
                      <a:pt x="0" y="26"/>
                      <a:pt x="1" y="27"/>
                    </a:cubicBezTo>
                    <a:cubicBezTo>
                      <a:pt x="3" y="28"/>
                      <a:pt x="1" y="30"/>
                      <a:pt x="1" y="31"/>
                    </a:cubicBezTo>
                    <a:cubicBezTo>
                      <a:pt x="3" y="31"/>
                      <a:pt x="4" y="31"/>
                      <a:pt x="5" y="30"/>
                    </a:cubicBezTo>
                    <a:cubicBezTo>
                      <a:pt x="7" y="29"/>
                      <a:pt x="10" y="29"/>
                      <a:pt x="11" y="2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3" name="Freeform 659">
                <a:extLst>
                  <a:ext uri="{FF2B5EF4-FFF2-40B4-BE49-F238E27FC236}">
                    <a16:creationId xmlns:a16="http://schemas.microsoft.com/office/drawing/2014/main" id="{4AA43E2F-EBA6-8288-5F09-62C7949AC151}"/>
                  </a:ext>
                </a:extLst>
              </p:cNvPr>
              <p:cNvSpPr>
                <a:spLocks/>
              </p:cNvSpPr>
              <p:nvPr/>
            </p:nvSpPr>
            <p:spPr bwMode="auto">
              <a:xfrm>
                <a:off x="12658794" y="6067328"/>
                <a:ext cx="270700" cy="178393"/>
              </a:xfrm>
              <a:custGeom>
                <a:avLst/>
                <a:gdLst>
                  <a:gd name="T0" fmla="*/ 16 w 29"/>
                  <a:gd name="T1" fmla="*/ 18 h 19"/>
                  <a:gd name="T2" fmla="*/ 23 w 29"/>
                  <a:gd name="T3" fmla="*/ 15 h 19"/>
                  <a:gd name="T4" fmla="*/ 23 w 29"/>
                  <a:gd name="T5" fmla="*/ 12 h 19"/>
                  <a:gd name="T6" fmla="*/ 27 w 29"/>
                  <a:gd name="T7" fmla="*/ 9 h 19"/>
                  <a:gd name="T8" fmla="*/ 26 w 29"/>
                  <a:gd name="T9" fmla="*/ 4 h 19"/>
                  <a:gd name="T10" fmla="*/ 19 w 29"/>
                  <a:gd name="T11" fmla="*/ 1 h 19"/>
                  <a:gd name="T12" fmla="*/ 10 w 29"/>
                  <a:gd name="T13" fmla="*/ 1 h 19"/>
                  <a:gd name="T14" fmla="*/ 0 w 29"/>
                  <a:gd name="T15" fmla="*/ 4 h 19"/>
                  <a:gd name="T16" fmla="*/ 1 w 29"/>
                  <a:gd name="T17" fmla="*/ 6 h 19"/>
                  <a:gd name="T18" fmla="*/ 2 w 29"/>
                  <a:gd name="T19" fmla="*/ 9 h 19"/>
                  <a:gd name="T20" fmla="*/ 5 w 29"/>
                  <a:gd name="T21" fmla="*/ 10 h 19"/>
                  <a:gd name="T22" fmla="*/ 9 w 29"/>
                  <a:gd name="T23" fmla="*/ 11 h 19"/>
                  <a:gd name="T24" fmla="*/ 8 w 29"/>
                  <a:gd name="T25" fmla="*/ 15 h 19"/>
                  <a:gd name="T26" fmla="*/ 12 w 29"/>
                  <a:gd name="T27" fmla="*/ 18 h 19"/>
                  <a:gd name="T28" fmla="*/ 16 w 29"/>
                  <a:gd name="T29" fmla="*/ 18 h 19"/>
                  <a:gd name="T30" fmla="*/ 16 w 29"/>
                  <a:gd name="T3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9">
                    <a:moveTo>
                      <a:pt x="16" y="18"/>
                    </a:moveTo>
                    <a:cubicBezTo>
                      <a:pt x="18" y="16"/>
                      <a:pt x="21" y="16"/>
                      <a:pt x="23" y="15"/>
                    </a:cubicBezTo>
                    <a:cubicBezTo>
                      <a:pt x="23" y="14"/>
                      <a:pt x="23" y="13"/>
                      <a:pt x="23" y="12"/>
                    </a:cubicBezTo>
                    <a:cubicBezTo>
                      <a:pt x="24" y="10"/>
                      <a:pt x="25" y="10"/>
                      <a:pt x="27" y="9"/>
                    </a:cubicBezTo>
                    <a:cubicBezTo>
                      <a:pt x="29" y="8"/>
                      <a:pt x="28" y="5"/>
                      <a:pt x="26" y="4"/>
                    </a:cubicBezTo>
                    <a:cubicBezTo>
                      <a:pt x="24" y="3"/>
                      <a:pt x="22" y="2"/>
                      <a:pt x="19" y="1"/>
                    </a:cubicBezTo>
                    <a:cubicBezTo>
                      <a:pt x="17" y="0"/>
                      <a:pt x="13" y="1"/>
                      <a:pt x="10" y="1"/>
                    </a:cubicBezTo>
                    <a:cubicBezTo>
                      <a:pt x="8" y="1"/>
                      <a:pt x="0" y="0"/>
                      <a:pt x="0" y="4"/>
                    </a:cubicBezTo>
                    <a:cubicBezTo>
                      <a:pt x="0" y="4"/>
                      <a:pt x="1" y="5"/>
                      <a:pt x="1" y="6"/>
                    </a:cubicBezTo>
                    <a:cubicBezTo>
                      <a:pt x="2" y="7"/>
                      <a:pt x="1" y="8"/>
                      <a:pt x="2" y="9"/>
                    </a:cubicBezTo>
                    <a:cubicBezTo>
                      <a:pt x="3" y="9"/>
                      <a:pt x="4" y="11"/>
                      <a:pt x="5" y="10"/>
                    </a:cubicBezTo>
                    <a:cubicBezTo>
                      <a:pt x="7" y="10"/>
                      <a:pt x="9" y="9"/>
                      <a:pt x="9" y="11"/>
                    </a:cubicBezTo>
                    <a:cubicBezTo>
                      <a:pt x="9" y="12"/>
                      <a:pt x="9" y="14"/>
                      <a:pt x="8" y="15"/>
                    </a:cubicBezTo>
                    <a:cubicBezTo>
                      <a:pt x="11" y="15"/>
                      <a:pt x="11" y="15"/>
                      <a:pt x="12" y="18"/>
                    </a:cubicBezTo>
                    <a:cubicBezTo>
                      <a:pt x="13" y="18"/>
                      <a:pt x="16" y="18"/>
                      <a:pt x="16" y="18"/>
                    </a:cubicBezTo>
                    <a:cubicBezTo>
                      <a:pt x="17" y="17"/>
                      <a:pt x="15" y="19"/>
                      <a:pt x="16" y="1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4" name="Freeform 660">
                <a:extLst>
                  <a:ext uri="{FF2B5EF4-FFF2-40B4-BE49-F238E27FC236}">
                    <a16:creationId xmlns:a16="http://schemas.microsoft.com/office/drawing/2014/main" id="{820EE7A8-8E04-42EF-8C77-D13D7FB7B8B4}"/>
                  </a:ext>
                </a:extLst>
              </p:cNvPr>
              <p:cNvSpPr>
                <a:spLocks/>
              </p:cNvSpPr>
              <p:nvPr/>
            </p:nvSpPr>
            <p:spPr bwMode="auto">
              <a:xfrm>
                <a:off x="12658794" y="5955834"/>
                <a:ext cx="334397" cy="168837"/>
              </a:xfrm>
              <a:custGeom>
                <a:avLst/>
                <a:gdLst>
                  <a:gd name="T0" fmla="*/ 11 w 36"/>
                  <a:gd name="T1" fmla="*/ 13 h 18"/>
                  <a:gd name="T2" fmla="*/ 19 w 36"/>
                  <a:gd name="T3" fmla="*/ 12 h 18"/>
                  <a:gd name="T4" fmla="*/ 25 w 36"/>
                  <a:gd name="T5" fmla="*/ 15 h 18"/>
                  <a:gd name="T6" fmla="*/ 29 w 36"/>
                  <a:gd name="T7" fmla="*/ 17 h 18"/>
                  <a:gd name="T8" fmla="*/ 33 w 36"/>
                  <a:gd name="T9" fmla="*/ 16 h 18"/>
                  <a:gd name="T10" fmla="*/ 36 w 36"/>
                  <a:gd name="T11" fmla="*/ 14 h 18"/>
                  <a:gd name="T12" fmla="*/ 34 w 36"/>
                  <a:gd name="T13" fmla="*/ 8 h 18"/>
                  <a:gd name="T14" fmla="*/ 31 w 36"/>
                  <a:gd name="T15" fmla="*/ 4 h 18"/>
                  <a:gd name="T16" fmla="*/ 25 w 36"/>
                  <a:gd name="T17" fmla="*/ 3 h 18"/>
                  <a:gd name="T18" fmla="*/ 18 w 36"/>
                  <a:gd name="T19" fmla="*/ 1 h 18"/>
                  <a:gd name="T20" fmla="*/ 17 w 36"/>
                  <a:gd name="T21" fmla="*/ 5 h 18"/>
                  <a:gd name="T22" fmla="*/ 15 w 36"/>
                  <a:gd name="T23" fmla="*/ 7 h 18"/>
                  <a:gd name="T24" fmla="*/ 8 w 36"/>
                  <a:gd name="T25" fmla="*/ 4 h 18"/>
                  <a:gd name="T26" fmla="*/ 0 w 36"/>
                  <a:gd name="T27" fmla="*/ 15 h 18"/>
                  <a:gd name="T28" fmla="*/ 11 w 36"/>
                  <a:gd name="T29"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18">
                    <a:moveTo>
                      <a:pt x="11" y="13"/>
                    </a:moveTo>
                    <a:cubicBezTo>
                      <a:pt x="14" y="13"/>
                      <a:pt x="16" y="12"/>
                      <a:pt x="19" y="12"/>
                    </a:cubicBezTo>
                    <a:cubicBezTo>
                      <a:pt x="20" y="12"/>
                      <a:pt x="24" y="14"/>
                      <a:pt x="25" y="15"/>
                    </a:cubicBezTo>
                    <a:cubicBezTo>
                      <a:pt x="26" y="16"/>
                      <a:pt x="27" y="18"/>
                      <a:pt x="29" y="17"/>
                    </a:cubicBezTo>
                    <a:cubicBezTo>
                      <a:pt x="30" y="17"/>
                      <a:pt x="31" y="16"/>
                      <a:pt x="33" y="16"/>
                    </a:cubicBezTo>
                    <a:cubicBezTo>
                      <a:pt x="34" y="16"/>
                      <a:pt x="34" y="14"/>
                      <a:pt x="36" y="14"/>
                    </a:cubicBezTo>
                    <a:cubicBezTo>
                      <a:pt x="35" y="12"/>
                      <a:pt x="33" y="9"/>
                      <a:pt x="34" y="8"/>
                    </a:cubicBezTo>
                    <a:cubicBezTo>
                      <a:pt x="35" y="6"/>
                      <a:pt x="32" y="4"/>
                      <a:pt x="31" y="4"/>
                    </a:cubicBezTo>
                    <a:cubicBezTo>
                      <a:pt x="29" y="3"/>
                      <a:pt x="27" y="5"/>
                      <a:pt x="25" y="3"/>
                    </a:cubicBezTo>
                    <a:cubicBezTo>
                      <a:pt x="22" y="1"/>
                      <a:pt x="21" y="0"/>
                      <a:pt x="18" y="1"/>
                    </a:cubicBezTo>
                    <a:cubicBezTo>
                      <a:pt x="16" y="2"/>
                      <a:pt x="17" y="3"/>
                      <a:pt x="17" y="5"/>
                    </a:cubicBezTo>
                    <a:cubicBezTo>
                      <a:pt x="16" y="6"/>
                      <a:pt x="16" y="7"/>
                      <a:pt x="15" y="7"/>
                    </a:cubicBezTo>
                    <a:cubicBezTo>
                      <a:pt x="12" y="9"/>
                      <a:pt x="10" y="5"/>
                      <a:pt x="8" y="4"/>
                    </a:cubicBezTo>
                    <a:cubicBezTo>
                      <a:pt x="3" y="0"/>
                      <a:pt x="0" y="11"/>
                      <a:pt x="0" y="15"/>
                    </a:cubicBezTo>
                    <a:cubicBezTo>
                      <a:pt x="4" y="13"/>
                      <a:pt x="7" y="13"/>
                      <a:pt x="11" y="1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5" name="Freeform 661">
                <a:extLst>
                  <a:ext uri="{FF2B5EF4-FFF2-40B4-BE49-F238E27FC236}">
                    <a16:creationId xmlns:a16="http://schemas.microsoft.com/office/drawing/2014/main" id="{2364F888-C1E2-4893-C8C1-1BCDF5FAA774}"/>
                  </a:ext>
                </a:extLst>
              </p:cNvPr>
              <p:cNvSpPr>
                <a:spLocks/>
              </p:cNvSpPr>
              <p:nvPr/>
            </p:nvSpPr>
            <p:spPr bwMode="auto">
              <a:xfrm>
                <a:off x="12760703" y="5853898"/>
                <a:ext cx="222932" cy="140163"/>
              </a:xfrm>
              <a:custGeom>
                <a:avLst/>
                <a:gdLst>
                  <a:gd name="T0" fmla="*/ 16 w 24"/>
                  <a:gd name="T1" fmla="*/ 15 h 15"/>
                  <a:gd name="T2" fmla="*/ 20 w 24"/>
                  <a:gd name="T3" fmla="*/ 15 h 15"/>
                  <a:gd name="T4" fmla="*/ 22 w 24"/>
                  <a:gd name="T5" fmla="*/ 13 h 15"/>
                  <a:gd name="T6" fmla="*/ 22 w 24"/>
                  <a:gd name="T7" fmla="*/ 10 h 15"/>
                  <a:gd name="T8" fmla="*/ 21 w 24"/>
                  <a:gd name="T9" fmla="*/ 5 h 15"/>
                  <a:gd name="T10" fmla="*/ 24 w 24"/>
                  <a:gd name="T11" fmla="*/ 0 h 15"/>
                  <a:gd name="T12" fmla="*/ 12 w 24"/>
                  <a:gd name="T13" fmla="*/ 0 h 15"/>
                  <a:gd name="T14" fmla="*/ 6 w 24"/>
                  <a:gd name="T15" fmla="*/ 1 h 15"/>
                  <a:gd name="T16" fmla="*/ 0 w 24"/>
                  <a:gd name="T17" fmla="*/ 5 h 15"/>
                  <a:gd name="T18" fmla="*/ 2 w 24"/>
                  <a:gd name="T19" fmla="*/ 6 h 15"/>
                  <a:gd name="T20" fmla="*/ 2 w 24"/>
                  <a:gd name="T21" fmla="*/ 8 h 15"/>
                  <a:gd name="T22" fmla="*/ 7 w 24"/>
                  <a:gd name="T23" fmla="*/ 9 h 15"/>
                  <a:gd name="T24" fmla="*/ 6 w 24"/>
                  <a:gd name="T25" fmla="*/ 13 h 15"/>
                  <a:gd name="T26" fmla="*/ 11 w 24"/>
                  <a:gd name="T27" fmla="*/ 12 h 15"/>
                  <a:gd name="T28" fmla="*/ 16 w 24"/>
                  <a:gd name="T2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15">
                    <a:moveTo>
                      <a:pt x="16" y="15"/>
                    </a:moveTo>
                    <a:cubicBezTo>
                      <a:pt x="17" y="15"/>
                      <a:pt x="19" y="15"/>
                      <a:pt x="20" y="15"/>
                    </a:cubicBezTo>
                    <a:cubicBezTo>
                      <a:pt x="20" y="14"/>
                      <a:pt x="22" y="14"/>
                      <a:pt x="22" y="13"/>
                    </a:cubicBezTo>
                    <a:cubicBezTo>
                      <a:pt x="22" y="12"/>
                      <a:pt x="22" y="11"/>
                      <a:pt x="22" y="10"/>
                    </a:cubicBezTo>
                    <a:cubicBezTo>
                      <a:pt x="21" y="8"/>
                      <a:pt x="20" y="7"/>
                      <a:pt x="21" y="5"/>
                    </a:cubicBezTo>
                    <a:cubicBezTo>
                      <a:pt x="23" y="4"/>
                      <a:pt x="24" y="2"/>
                      <a:pt x="24" y="0"/>
                    </a:cubicBezTo>
                    <a:cubicBezTo>
                      <a:pt x="22" y="3"/>
                      <a:pt x="15" y="0"/>
                      <a:pt x="12" y="0"/>
                    </a:cubicBezTo>
                    <a:cubicBezTo>
                      <a:pt x="10" y="0"/>
                      <a:pt x="8" y="0"/>
                      <a:pt x="6" y="1"/>
                    </a:cubicBezTo>
                    <a:cubicBezTo>
                      <a:pt x="5" y="1"/>
                      <a:pt x="0" y="5"/>
                      <a:pt x="0" y="5"/>
                    </a:cubicBezTo>
                    <a:cubicBezTo>
                      <a:pt x="0" y="6"/>
                      <a:pt x="3" y="5"/>
                      <a:pt x="2" y="6"/>
                    </a:cubicBezTo>
                    <a:cubicBezTo>
                      <a:pt x="2" y="7"/>
                      <a:pt x="2" y="7"/>
                      <a:pt x="2" y="8"/>
                    </a:cubicBezTo>
                    <a:cubicBezTo>
                      <a:pt x="3" y="10"/>
                      <a:pt x="7" y="9"/>
                      <a:pt x="7" y="9"/>
                    </a:cubicBezTo>
                    <a:cubicBezTo>
                      <a:pt x="7" y="10"/>
                      <a:pt x="6" y="12"/>
                      <a:pt x="6" y="13"/>
                    </a:cubicBezTo>
                    <a:cubicBezTo>
                      <a:pt x="7" y="12"/>
                      <a:pt x="9" y="11"/>
                      <a:pt x="11" y="12"/>
                    </a:cubicBezTo>
                    <a:cubicBezTo>
                      <a:pt x="13" y="13"/>
                      <a:pt x="14" y="15"/>
                      <a:pt x="16" y="1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6" name="Freeform 662">
                <a:extLst>
                  <a:ext uri="{FF2B5EF4-FFF2-40B4-BE49-F238E27FC236}">
                    <a16:creationId xmlns:a16="http://schemas.microsoft.com/office/drawing/2014/main" id="{8A0733C8-838E-BBFD-F352-48B4C63C565C}"/>
                  </a:ext>
                </a:extLst>
              </p:cNvPr>
              <p:cNvSpPr>
                <a:spLocks/>
              </p:cNvSpPr>
              <p:nvPr/>
            </p:nvSpPr>
            <p:spPr bwMode="auto">
              <a:xfrm>
                <a:off x="12591917" y="6143782"/>
                <a:ext cx="149682" cy="73269"/>
              </a:xfrm>
              <a:custGeom>
                <a:avLst/>
                <a:gdLst>
                  <a:gd name="T0" fmla="*/ 16 w 16"/>
                  <a:gd name="T1" fmla="*/ 4 h 8"/>
                  <a:gd name="T2" fmla="*/ 12 w 16"/>
                  <a:gd name="T3" fmla="*/ 2 h 8"/>
                  <a:gd name="T4" fmla="*/ 8 w 16"/>
                  <a:gd name="T5" fmla="*/ 0 h 8"/>
                  <a:gd name="T6" fmla="*/ 7 w 16"/>
                  <a:gd name="T7" fmla="*/ 3 h 8"/>
                  <a:gd name="T8" fmla="*/ 5 w 16"/>
                  <a:gd name="T9" fmla="*/ 2 h 8"/>
                  <a:gd name="T10" fmla="*/ 2 w 16"/>
                  <a:gd name="T11" fmla="*/ 3 h 8"/>
                  <a:gd name="T12" fmla="*/ 0 w 16"/>
                  <a:gd name="T13" fmla="*/ 5 h 8"/>
                  <a:gd name="T14" fmla="*/ 0 w 16"/>
                  <a:gd name="T15" fmla="*/ 6 h 8"/>
                  <a:gd name="T16" fmla="*/ 2 w 16"/>
                  <a:gd name="T17" fmla="*/ 6 h 8"/>
                  <a:gd name="T18" fmla="*/ 8 w 16"/>
                  <a:gd name="T19" fmla="*/ 7 h 8"/>
                  <a:gd name="T20" fmla="*/ 16 w 16"/>
                  <a:gd name="T2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8">
                    <a:moveTo>
                      <a:pt x="16" y="4"/>
                    </a:moveTo>
                    <a:cubicBezTo>
                      <a:pt x="16" y="1"/>
                      <a:pt x="14" y="2"/>
                      <a:pt x="12" y="2"/>
                    </a:cubicBezTo>
                    <a:cubicBezTo>
                      <a:pt x="11" y="3"/>
                      <a:pt x="10" y="1"/>
                      <a:pt x="8" y="0"/>
                    </a:cubicBezTo>
                    <a:cubicBezTo>
                      <a:pt x="8" y="1"/>
                      <a:pt x="8" y="2"/>
                      <a:pt x="7" y="3"/>
                    </a:cubicBezTo>
                    <a:cubicBezTo>
                      <a:pt x="6" y="3"/>
                      <a:pt x="7" y="1"/>
                      <a:pt x="5" y="2"/>
                    </a:cubicBezTo>
                    <a:cubicBezTo>
                      <a:pt x="4" y="2"/>
                      <a:pt x="2" y="2"/>
                      <a:pt x="2" y="3"/>
                    </a:cubicBezTo>
                    <a:cubicBezTo>
                      <a:pt x="1" y="5"/>
                      <a:pt x="2" y="6"/>
                      <a:pt x="0" y="5"/>
                    </a:cubicBezTo>
                    <a:cubicBezTo>
                      <a:pt x="0" y="5"/>
                      <a:pt x="0" y="5"/>
                      <a:pt x="0" y="6"/>
                    </a:cubicBezTo>
                    <a:cubicBezTo>
                      <a:pt x="0" y="6"/>
                      <a:pt x="1" y="6"/>
                      <a:pt x="2" y="6"/>
                    </a:cubicBezTo>
                    <a:cubicBezTo>
                      <a:pt x="4" y="7"/>
                      <a:pt x="6" y="7"/>
                      <a:pt x="8" y="7"/>
                    </a:cubicBezTo>
                    <a:cubicBezTo>
                      <a:pt x="10" y="7"/>
                      <a:pt x="16" y="8"/>
                      <a:pt x="16"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7" name="Freeform 663">
                <a:extLst>
                  <a:ext uri="{FF2B5EF4-FFF2-40B4-BE49-F238E27FC236}">
                    <a16:creationId xmlns:a16="http://schemas.microsoft.com/office/drawing/2014/main" id="{5DB6D57F-8874-92AD-7019-889E1EED6F69}"/>
                  </a:ext>
                </a:extLst>
              </p:cNvPr>
              <p:cNvSpPr>
                <a:spLocks/>
              </p:cNvSpPr>
              <p:nvPr/>
            </p:nvSpPr>
            <p:spPr bwMode="auto">
              <a:xfrm>
                <a:off x="12359429" y="6162893"/>
                <a:ext cx="445860" cy="391823"/>
              </a:xfrm>
              <a:custGeom>
                <a:avLst/>
                <a:gdLst>
                  <a:gd name="T0" fmla="*/ 1 w 48"/>
                  <a:gd name="T1" fmla="*/ 12 h 42"/>
                  <a:gd name="T2" fmla="*/ 0 w 48"/>
                  <a:gd name="T3" fmla="*/ 16 h 42"/>
                  <a:gd name="T4" fmla="*/ 2 w 48"/>
                  <a:gd name="T5" fmla="*/ 20 h 42"/>
                  <a:gd name="T6" fmla="*/ 4 w 48"/>
                  <a:gd name="T7" fmla="*/ 27 h 42"/>
                  <a:gd name="T8" fmla="*/ 9 w 48"/>
                  <a:gd name="T9" fmla="*/ 31 h 42"/>
                  <a:gd name="T10" fmla="*/ 10 w 48"/>
                  <a:gd name="T11" fmla="*/ 33 h 42"/>
                  <a:gd name="T12" fmla="*/ 13 w 48"/>
                  <a:gd name="T13" fmla="*/ 32 h 42"/>
                  <a:gd name="T14" fmla="*/ 21 w 48"/>
                  <a:gd name="T15" fmla="*/ 36 h 42"/>
                  <a:gd name="T16" fmla="*/ 25 w 48"/>
                  <a:gd name="T17" fmla="*/ 37 h 42"/>
                  <a:gd name="T18" fmla="*/ 33 w 48"/>
                  <a:gd name="T19" fmla="*/ 37 h 42"/>
                  <a:gd name="T20" fmla="*/ 39 w 48"/>
                  <a:gd name="T21" fmla="*/ 41 h 42"/>
                  <a:gd name="T22" fmla="*/ 41 w 48"/>
                  <a:gd name="T23" fmla="*/ 35 h 42"/>
                  <a:gd name="T24" fmla="*/ 44 w 48"/>
                  <a:gd name="T25" fmla="*/ 32 h 42"/>
                  <a:gd name="T26" fmla="*/ 48 w 48"/>
                  <a:gd name="T27" fmla="*/ 31 h 42"/>
                  <a:gd name="T28" fmla="*/ 45 w 48"/>
                  <a:gd name="T29" fmla="*/ 26 h 42"/>
                  <a:gd name="T30" fmla="*/ 44 w 48"/>
                  <a:gd name="T31" fmla="*/ 19 h 42"/>
                  <a:gd name="T32" fmla="*/ 46 w 48"/>
                  <a:gd name="T33" fmla="*/ 12 h 42"/>
                  <a:gd name="T34" fmla="*/ 44 w 48"/>
                  <a:gd name="T35" fmla="*/ 7 h 42"/>
                  <a:gd name="T36" fmla="*/ 42 w 48"/>
                  <a:gd name="T37" fmla="*/ 5 h 42"/>
                  <a:gd name="T38" fmla="*/ 25 w 48"/>
                  <a:gd name="T39" fmla="*/ 4 h 42"/>
                  <a:gd name="T40" fmla="*/ 20 w 48"/>
                  <a:gd name="T41" fmla="*/ 2 h 42"/>
                  <a:gd name="T42" fmla="*/ 13 w 48"/>
                  <a:gd name="T43" fmla="*/ 4 h 42"/>
                  <a:gd name="T44" fmla="*/ 6 w 48"/>
                  <a:gd name="T45" fmla="*/ 6 h 42"/>
                  <a:gd name="T46" fmla="*/ 2 w 48"/>
                  <a:gd name="T47" fmla="*/ 7 h 42"/>
                  <a:gd name="T48" fmla="*/ 1 w 48"/>
                  <a:gd name="T49" fmla="*/ 9 h 42"/>
                  <a:gd name="T50" fmla="*/ 1 w 48"/>
                  <a:gd name="T51" fmla="*/ 12 h 42"/>
                  <a:gd name="T52" fmla="*/ 1 w 48"/>
                  <a:gd name="T53"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 h="42">
                    <a:moveTo>
                      <a:pt x="1" y="12"/>
                    </a:moveTo>
                    <a:cubicBezTo>
                      <a:pt x="1" y="13"/>
                      <a:pt x="0" y="15"/>
                      <a:pt x="0" y="16"/>
                    </a:cubicBezTo>
                    <a:cubicBezTo>
                      <a:pt x="1" y="17"/>
                      <a:pt x="2" y="19"/>
                      <a:pt x="2" y="20"/>
                    </a:cubicBezTo>
                    <a:cubicBezTo>
                      <a:pt x="2" y="22"/>
                      <a:pt x="3" y="25"/>
                      <a:pt x="4" y="27"/>
                    </a:cubicBezTo>
                    <a:cubicBezTo>
                      <a:pt x="5" y="30"/>
                      <a:pt x="8" y="29"/>
                      <a:pt x="9" y="31"/>
                    </a:cubicBezTo>
                    <a:cubicBezTo>
                      <a:pt x="9" y="31"/>
                      <a:pt x="9" y="33"/>
                      <a:pt x="10" y="33"/>
                    </a:cubicBezTo>
                    <a:cubicBezTo>
                      <a:pt x="11" y="34"/>
                      <a:pt x="12" y="32"/>
                      <a:pt x="13" y="32"/>
                    </a:cubicBezTo>
                    <a:cubicBezTo>
                      <a:pt x="15" y="31"/>
                      <a:pt x="19" y="35"/>
                      <a:pt x="21" y="36"/>
                    </a:cubicBezTo>
                    <a:cubicBezTo>
                      <a:pt x="22" y="37"/>
                      <a:pt x="23" y="39"/>
                      <a:pt x="25" y="37"/>
                    </a:cubicBezTo>
                    <a:cubicBezTo>
                      <a:pt x="26" y="36"/>
                      <a:pt x="31" y="37"/>
                      <a:pt x="33" y="37"/>
                    </a:cubicBezTo>
                    <a:cubicBezTo>
                      <a:pt x="36" y="37"/>
                      <a:pt x="37" y="39"/>
                      <a:pt x="39" y="41"/>
                    </a:cubicBezTo>
                    <a:cubicBezTo>
                      <a:pt x="40" y="42"/>
                      <a:pt x="40" y="36"/>
                      <a:pt x="41" y="35"/>
                    </a:cubicBezTo>
                    <a:cubicBezTo>
                      <a:pt x="42" y="34"/>
                      <a:pt x="43" y="33"/>
                      <a:pt x="44" y="32"/>
                    </a:cubicBezTo>
                    <a:cubicBezTo>
                      <a:pt x="45" y="32"/>
                      <a:pt x="48" y="32"/>
                      <a:pt x="48" y="31"/>
                    </a:cubicBezTo>
                    <a:cubicBezTo>
                      <a:pt x="47" y="28"/>
                      <a:pt x="47" y="27"/>
                      <a:pt x="45" y="26"/>
                    </a:cubicBezTo>
                    <a:cubicBezTo>
                      <a:pt x="43" y="24"/>
                      <a:pt x="46" y="21"/>
                      <a:pt x="44" y="19"/>
                    </a:cubicBezTo>
                    <a:cubicBezTo>
                      <a:pt x="42" y="18"/>
                      <a:pt x="47" y="14"/>
                      <a:pt x="46" y="12"/>
                    </a:cubicBezTo>
                    <a:cubicBezTo>
                      <a:pt x="45" y="10"/>
                      <a:pt x="44" y="9"/>
                      <a:pt x="44" y="7"/>
                    </a:cubicBezTo>
                    <a:cubicBezTo>
                      <a:pt x="44" y="6"/>
                      <a:pt x="44" y="5"/>
                      <a:pt x="42" y="5"/>
                    </a:cubicBezTo>
                    <a:cubicBezTo>
                      <a:pt x="37" y="3"/>
                      <a:pt x="30" y="6"/>
                      <a:pt x="25" y="4"/>
                    </a:cubicBezTo>
                    <a:cubicBezTo>
                      <a:pt x="25" y="7"/>
                      <a:pt x="21" y="2"/>
                      <a:pt x="20" y="2"/>
                    </a:cubicBezTo>
                    <a:cubicBezTo>
                      <a:pt x="17" y="0"/>
                      <a:pt x="15" y="2"/>
                      <a:pt x="13" y="4"/>
                    </a:cubicBezTo>
                    <a:cubicBezTo>
                      <a:pt x="10" y="5"/>
                      <a:pt x="8" y="6"/>
                      <a:pt x="6" y="6"/>
                    </a:cubicBezTo>
                    <a:cubicBezTo>
                      <a:pt x="5" y="7"/>
                      <a:pt x="3" y="7"/>
                      <a:pt x="2" y="7"/>
                    </a:cubicBezTo>
                    <a:cubicBezTo>
                      <a:pt x="1" y="8"/>
                      <a:pt x="3" y="9"/>
                      <a:pt x="1" y="9"/>
                    </a:cubicBezTo>
                    <a:cubicBezTo>
                      <a:pt x="1" y="10"/>
                      <a:pt x="1" y="11"/>
                      <a:pt x="1" y="12"/>
                    </a:cubicBezTo>
                    <a:cubicBezTo>
                      <a:pt x="1" y="14"/>
                      <a:pt x="1" y="12"/>
                      <a:pt x="1" y="1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8" name="Freeform 664">
                <a:extLst>
                  <a:ext uri="{FF2B5EF4-FFF2-40B4-BE49-F238E27FC236}">
                    <a16:creationId xmlns:a16="http://schemas.microsoft.com/office/drawing/2014/main" id="{0E7EA18B-01D5-5D80-4533-498253C709A7}"/>
                  </a:ext>
                </a:extLst>
              </p:cNvPr>
              <p:cNvSpPr>
                <a:spLocks/>
              </p:cNvSpPr>
              <p:nvPr/>
            </p:nvSpPr>
            <p:spPr bwMode="auto">
              <a:xfrm>
                <a:off x="12630129" y="6573832"/>
                <a:ext cx="429938" cy="280329"/>
              </a:xfrm>
              <a:custGeom>
                <a:avLst/>
                <a:gdLst>
                  <a:gd name="T0" fmla="*/ 38 w 46"/>
                  <a:gd name="T1" fmla="*/ 13 h 30"/>
                  <a:gd name="T2" fmla="*/ 35 w 46"/>
                  <a:gd name="T3" fmla="*/ 6 h 30"/>
                  <a:gd name="T4" fmla="*/ 32 w 46"/>
                  <a:gd name="T5" fmla="*/ 0 h 30"/>
                  <a:gd name="T6" fmla="*/ 22 w 46"/>
                  <a:gd name="T7" fmla="*/ 4 h 30"/>
                  <a:gd name="T8" fmla="*/ 18 w 46"/>
                  <a:gd name="T9" fmla="*/ 3 h 30"/>
                  <a:gd name="T10" fmla="*/ 12 w 46"/>
                  <a:gd name="T11" fmla="*/ 3 h 30"/>
                  <a:gd name="T12" fmla="*/ 8 w 46"/>
                  <a:gd name="T13" fmla="*/ 6 h 30"/>
                  <a:gd name="T14" fmla="*/ 4 w 46"/>
                  <a:gd name="T15" fmla="*/ 14 h 30"/>
                  <a:gd name="T16" fmla="*/ 0 w 46"/>
                  <a:gd name="T17" fmla="*/ 15 h 30"/>
                  <a:gd name="T18" fmla="*/ 3 w 46"/>
                  <a:gd name="T19" fmla="*/ 18 h 30"/>
                  <a:gd name="T20" fmla="*/ 5 w 46"/>
                  <a:gd name="T21" fmla="*/ 22 h 30"/>
                  <a:gd name="T22" fmla="*/ 8 w 46"/>
                  <a:gd name="T23" fmla="*/ 24 h 30"/>
                  <a:gd name="T24" fmla="*/ 11 w 46"/>
                  <a:gd name="T25" fmla="*/ 25 h 30"/>
                  <a:gd name="T26" fmla="*/ 11 w 46"/>
                  <a:gd name="T27" fmla="*/ 28 h 30"/>
                  <a:gd name="T28" fmla="*/ 21 w 46"/>
                  <a:gd name="T29" fmla="*/ 30 h 30"/>
                  <a:gd name="T30" fmla="*/ 28 w 46"/>
                  <a:gd name="T31" fmla="*/ 28 h 30"/>
                  <a:gd name="T32" fmla="*/ 40 w 46"/>
                  <a:gd name="T33" fmla="*/ 30 h 30"/>
                  <a:gd name="T34" fmla="*/ 41 w 46"/>
                  <a:gd name="T35" fmla="*/ 23 h 30"/>
                  <a:gd name="T36" fmla="*/ 46 w 46"/>
                  <a:gd name="T37" fmla="*/ 20 h 30"/>
                  <a:gd name="T38" fmla="*/ 39 w 46"/>
                  <a:gd name="T39" fmla="*/ 20 h 30"/>
                  <a:gd name="T40" fmla="*/ 38 w 46"/>
                  <a:gd name="T41" fmla="*/ 13 h 30"/>
                  <a:gd name="T42" fmla="*/ 38 w 46"/>
                  <a:gd name="T4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6" h="30">
                    <a:moveTo>
                      <a:pt x="38" y="13"/>
                    </a:moveTo>
                    <a:cubicBezTo>
                      <a:pt x="39" y="10"/>
                      <a:pt x="36" y="8"/>
                      <a:pt x="35" y="6"/>
                    </a:cubicBezTo>
                    <a:cubicBezTo>
                      <a:pt x="33" y="5"/>
                      <a:pt x="32" y="2"/>
                      <a:pt x="32" y="0"/>
                    </a:cubicBezTo>
                    <a:cubicBezTo>
                      <a:pt x="29" y="1"/>
                      <a:pt x="26" y="4"/>
                      <a:pt x="22" y="4"/>
                    </a:cubicBezTo>
                    <a:cubicBezTo>
                      <a:pt x="21" y="4"/>
                      <a:pt x="19" y="3"/>
                      <a:pt x="18" y="3"/>
                    </a:cubicBezTo>
                    <a:cubicBezTo>
                      <a:pt x="16" y="3"/>
                      <a:pt x="14" y="3"/>
                      <a:pt x="12" y="3"/>
                    </a:cubicBezTo>
                    <a:cubicBezTo>
                      <a:pt x="12" y="3"/>
                      <a:pt x="9" y="6"/>
                      <a:pt x="8" y="6"/>
                    </a:cubicBezTo>
                    <a:cubicBezTo>
                      <a:pt x="7" y="9"/>
                      <a:pt x="5" y="11"/>
                      <a:pt x="4" y="14"/>
                    </a:cubicBezTo>
                    <a:cubicBezTo>
                      <a:pt x="3" y="14"/>
                      <a:pt x="1" y="14"/>
                      <a:pt x="0" y="15"/>
                    </a:cubicBezTo>
                    <a:cubicBezTo>
                      <a:pt x="0" y="16"/>
                      <a:pt x="3" y="17"/>
                      <a:pt x="3" y="18"/>
                    </a:cubicBezTo>
                    <a:cubicBezTo>
                      <a:pt x="3" y="20"/>
                      <a:pt x="4" y="20"/>
                      <a:pt x="5" y="22"/>
                    </a:cubicBezTo>
                    <a:cubicBezTo>
                      <a:pt x="5" y="24"/>
                      <a:pt x="6" y="24"/>
                      <a:pt x="8" y="24"/>
                    </a:cubicBezTo>
                    <a:cubicBezTo>
                      <a:pt x="9" y="24"/>
                      <a:pt x="11" y="24"/>
                      <a:pt x="11" y="25"/>
                    </a:cubicBezTo>
                    <a:cubicBezTo>
                      <a:pt x="11" y="26"/>
                      <a:pt x="11" y="27"/>
                      <a:pt x="11" y="28"/>
                    </a:cubicBezTo>
                    <a:cubicBezTo>
                      <a:pt x="13" y="30"/>
                      <a:pt x="18" y="30"/>
                      <a:pt x="21" y="30"/>
                    </a:cubicBezTo>
                    <a:cubicBezTo>
                      <a:pt x="24" y="30"/>
                      <a:pt x="26" y="30"/>
                      <a:pt x="28" y="28"/>
                    </a:cubicBezTo>
                    <a:cubicBezTo>
                      <a:pt x="32" y="26"/>
                      <a:pt x="36" y="28"/>
                      <a:pt x="40" y="30"/>
                    </a:cubicBezTo>
                    <a:cubicBezTo>
                      <a:pt x="40" y="28"/>
                      <a:pt x="40" y="25"/>
                      <a:pt x="41" y="23"/>
                    </a:cubicBezTo>
                    <a:cubicBezTo>
                      <a:pt x="42" y="22"/>
                      <a:pt x="45" y="24"/>
                      <a:pt x="46" y="20"/>
                    </a:cubicBezTo>
                    <a:cubicBezTo>
                      <a:pt x="43" y="18"/>
                      <a:pt x="42" y="20"/>
                      <a:pt x="39" y="20"/>
                    </a:cubicBezTo>
                    <a:cubicBezTo>
                      <a:pt x="37" y="19"/>
                      <a:pt x="37" y="14"/>
                      <a:pt x="38" y="13"/>
                    </a:cubicBezTo>
                    <a:cubicBezTo>
                      <a:pt x="39" y="11"/>
                      <a:pt x="37" y="15"/>
                      <a:pt x="38" y="1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69" name="Freeform 665">
                <a:extLst>
                  <a:ext uri="{FF2B5EF4-FFF2-40B4-BE49-F238E27FC236}">
                    <a16:creationId xmlns:a16="http://schemas.microsoft.com/office/drawing/2014/main" id="{C43D397E-A185-33D8-60AA-903C29CF2717}"/>
                  </a:ext>
                </a:extLst>
              </p:cNvPr>
              <p:cNvSpPr>
                <a:spLocks/>
              </p:cNvSpPr>
              <p:nvPr/>
            </p:nvSpPr>
            <p:spPr bwMode="auto">
              <a:xfrm>
                <a:off x="12929494" y="6564274"/>
                <a:ext cx="156051" cy="187951"/>
              </a:xfrm>
              <a:custGeom>
                <a:avLst/>
                <a:gdLst>
                  <a:gd name="T0" fmla="*/ 14 w 17"/>
                  <a:gd name="T1" fmla="*/ 10 h 20"/>
                  <a:gd name="T2" fmla="*/ 9 w 17"/>
                  <a:gd name="T3" fmla="*/ 3 h 20"/>
                  <a:gd name="T4" fmla="*/ 0 w 17"/>
                  <a:gd name="T5" fmla="*/ 1 h 20"/>
                  <a:gd name="T6" fmla="*/ 5 w 17"/>
                  <a:gd name="T7" fmla="*/ 10 h 20"/>
                  <a:gd name="T8" fmla="*/ 7 w 17"/>
                  <a:gd name="T9" fmla="*/ 20 h 20"/>
                  <a:gd name="T10" fmla="*/ 10 w 17"/>
                  <a:gd name="T11" fmla="*/ 14 h 20"/>
                  <a:gd name="T12" fmla="*/ 14 w 17"/>
                  <a:gd name="T13" fmla="*/ 14 h 20"/>
                  <a:gd name="T14" fmla="*/ 14 w 17"/>
                  <a:gd name="T15" fmla="*/ 10 h 20"/>
                  <a:gd name="T16" fmla="*/ 14 w 17"/>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0">
                    <a:moveTo>
                      <a:pt x="14" y="10"/>
                    </a:moveTo>
                    <a:cubicBezTo>
                      <a:pt x="12" y="8"/>
                      <a:pt x="11" y="4"/>
                      <a:pt x="9" y="3"/>
                    </a:cubicBezTo>
                    <a:cubicBezTo>
                      <a:pt x="8" y="3"/>
                      <a:pt x="0" y="0"/>
                      <a:pt x="0" y="1"/>
                    </a:cubicBezTo>
                    <a:cubicBezTo>
                      <a:pt x="1" y="5"/>
                      <a:pt x="3" y="7"/>
                      <a:pt x="5" y="10"/>
                    </a:cubicBezTo>
                    <a:cubicBezTo>
                      <a:pt x="7" y="13"/>
                      <a:pt x="4" y="17"/>
                      <a:pt x="7" y="20"/>
                    </a:cubicBezTo>
                    <a:cubicBezTo>
                      <a:pt x="8" y="19"/>
                      <a:pt x="9" y="16"/>
                      <a:pt x="10" y="14"/>
                    </a:cubicBezTo>
                    <a:cubicBezTo>
                      <a:pt x="12" y="13"/>
                      <a:pt x="13" y="14"/>
                      <a:pt x="14" y="14"/>
                    </a:cubicBezTo>
                    <a:cubicBezTo>
                      <a:pt x="17" y="14"/>
                      <a:pt x="14" y="10"/>
                      <a:pt x="14" y="10"/>
                    </a:cubicBezTo>
                    <a:cubicBezTo>
                      <a:pt x="13" y="9"/>
                      <a:pt x="14" y="10"/>
                      <a:pt x="14"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0" name="Freeform 666">
                <a:extLst>
                  <a:ext uri="{FF2B5EF4-FFF2-40B4-BE49-F238E27FC236}">
                    <a16:creationId xmlns:a16="http://schemas.microsoft.com/office/drawing/2014/main" id="{CD14CFC9-AFC6-4A8F-5D6A-A592E535D3E8}"/>
                  </a:ext>
                </a:extLst>
              </p:cNvPr>
              <p:cNvSpPr>
                <a:spLocks/>
              </p:cNvSpPr>
              <p:nvPr/>
            </p:nvSpPr>
            <p:spPr bwMode="auto">
              <a:xfrm>
                <a:off x="12993189" y="6666210"/>
                <a:ext cx="92356" cy="95566"/>
              </a:xfrm>
              <a:custGeom>
                <a:avLst/>
                <a:gdLst>
                  <a:gd name="T0" fmla="*/ 7 w 10"/>
                  <a:gd name="T1" fmla="*/ 9 h 10"/>
                  <a:gd name="T2" fmla="*/ 7 w 10"/>
                  <a:gd name="T3" fmla="*/ 7 h 10"/>
                  <a:gd name="T4" fmla="*/ 10 w 10"/>
                  <a:gd name="T5" fmla="*/ 4 h 10"/>
                  <a:gd name="T6" fmla="*/ 8 w 10"/>
                  <a:gd name="T7" fmla="*/ 1 h 10"/>
                  <a:gd name="T8" fmla="*/ 3 w 10"/>
                  <a:gd name="T9" fmla="*/ 4 h 10"/>
                  <a:gd name="T10" fmla="*/ 0 w 10"/>
                  <a:gd name="T11" fmla="*/ 9 h 10"/>
                  <a:gd name="T12" fmla="*/ 3 w 10"/>
                  <a:gd name="T13" fmla="*/ 9 h 10"/>
                  <a:gd name="T14" fmla="*/ 7 w 10"/>
                  <a:gd name="T15" fmla="*/ 10 h 10"/>
                  <a:gd name="T16" fmla="*/ 7 w 10"/>
                  <a:gd name="T17" fmla="*/ 9 h 10"/>
                  <a:gd name="T18" fmla="*/ 7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7" y="9"/>
                    </a:moveTo>
                    <a:cubicBezTo>
                      <a:pt x="6" y="8"/>
                      <a:pt x="6" y="8"/>
                      <a:pt x="7" y="7"/>
                    </a:cubicBezTo>
                    <a:cubicBezTo>
                      <a:pt x="8" y="6"/>
                      <a:pt x="9" y="5"/>
                      <a:pt x="10" y="4"/>
                    </a:cubicBezTo>
                    <a:cubicBezTo>
                      <a:pt x="10" y="4"/>
                      <a:pt x="8" y="2"/>
                      <a:pt x="8" y="1"/>
                    </a:cubicBezTo>
                    <a:cubicBezTo>
                      <a:pt x="8" y="5"/>
                      <a:pt x="3" y="0"/>
                      <a:pt x="3" y="4"/>
                    </a:cubicBezTo>
                    <a:cubicBezTo>
                      <a:pt x="3" y="6"/>
                      <a:pt x="1" y="8"/>
                      <a:pt x="0" y="9"/>
                    </a:cubicBezTo>
                    <a:cubicBezTo>
                      <a:pt x="0" y="10"/>
                      <a:pt x="2" y="9"/>
                      <a:pt x="3" y="9"/>
                    </a:cubicBezTo>
                    <a:cubicBezTo>
                      <a:pt x="5" y="9"/>
                      <a:pt x="6" y="9"/>
                      <a:pt x="7" y="10"/>
                    </a:cubicBezTo>
                    <a:cubicBezTo>
                      <a:pt x="7" y="10"/>
                      <a:pt x="7" y="9"/>
                      <a:pt x="7" y="9"/>
                    </a:cubicBezTo>
                    <a:cubicBezTo>
                      <a:pt x="6" y="8"/>
                      <a:pt x="7" y="9"/>
                      <a:pt x="7" y="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1" name="Freeform 667">
                <a:extLst>
                  <a:ext uri="{FF2B5EF4-FFF2-40B4-BE49-F238E27FC236}">
                    <a16:creationId xmlns:a16="http://schemas.microsoft.com/office/drawing/2014/main" id="{4B20A826-37E3-5CA1-ADD8-1E4D9800702C}"/>
                  </a:ext>
                </a:extLst>
              </p:cNvPr>
              <p:cNvSpPr>
                <a:spLocks/>
              </p:cNvSpPr>
              <p:nvPr/>
            </p:nvSpPr>
            <p:spPr bwMode="auto">
              <a:xfrm>
                <a:off x="12712935" y="6815931"/>
                <a:ext cx="299364" cy="178393"/>
              </a:xfrm>
              <a:custGeom>
                <a:avLst/>
                <a:gdLst>
                  <a:gd name="T0" fmla="*/ 17 w 32"/>
                  <a:gd name="T1" fmla="*/ 4 h 19"/>
                  <a:gd name="T2" fmla="*/ 2 w 32"/>
                  <a:gd name="T3" fmla="*/ 0 h 19"/>
                  <a:gd name="T4" fmla="*/ 2 w 32"/>
                  <a:gd name="T5" fmla="*/ 5 h 19"/>
                  <a:gd name="T6" fmla="*/ 3 w 32"/>
                  <a:gd name="T7" fmla="*/ 8 h 19"/>
                  <a:gd name="T8" fmla="*/ 1 w 32"/>
                  <a:gd name="T9" fmla="*/ 11 h 19"/>
                  <a:gd name="T10" fmla="*/ 3 w 32"/>
                  <a:gd name="T11" fmla="*/ 17 h 19"/>
                  <a:gd name="T12" fmla="*/ 9 w 32"/>
                  <a:gd name="T13" fmla="*/ 17 h 19"/>
                  <a:gd name="T14" fmla="*/ 16 w 32"/>
                  <a:gd name="T15" fmla="*/ 18 h 19"/>
                  <a:gd name="T16" fmla="*/ 21 w 32"/>
                  <a:gd name="T17" fmla="*/ 15 h 19"/>
                  <a:gd name="T18" fmla="*/ 28 w 32"/>
                  <a:gd name="T19" fmla="*/ 14 h 19"/>
                  <a:gd name="T20" fmla="*/ 28 w 32"/>
                  <a:gd name="T21" fmla="*/ 8 h 19"/>
                  <a:gd name="T22" fmla="*/ 29 w 32"/>
                  <a:gd name="T23" fmla="*/ 3 h 19"/>
                  <a:gd name="T24" fmla="*/ 21 w 32"/>
                  <a:gd name="T25" fmla="*/ 2 h 19"/>
                  <a:gd name="T26" fmla="*/ 17 w 32"/>
                  <a:gd name="T27"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19">
                    <a:moveTo>
                      <a:pt x="17" y="4"/>
                    </a:moveTo>
                    <a:cubicBezTo>
                      <a:pt x="13" y="4"/>
                      <a:pt x="3" y="6"/>
                      <a:pt x="2" y="0"/>
                    </a:cubicBezTo>
                    <a:cubicBezTo>
                      <a:pt x="1" y="2"/>
                      <a:pt x="0" y="4"/>
                      <a:pt x="2" y="5"/>
                    </a:cubicBezTo>
                    <a:cubicBezTo>
                      <a:pt x="3" y="6"/>
                      <a:pt x="4" y="7"/>
                      <a:pt x="3" y="8"/>
                    </a:cubicBezTo>
                    <a:cubicBezTo>
                      <a:pt x="2" y="9"/>
                      <a:pt x="1" y="9"/>
                      <a:pt x="1" y="11"/>
                    </a:cubicBezTo>
                    <a:cubicBezTo>
                      <a:pt x="2" y="13"/>
                      <a:pt x="3" y="14"/>
                      <a:pt x="3" y="17"/>
                    </a:cubicBezTo>
                    <a:cubicBezTo>
                      <a:pt x="5" y="17"/>
                      <a:pt x="7" y="17"/>
                      <a:pt x="9" y="17"/>
                    </a:cubicBezTo>
                    <a:cubicBezTo>
                      <a:pt x="11" y="17"/>
                      <a:pt x="14" y="19"/>
                      <a:pt x="16" y="18"/>
                    </a:cubicBezTo>
                    <a:cubicBezTo>
                      <a:pt x="18" y="18"/>
                      <a:pt x="20" y="16"/>
                      <a:pt x="21" y="15"/>
                    </a:cubicBezTo>
                    <a:cubicBezTo>
                      <a:pt x="23" y="13"/>
                      <a:pt x="25" y="14"/>
                      <a:pt x="28" y="14"/>
                    </a:cubicBezTo>
                    <a:cubicBezTo>
                      <a:pt x="27" y="12"/>
                      <a:pt x="27" y="11"/>
                      <a:pt x="28" y="8"/>
                    </a:cubicBezTo>
                    <a:cubicBezTo>
                      <a:pt x="29" y="6"/>
                      <a:pt x="32" y="4"/>
                      <a:pt x="29" y="3"/>
                    </a:cubicBezTo>
                    <a:cubicBezTo>
                      <a:pt x="27" y="2"/>
                      <a:pt x="24" y="1"/>
                      <a:pt x="21" y="2"/>
                    </a:cubicBezTo>
                    <a:cubicBezTo>
                      <a:pt x="19" y="2"/>
                      <a:pt x="18" y="4"/>
                      <a:pt x="17"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2" name="Freeform 668">
                <a:extLst>
                  <a:ext uri="{FF2B5EF4-FFF2-40B4-BE49-F238E27FC236}">
                    <a16:creationId xmlns:a16="http://schemas.microsoft.com/office/drawing/2014/main" id="{7579ED60-67F8-7D10-8B2B-0750E270B6F6}"/>
                  </a:ext>
                </a:extLst>
              </p:cNvPr>
              <p:cNvSpPr>
                <a:spLocks/>
              </p:cNvSpPr>
              <p:nvPr/>
            </p:nvSpPr>
            <p:spPr bwMode="auto">
              <a:xfrm>
                <a:off x="12423124" y="6771334"/>
                <a:ext cx="168791" cy="140163"/>
              </a:xfrm>
              <a:custGeom>
                <a:avLst/>
                <a:gdLst>
                  <a:gd name="T0" fmla="*/ 10 w 18"/>
                  <a:gd name="T1" fmla="*/ 0 h 15"/>
                  <a:gd name="T2" fmla="*/ 1 w 18"/>
                  <a:gd name="T3" fmla="*/ 2 h 15"/>
                  <a:gd name="T4" fmla="*/ 4 w 18"/>
                  <a:gd name="T5" fmla="*/ 8 h 15"/>
                  <a:gd name="T6" fmla="*/ 13 w 18"/>
                  <a:gd name="T7" fmla="*/ 15 h 15"/>
                  <a:gd name="T8" fmla="*/ 15 w 18"/>
                  <a:gd name="T9" fmla="*/ 10 h 15"/>
                  <a:gd name="T10" fmla="*/ 17 w 18"/>
                  <a:gd name="T11" fmla="*/ 6 h 15"/>
                  <a:gd name="T12" fmla="*/ 16 w 18"/>
                  <a:gd name="T13" fmla="*/ 2 h 15"/>
                  <a:gd name="T14" fmla="*/ 10 w 18"/>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5">
                    <a:moveTo>
                      <a:pt x="10" y="0"/>
                    </a:moveTo>
                    <a:cubicBezTo>
                      <a:pt x="8" y="0"/>
                      <a:pt x="0" y="0"/>
                      <a:pt x="1" y="2"/>
                    </a:cubicBezTo>
                    <a:cubicBezTo>
                      <a:pt x="1" y="3"/>
                      <a:pt x="3" y="7"/>
                      <a:pt x="4" y="8"/>
                    </a:cubicBezTo>
                    <a:cubicBezTo>
                      <a:pt x="6" y="11"/>
                      <a:pt x="10" y="13"/>
                      <a:pt x="13" y="15"/>
                    </a:cubicBezTo>
                    <a:cubicBezTo>
                      <a:pt x="13" y="13"/>
                      <a:pt x="13" y="11"/>
                      <a:pt x="15" y="10"/>
                    </a:cubicBezTo>
                    <a:cubicBezTo>
                      <a:pt x="17" y="9"/>
                      <a:pt x="18" y="8"/>
                      <a:pt x="17" y="6"/>
                    </a:cubicBezTo>
                    <a:cubicBezTo>
                      <a:pt x="17" y="4"/>
                      <a:pt x="17" y="3"/>
                      <a:pt x="16" y="2"/>
                    </a:cubicBezTo>
                    <a:cubicBezTo>
                      <a:pt x="14" y="1"/>
                      <a:pt x="12" y="0"/>
                      <a:pt x="10"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3" name="Freeform 669">
                <a:extLst>
                  <a:ext uri="{FF2B5EF4-FFF2-40B4-BE49-F238E27FC236}">
                    <a16:creationId xmlns:a16="http://schemas.microsoft.com/office/drawing/2014/main" id="{AB649C48-11EB-EF18-A087-AD8998083FC5}"/>
                  </a:ext>
                </a:extLst>
              </p:cNvPr>
              <p:cNvSpPr>
                <a:spLocks/>
              </p:cNvSpPr>
              <p:nvPr/>
            </p:nvSpPr>
            <p:spPr bwMode="auto">
              <a:xfrm>
                <a:off x="12544142" y="6704437"/>
                <a:ext cx="207006" cy="251657"/>
              </a:xfrm>
              <a:custGeom>
                <a:avLst/>
                <a:gdLst>
                  <a:gd name="T0" fmla="*/ 21 w 22"/>
                  <a:gd name="T1" fmla="*/ 19 h 27"/>
                  <a:gd name="T2" fmla="*/ 20 w 22"/>
                  <a:gd name="T3" fmla="*/ 17 h 27"/>
                  <a:gd name="T4" fmla="*/ 19 w 22"/>
                  <a:gd name="T5" fmla="*/ 13 h 27"/>
                  <a:gd name="T6" fmla="*/ 15 w 22"/>
                  <a:gd name="T7" fmla="*/ 10 h 27"/>
                  <a:gd name="T8" fmla="*/ 14 w 22"/>
                  <a:gd name="T9" fmla="*/ 8 h 27"/>
                  <a:gd name="T10" fmla="*/ 12 w 22"/>
                  <a:gd name="T11" fmla="*/ 5 h 27"/>
                  <a:gd name="T12" fmla="*/ 5 w 22"/>
                  <a:gd name="T13" fmla="*/ 1 h 27"/>
                  <a:gd name="T14" fmla="*/ 2 w 22"/>
                  <a:gd name="T15" fmla="*/ 4 h 27"/>
                  <a:gd name="T16" fmla="*/ 4 w 22"/>
                  <a:gd name="T17" fmla="*/ 14 h 27"/>
                  <a:gd name="T18" fmla="*/ 1 w 22"/>
                  <a:gd name="T19" fmla="*/ 19 h 27"/>
                  <a:gd name="T20" fmla="*/ 0 w 22"/>
                  <a:gd name="T21" fmla="*/ 23 h 27"/>
                  <a:gd name="T22" fmla="*/ 4 w 22"/>
                  <a:gd name="T23" fmla="*/ 27 h 27"/>
                  <a:gd name="T24" fmla="*/ 6 w 22"/>
                  <a:gd name="T25" fmla="*/ 23 h 27"/>
                  <a:gd name="T26" fmla="*/ 10 w 22"/>
                  <a:gd name="T27" fmla="*/ 26 h 27"/>
                  <a:gd name="T28" fmla="*/ 20 w 22"/>
                  <a:gd name="T29" fmla="*/ 24 h 27"/>
                  <a:gd name="T30" fmla="*/ 21 w 22"/>
                  <a:gd name="T31" fmla="*/ 19 h 27"/>
                  <a:gd name="T32" fmla="*/ 21 w 22"/>
                  <a:gd name="T33"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27">
                    <a:moveTo>
                      <a:pt x="21" y="19"/>
                    </a:moveTo>
                    <a:cubicBezTo>
                      <a:pt x="22" y="18"/>
                      <a:pt x="21" y="18"/>
                      <a:pt x="20" y="17"/>
                    </a:cubicBezTo>
                    <a:cubicBezTo>
                      <a:pt x="19" y="16"/>
                      <a:pt x="19" y="15"/>
                      <a:pt x="19" y="13"/>
                    </a:cubicBezTo>
                    <a:cubicBezTo>
                      <a:pt x="21" y="10"/>
                      <a:pt x="18" y="10"/>
                      <a:pt x="15" y="10"/>
                    </a:cubicBezTo>
                    <a:cubicBezTo>
                      <a:pt x="14" y="10"/>
                      <a:pt x="14" y="9"/>
                      <a:pt x="14" y="8"/>
                    </a:cubicBezTo>
                    <a:cubicBezTo>
                      <a:pt x="13" y="6"/>
                      <a:pt x="12" y="7"/>
                      <a:pt x="12" y="5"/>
                    </a:cubicBezTo>
                    <a:cubicBezTo>
                      <a:pt x="11" y="2"/>
                      <a:pt x="9" y="0"/>
                      <a:pt x="5" y="1"/>
                    </a:cubicBezTo>
                    <a:cubicBezTo>
                      <a:pt x="2" y="2"/>
                      <a:pt x="2" y="2"/>
                      <a:pt x="2" y="4"/>
                    </a:cubicBezTo>
                    <a:cubicBezTo>
                      <a:pt x="3" y="7"/>
                      <a:pt x="4" y="10"/>
                      <a:pt x="4" y="14"/>
                    </a:cubicBezTo>
                    <a:cubicBezTo>
                      <a:pt x="5" y="17"/>
                      <a:pt x="2" y="16"/>
                      <a:pt x="1" y="19"/>
                    </a:cubicBezTo>
                    <a:cubicBezTo>
                      <a:pt x="0" y="20"/>
                      <a:pt x="0" y="22"/>
                      <a:pt x="0" y="23"/>
                    </a:cubicBezTo>
                    <a:cubicBezTo>
                      <a:pt x="0" y="25"/>
                      <a:pt x="3" y="26"/>
                      <a:pt x="4" y="27"/>
                    </a:cubicBezTo>
                    <a:cubicBezTo>
                      <a:pt x="4" y="26"/>
                      <a:pt x="4" y="23"/>
                      <a:pt x="6" y="23"/>
                    </a:cubicBezTo>
                    <a:cubicBezTo>
                      <a:pt x="8" y="23"/>
                      <a:pt x="9" y="24"/>
                      <a:pt x="10" y="26"/>
                    </a:cubicBezTo>
                    <a:cubicBezTo>
                      <a:pt x="11" y="26"/>
                      <a:pt x="18" y="24"/>
                      <a:pt x="20" y="24"/>
                    </a:cubicBezTo>
                    <a:cubicBezTo>
                      <a:pt x="18" y="22"/>
                      <a:pt x="20" y="21"/>
                      <a:pt x="21" y="19"/>
                    </a:cubicBezTo>
                    <a:cubicBezTo>
                      <a:pt x="22" y="18"/>
                      <a:pt x="20" y="20"/>
                      <a:pt x="21" y="1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4" name="Freeform 670">
                <a:extLst>
                  <a:ext uri="{FF2B5EF4-FFF2-40B4-BE49-F238E27FC236}">
                    <a16:creationId xmlns:a16="http://schemas.microsoft.com/office/drawing/2014/main" id="{3745F05C-3D4C-3B1B-3CF6-C3D0D7607785}"/>
                  </a:ext>
                </a:extLst>
              </p:cNvPr>
              <p:cNvSpPr>
                <a:spLocks/>
              </p:cNvSpPr>
              <p:nvPr/>
            </p:nvSpPr>
            <p:spPr bwMode="auto">
              <a:xfrm>
                <a:off x="12432679" y="6554719"/>
                <a:ext cx="328029" cy="178393"/>
              </a:xfrm>
              <a:custGeom>
                <a:avLst/>
                <a:gdLst>
                  <a:gd name="T0" fmla="*/ 30 w 35"/>
                  <a:gd name="T1" fmla="*/ 3 h 19"/>
                  <a:gd name="T2" fmla="*/ 24 w 35"/>
                  <a:gd name="T3" fmla="*/ 1 h 19"/>
                  <a:gd name="T4" fmla="*/ 19 w 35"/>
                  <a:gd name="T5" fmla="*/ 4 h 19"/>
                  <a:gd name="T6" fmla="*/ 15 w 35"/>
                  <a:gd name="T7" fmla="*/ 4 h 19"/>
                  <a:gd name="T8" fmla="*/ 13 w 35"/>
                  <a:gd name="T9" fmla="*/ 6 h 19"/>
                  <a:gd name="T10" fmla="*/ 5 w 35"/>
                  <a:gd name="T11" fmla="*/ 4 h 19"/>
                  <a:gd name="T12" fmla="*/ 5 w 35"/>
                  <a:gd name="T13" fmla="*/ 7 h 19"/>
                  <a:gd name="T14" fmla="*/ 3 w 35"/>
                  <a:gd name="T15" fmla="*/ 8 h 19"/>
                  <a:gd name="T16" fmla="*/ 3 w 35"/>
                  <a:gd name="T17" fmla="*/ 15 h 19"/>
                  <a:gd name="T18" fmla="*/ 11 w 35"/>
                  <a:gd name="T19" fmla="*/ 19 h 19"/>
                  <a:gd name="T20" fmla="*/ 21 w 35"/>
                  <a:gd name="T21" fmla="*/ 17 h 19"/>
                  <a:gd name="T22" fmla="*/ 25 w 35"/>
                  <a:gd name="T23" fmla="*/ 15 h 19"/>
                  <a:gd name="T24" fmla="*/ 29 w 35"/>
                  <a:gd name="T25" fmla="*/ 9 h 19"/>
                  <a:gd name="T26" fmla="*/ 33 w 35"/>
                  <a:gd name="T27" fmla="*/ 6 h 19"/>
                  <a:gd name="T28" fmla="*/ 30 w 35"/>
                  <a:gd name="T29" fmla="*/ 3 h 19"/>
                  <a:gd name="T30" fmla="*/ 30 w 35"/>
                  <a:gd name="T31"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9">
                    <a:moveTo>
                      <a:pt x="30" y="3"/>
                    </a:moveTo>
                    <a:cubicBezTo>
                      <a:pt x="30" y="2"/>
                      <a:pt x="25" y="2"/>
                      <a:pt x="24" y="1"/>
                    </a:cubicBezTo>
                    <a:cubicBezTo>
                      <a:pt x="20" y="0"/>
                      <a:pt x="22" y="4"/>
                      <a:pt x="19" y="4"/>
                    </a:cubicBezTo>
                    <a:cubicBezTo>
                      <a:pt x="18" y="3"/>
                      <a:pt x="17" y="4"/>
                      <a:pt x="15" y="4"/>
                    </a:cubicBezTo>
                    <a:cubicBezTo>
                      <a:pt x="14" y="4"/>
                      <a:pt x="14" y="6"/>
                      <a:pt x="13" y="6"/>
                    </a:cubicBezTo>
                    <a:cubicBezTo>
                      <a:pt x="9" y="8"/>
                      <a:pt x="7" y="6"/>
                      <a:pt x="5" y="4"/>
                    </a:cubicBezTo>
                    <a:cubicBezTo>
                      <a:pt x="5" y="5"/>
                      <a:pt x="5" y="6"/>
                      <a:pt x="5" y="7"/>
                    </a:cubicBezTo>
                    <a:cubicBezTo>
                      <a:pt x="4" y="8"/>
                      <a:pt x="3" y="6"/>
                      <a:pt x="3" y="8"/>
                    </a:cubicBezTo>
                    <a:cubicBezTo>
                      <a:pt x="3" y="11"/>
                      <a:pt x="0" y="13"/>
                      <a:pt x="3" y="15"/>
                    </a:cubicBezTo>
                    <a:cubicBezTo>
                      <a:pt x="5" y="17"/>
                      <a:pt x="8" y="19"/>
                      <a:pt x="11" y="19"/>
                    </a:cubicBezTo>
                    <a:cubicBezTo>
                      <a:pt x="15" y="19"/>
                      <a:pt x="17" y="16"/>
                      <a:pt x="21" y="17"/>
                    </a:cubicBezTo>
                    <a:cubicBezTo>
                      <a:pt x="21" y="16"/>
                      <a:pt x="24" y="16"/>
                      <a:pt x="25" y="15"/>
                    </a:cubicBezTo>
                    <a:cubicBezTo>
                      <a:pt x="26" y="13"/>
                      <a:pt x="27" y="11"/>
                      <a:pt x="29" y="9"/>
                    </a:cubicBezTo>
                    <a:cubicBezTo>
                      <a:pt x="30" y="7"/>
                      <a:pt x="31" y="7"/>
                      <a:pt x="33" y="6"/>
                    </a:cubicBezTo>
                    <a:cubicBezTo>
                      <a:pt x="35" y="4"/>
                      <a:pt x="30" y="4"/>
                      <a:pt x="30" y="3"/>
                    </a:cubicBezTo>
                    <a:cubicBezTo>
                      <a:pt x="30" y="3"/>
                      <a:pt x="30" y="4"/>
                      <a:pt x="30"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5" name="Freeform 671">
                <a:extLst>
                  <a:ext uri="{FF2B5EF4-FFF2-40B4-BE49-F238E27FC236}">
                    <a16:creationId xmlns:a16="http://schemas.microsoft.com/office/drawing/2014/main" id="{BE2D20D7-D5E8-6C0E-1B61-A7D83847AA64}"/>
                  </a:ext>
                </a:extLst>
              </p:cNvPr>
              <p:cNvSpPr>
                <a:spLocks/>
              </p:cNvSpPr>
              <p:nvPr/>
            </p:nvSpPr>
            <p:spPr bwMode="auto">
              <a:xfrm>
                <a:off x="12620574" y="6956097"/>
                <a:ext cx="289811" cy="299442"/>
              </a:xfrm>
              <a:custGeom>
                <a:avLst/>
                <a:gdLst>
                  <a:gd name="T0" fmla="*/ 31 w 31"/>
                  <a:gd name="T1" fmla="*/ 0 h 32"/>
                  <a:gd name="T2" fmla="*/ 23 w 31"/>
                  <a:gd name="T3" fmla="*/ 3 h 32"/>
                  <a:gd name="T4" fmla="*/ 13 w 31"/>
                  <a:gd name="T5" fmla="*/ 2 h 32"/>
                  <a:gd name="T6" fmla="*/ 9 w 31"/>
                  <a:gd name="T7" fmla="*/ 4 h 32"/>
                  <a:gd name="T8" fmla="*/ 6 w 31"/>
                  <a:gd name="T9" fmla="*/ 5 h 32"/>
                  <a:gd name="T10" fmla="*/ 4 w 31"/>
                  <a:gd name="T11" fmla="*/ 8 h 32"/>
                  <a:gd name="T12" fmla="*/ 2 w 31"/>
                  <a:gd name="T13" fmla="*/ 11 h 32"/>
                  <a:gd name="T14" fmla="*/ 2 w 31"/>
                  <a:gd name="T15" fmla="*/ 15 h 32"/>
                  <a:gd name="T16" fmla="*/ 4 w 31"/>
                  <a:gd name="T17" fmla="*/ 17 h 32"/>
                  <a:gd name="T18" fmla="*/ 5 w 31"/>
                  <a:gd name="T19" fmla="*/ 22 h 32"/>
                  <a:gd name="T20" fmla="*/ 6 w 31"/>
                  <a:gd name="T21" fmla="*/ 25 h 32"/>
                  <a:gd name="T22" fmla="*/ 7 w 31"/>
                  <a:gd name="T23" fmla="*/ 28 h 32"/>
                  <a:gd name="T24" fmla="*/ 8 w 31"/>
                  <a:gd name="T25" fmla="*/ 29 h 32"/>
                  <a:gd name="T26" fmla="*/ 10 w 31"/>
                  <a:gd name="T27" fmla="*/ 31 h 32"/>
                  <a:gd name="T28" fmla="*/ 12 w 31"/>
                  <a:gd name="T29" fmla="*/ 30 h 32"/>
                  <a:gd name="T30" fmla="*/ 13 w 31"/>
                  <a:gd name="T31" fmla="*/ 31 h 32"/>
                  <a:gd name="T32" fmla="*/ 13 w 31"/>
                  <a:gd name="T33" fmla="*/ 26 h 32"/>
                  <a:gd name="T34" fmla="*/ 17 w 31"/>
                  <a:gd name="T35" fmla="*/ 26 h 32"/>
                  <a:gd name="T36" fmla="*/ 14 w 31"/>
                  <a:gd name="T37" fmla="*/ 23 h 32"/>
                  <a:gd name="T38" fmla="*/ 17 w 31"/>
                  <a:gd name="T39" fmla="*/ 24 h 32"/>
                  <a:gd name="T40" fmla="*/ 18 w 31"/>
                  <a:gd name="T41" fmla="*/ 22 h 32"/>
                  <a:gd name="T42" fmla="*/ 21 w 31"/>
                  <a:gd name="T43" fmla="*/ 23 h 32"/>
                  <a:gd name="T44" fmla="*/ 19 w 31"/>
                  <a:gd name="T45" fmla="*/ 19 h 32"/>
                  <a:gd name="T46" fmla="*/ 15 w 31"/>
                  <a:gd name="T47" fmla="*/ 17 h 32"/>
                  <a:gd name="T48" fmla="*/ 15 w 31"/>
                  <a:gd name="T49" fmla="*/ 16 h 32"/>
                  <a:gd name="T50" fmla="*/ 11 w 31"/>
                  <a:gd name="T51" fmla="*/ 10 h 32"/>
                  <a:gd name="T52" fmla="*/ 16 w 31"/>
                  <a:gd name="T53" fmla="*/ 11 h 32"/>
                  <a:gd name="T54" fmla="*/ 16 w 31"/>
                  <a:gd name="T55" fmla="*/ 10 h 32"/>
                  <a:gd name="T56" fmla="*/ 18 w 31"/>
                  <a:gd name="T57" fmla="*/ 11 h 32"/>
                  <a:gd name="T58" fmla="*/ 17 w 31"/>
                  <a:gd name="T59" fmla="*/ 9 h 32"/>
                  <a:gd name="T60" fmla="*/ 21 w 31"/>
                  <a:gd name="T61" fmla="*/ 10 h 32"/>
                  <a:gd name="T62" fmla="*/ 17 w 31"/>
                  <a:gd name="T63" fmla="*/ 7 h 32"/>
                  <a:gd name="T64" fmla="*/ 22 w 31"/>
                  <a:gd name="T65" fmla="*/ 5 h 32"/>
                  <a:gd name="T66" fmla="*/ 21 w 31"/>
                  <a:gd name="T67" fmla="*/ 7 h 32"/>
                  <a:gd name="T68" fmla="*/ 25 w 31"/>
                  <a:gd name="T69" fmla="*/ 5 h 32"/>
                  <a:gd name="T70" fmla="*/ 29 w 31"/>
                  <a:gd name="T71" fmla="*/ 7 h 32"/>
                  <a:gd name="T72" fmla="*/ 31 w 31"/>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32">
                    <a:moveTo>
                      <a:pt x="31" y="0"/>
                    </a:moveTo>
                    <a:cubicBezTo>
                      <a:pt x="28" y="2"/>
                      <a:pt x="27" y="4"/>
                      <a:pt x="23" y="3"/>
                    </a:cubicBezTo>
                    <a:cubicBezTo>
                      <a:pt x="21" y="2"/>
                      <a:pt x="15" y="1"/>
                      <a:pt x="13" y="2"/>
                    </a:cubicBezTo>
                    <a:cubicBezTo>
                      <a:pt x="13" y="5"/>
                      <a:pt x="10" y="3"/>
                      <a:pt x="9" y="4"/>
                    </a:cubicBezTo>
                    <a:cubicBezTo>
                      <a:pt x="8" y="5"/>
                      <a:pt x="7" y="5"/>
                      <a:pt x="6" y="5"/>
                    </a:cubicBezTo>
                    <a:cubicBezTo>
                      <a:pt x="4" y="6"/>
                      <a:pt x="4" y="7"/>
                      <a:pt x="4" y="8"/>
                    </a:cubicBezTo>
                    <a:cubicBezTo>
                      <a:pt x="3" y="9"/>
                      <a:pt x="3" y="10"/>
                      <a:pt x="2" y="11"/>
                    </a:cubicBezTo>
                    <a:cubicBezTo>
                      <a:pt x="0" y="13"/>
                      <a:pt x="0" y="13"/>
                      <a:pt x="2" y="15"/>
                    </a:cubicBezTo>
                    <a:cubicBezTo>
                      <a:pt x="3" y="16"/>
                      <a:pt x="4" y="16"/>
                      <a:pt x="4" y="17"/>
                    </a:cubicBezTo>
                    <a:cubicBezTo>
                      <a:pt x="4" y="19"/>
                      <a:pt x="4" y="20"/>
                      <a:pt x="5" y="22"/>
                    </a:cubicBezTo>
                    <a:cubicBezTo>
                      <a:pt x="5" y="23"/>
                      <a:pt x="5" y="24"/>
                      <a:pt x="6" y="25"/>
                    </a:cubicBezTo>
                    <a:cubicBezTo>
                      <a:pt x="8" y="26"/>
                      <a:pt x="6" y="27"/>
                      <a:pt x="7" y="28"/>
                    </a:cubicBezTo>
                    <a:cubicBezTo>
                      <a:pt x="7" y="30"/>
                      <a:pt x="8" y="29"/>
                      <a:pt x="8" y="29"/>
                    </a:cubicBezTo>
                    <a:cubicBezTo>
                      <a:pt x="10" y="29"/>
                      <a:pt x="10" y="30"/>
                      <a:pt x="10" y="31"/>
                    </a:cubicBezTo>
                    <a:cubicBezTo>
                      <a:pt x="11" y="31"/>
                      <a:pt x="12" y="30"/>
                      <a:pt x="12" y="30"/>
                    </a:cubicBezTo>
                    <a:cubicBezTo>
                      <a:pt x="13" y="29"/>
                      <a:pt x="13" y="31"/>
                      <a:pt x="13" y="31"/>
                    </a:cubicBezTo>
                    <a:cubicBezTo>
                      <a:pt x="14" y="32"/>
                      <a:pt x="13" y="25"/>
                      <a:pt x="13" y="26"/>
                    </a:cubicBezTo>
                    <a:cubicBezTo>
                      <a:pt x="13" y="25"/>
                      <a:pt x="16" y="26"/>
                      <a:pt x="17" y="26"/>
                    </a:cubicBezTo>
                    <a:cubicBezTo>
                      <a:pt x="17" y="25"/>
                      <a:pt x="14" y="24"/>
                      <a:pt x="14" y="23"/>
                    </a:cubicBezTo>
                    <a:cubicBezTo>
                      <a:pt x="15" y="21"/>
                      <a:pt x="17" y="23"/>
                      <a:pt x="17" y="24"/>
                    </a:cubicBezTo>
                    <a:cubicBezTo>
                      <a:pt x="19" y="25"/>
                      <a:pt x="18" y="23"/>
                      <a:pt x="18" y="22"/>
                    </a:cubicBezTo>
                    <a:cubicBezTo>
                      <a:pt x="18" y="21"/>
                      <a:pt x="21" y="23"/>
                      <a:pt x="21" y="23"/>
                    </a:cubicBezTo>
                    <a:cubicBezTo>
                      <a:pt x="21" y="22"/>
                      <a:pt x="19" y="19"/>
                      <a:pt x="19" y="19"/>
                    </a:cubicBezTo>
                    <a:cubicBezTo>
                      <a:pt x="18" y="18"/>
                      <a:pt x="16" y="18"/>
                      <a:pt x="15" y="17"/>
                    </a:cubicBezTo>
                    <a:cubicBezTo>
                      <a:pt x="15" y="17"/>
                      <a:pt x="15" y="15"/>
                      <a:pt x="15" y="16"/>
                    </a:cubicBezTo>
                    <a:cubicBezTo>
                      <a:pt x="14" y="14"/>
                      <a:pt x="11" y="12"/>
                      <a:pt x="11" y="10"/>
                    </a:cubicBezTo>
                    <a:cubicBezTo>
                      <a:pt x="12" y="6"/>
                      <a:pt x="15" y="10"/>
                      <a:pt x="16" y="11"/>
                    </a:cubicBezTo>
                    <a:cubicBezTo>
                      <a:pt x="16" y="11"/>
                      <a:pt x="16" y="10"/>
                      <a:pt x="16" y="10"/>
                    </a:cubicBezTo>
                    <a:cubicBezTo>
                      <a:pt x="17" y="9"/>
                      <a:pt x="18" y="10"/>
                      <a:pt x="18" y="11"/>
                    </a:cubicBezTo>
                    <a:cubicBezTo>
                      <a:pt x="18" y="11"/>
                      <a:pt x="17" y="9"/>
                      <a:pt x="17" y="9"/>
                    </a:cubicBezTo>
                    <a:cubicBezTo>
                      <a:pt x="18" y="9"/>
                      <a:pt x="20" y="10"/>
                      <a:pt x="21" y="10"/>
                    </a:cubicBezTo>
                    <a:cubicBezTo>
                      <a:pt x="21" y="9"/>
                      <a:pt x="17" y="9"/>
                      <a:pt x="17" y="7"/>
                    </a:cubicBezTo>
                    <a:cubicBezTo>
                      <a:pt x="17" y="7"/>
                      <a:pt x="21" y="5"/>
                      <a:pt x="22" y="5"/>
                    </a:cubicBezTo>
                    <a:cubicBezTo>
                      <a:pt x="22" y="5"/>
                      <a:pt x="21" y="7"/>
                      <a:pt x="21" y="7"/>
                    </a:cubicBezTo>
                    <a:cubicBezTo>
                      <a:pt x="21" y="7"/>
                      <a:pt x="24" y="5"/>
                      <a:pt x="25" y="5"/>
                    </a:cubicBezTo>
                    <a:cubicBezTo>
                      <a:pt x="26" y="5"/>
                      <a:pt x="27" y="6"/>
                      <a:pt x="29" y="7"/>
                    </a:cubicBezTo>
                    <a:cubicBezTo>
                      <a:pt x="30" y="5"/>
                      <a:pt x="31" y="2"/>
                      <a:pt x="3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6" name="Freeform 672">
                <a:extLst>
                  <a:ext uri="{FF2B5EF4-FFF2-40B4-BE49-F238E27FC236}">
                    <a16:creationId xmlns:a16="http://schemas.microsoft.com/office/drawing/2014/main" id="{3FB702B4-D185-3965-9EC1-C10F36A07638}"/>
                  </a:ext>
                </a:extLst>
              </p:cNvPr>
              <p:cNvSpPr>
                <a:spLocks/>
              </p:cNvSpPr>
              <p:nvPr/>
            </p:nvSpPr>
            <p:spPr bwMode="auto">
              <a:xfrm>
                <a:off x="12881724" y="6940166"/>
                <a:ext cx="140127" cy="92380"/>
              </a:xfrm>
              <a:custGeom>
                <a:avLst/>
                <a:gdLst>
                  <a:gd name="T0" fmla="*/ 15 w 15"/>
                  <a:gd name="T1" fmla="*/ 6 h 10"/>
                  <a:gd name="T2" fmla="*/ 10 w 15"/>
                  <a:gd name="T3" fmla="*/ 1 h 10"/>
                  <a:gd name="T4" fmla="*/ 2 w 15"/>
                  <a:gd name="T5" fmla="*/ 5 h 10"/>
                  <a:gd name="T6" fmla="*/ 1 w 15"/>
                  <a:gd name="T7" fmla="*/ 9 h 10"/>
                  <a:gd name="T8" fmla="*/ 6 w 15"/>
                  <a:gd name="T9" fmla="*/ 9 h 10"/>
                  <a:gd name="T10" fmla="*/ 11 w 15"/>
                  <a:gd name="T11" fmla="*/ 7 h 10"/>
                  <a:gd name="T12" fmla="*/ 15 w 15"/>
                  <a:gd name="T13" fmla="*/ 6 h 10"/>
                  <a:gd name="T14" fmla="*/ 15 w 15"/>
                  <a:gd name="T15" fmla="*/ 6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15" y="6"/>
                    </a:moveTo>
                    <a:cubicBezTo>
                      <a:pt x="13" y="4"/>
                      <a:pt x="10" y="4"/>
                      <a:pt x="10" y="1"/>
                    </a:cubicBezTo>
                    <a:cubicBezTo>
                      <a:pt x="5" y="0"/>
                      <a:pt x="4" y="0"/>
                      <a:pt x="2" y="5"/>
                    </a:cubicBezTo>
                    <a:cubicBezTo>
                      <a:pt x="2" y="6"/>
                      <a:pt x="0" y="9"/>
                      <a:pt x="1" y="9"/>
                    </a:cubicBezTo>
                    <a:cubicBezTo>
                      <a:pt x="3" y="10"/>
                      <a:pt x="5" y="10"/>
                      <a:pt x="6" y="9"/>
                    </a:cubicBezTo>
                    <a:cubicBezTo>
                      <a:pt x="8" y="8"/>
                      <a:pt x="9" y="7"/>
                      <a:pt x="11" y="7"/>
                    </a:cubicBezTo>
                    <a:cubicBezTo>
                      <a:pt x="11" y="7"/>
                      <a:pt x="15" y="7"/>
                      <a:pt x="15" y="6"/>
                    </a:cubicBezTo>
                    <a:cubicBezTo>
                      <a:pt x="14" y="6"/>
                      <a:pt x="15" y="7"/>
                      <a:pt x="15"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7" name="Freeform 673">
                <a:extLst>
                  <a:ext uri="{FF2B5EF4-FFF2-40B4-BE49-F238E27FC236}">
                    <a16:creationId xmlns:a16="http://schemas.microsoft.com/office/drawing/2014/main" id="{CB0F83D4-2F8D-1AC4-BE77-C2ECE594801F}"/>
                  </a:ext>
                </a:extLst>
              </p:cNvPr>
              <p:cNvSpPr>
                <a:spLocks/>
              </p:cNvSpPr>
              <p:nvPr/>
            </p:nvSpPr>
            <p:spPr bwMode="auto">
              <a:xfrm>
                <a:off x="12582361" y="6911499"/>
                <a:ext cx="82803" cy="168837"/>
              </a:xfrm>
              <a:custGeom>
                <a:avLst/>
                <a:gdLst>
                  <a:gd name="T0" fmla="*/ 6 w 9"/>
                  <a:gd name="T1" fmla="*/ 16 h 18"/>
                  <a:gd name="T2" fmla="*/ 7 w 9"/>
                  <a:gd name="T3" fmla="*/ 11 h 18"/>
                  <a:gd name="T4" fmla="*/ 6 w 9"/>
                  <a:gd name="T5" fmla="*/ 6 h 18"/>
                  <a:gd name="T6" fmla="*/ 7 w 9"/>
                  <a:gd name="T7" fmla="*/ 4 h 18"/>
                  <a:gd name="T8" fmla="*/ 3 w 9"/>
                  <a:gd name="T9" fmla="*/ 1 h 18"/>
                  <a:gd name="T10" fmla="*/ 0 w 9"/>
                  <a:gd name="T11" fmla="*/ 9 h 18"/>
                  <a:gd name="T12" fmla="*/ 4 w 9"/>
                  <a:gd name="T13" fmla="*/ 18 h 18"/>
                  <a:gd name="T14" fmla="*/ 6 w 9"/>
                  <a:gd name="T15" fmla="*/ 16 h 18"/>
                  <a:gd name="T16" fmla="*/ 6 w 9"/>
                  <a:gd name="T17"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6" y="16"/>
                    </a:moveTo>
                    <a:cubicBezTo>
                      <a:pt x="7" y="14"/>
                      <a:pt x="9" y="12"/>
                      <a:pt x="7" y="11"/>
                    </a:cubicBezTo>
                    <a:cubicBezTo>
                      <a:pt x="6" y="10"/>
                      <a:pt x="5" y="8"/>
                      <a:pt x="6" y="6"/>
                    </a:cubicBezTo>
                    <a:cubicBezTo>
                      <a:pt x="6" y="6"/>
                      <a:pt x="7" y="4"/>
                      <a:pt x="7" y="4"/>
                    </a:cubicBezTo>
                    <a:cubicBezTo>
                      <a:pt x="6" y="3"/>
                      <a:pt x="4" y="1"/>
                      <a:pt x="3" y="1"/>
                    </a:cubicBezTo>
                    <a:cubicBezTo>
                      <a:pt x="0" y="0"/>
                      <a:pt x="0" y="7"/>
                      <a:pt x="0" y="9"/>
                    </a:cubicBezTo>
                    <a:cubicBezTo>
                      <a:pt x="0" y="13"/>
                      <a:pt x="2" y="15"/>
                      <a:pt x="4" y="18"/>
                    </a:cubicBezTo>
                    <a:cubicBezTo>
                      <a:pt x="5" y="17"/>
                      <a:pt x="6" y="16"/>
                      <a:pt x="6" y="16"/>
                    </a:cubicBezTo>
                    <a:cubicBezTo>
                      <a:pt x="7" y="14"/>
                      <a:pt x="6" y="16"/>
                      <a:pt x="6" y="1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8" name="Freeform 674">
                <a:extLst>
                  <a:ext uri="{FF2B5EF4-FFF2-40B4-BE49-F238E27FC236}">
                    <a16:creationId xmlns:a16="http://schemas.microsoft.com/office/drawing/2014/main" id="{793056C2-BE9B-73A2-3E5B-11AC05E9CB58}"/>
                  </a:ext>
                </a:extLst>
              </p:cNvPr>
              <p:cNvSpPr>
                <a:spLocks/>
              </p:cNvSpPr>
              <p:nvPr/>
            </p:nvSpPr>
            <p:spPr bwMode="auto">
              <a:xfrm>
                <a:off x="12630129" y="6930613"/>
                <a:ext cx="121018" cy="82827"/>
              </a:xfrm>
              <a:custGeom>
                <a:avLst/>
                <a:gdLst>
                  <a:gd name="T0" fmla="*/ 11 w 13"/>
                  <a:gd name="T1" fmla="*/ 0 h 9"/>
                  <a:gd name="T2" fmla="*/ 2 w 13"/>
                  <a:gd name="T3" fmla="*/ 2 h 9"/>
                  <a:gd name="T4" fmla="*/ 3 w 13"/>
                  <a:gd name="T5" fmla="*/ 9 h 9"/>
                  <a:gd name="T6" fmla="*/ 7 w 13"/>
                  <a:gd name="T7" fmla="*/ 8 h 9"/>
                  <a:gd name="T8" fmla="*/ 10 w 13"/>
                  <a:gd name="T9" fmla="*/ 7 h 9"/>
                  <a:gd name="T10" fmla="*/ 11 w 13"/>
                  <a:gd name="T11" fmla="*/ 0 h 9"/>
                </a:gdLst>
                <a:ahLst/>
                <a:cxnLst>
                  <a:cxn ang="0">
                    <a:pos x="T0" y="T1"/>
                  </a:cxn>
                  <a:cxn ang="0">
                    <a:pos x="T2" y="T3"/>
                  </a:cxn>
                  <a:cxn ang="0">
                    <a:pos x="T4" y="T5"/>
                  </a:cxn>
                  <a:cxn ang="0">
                    <a:pos x="T6" y="T7"/>
                  </a:cxn>
                  <a:cxn ang="0">
                    <a:pos x="T8" y="T9"/>
                  </a:cxn>
                  <a:cxn ang="0">
                    <a:pos x="T10" y="T11"/>
                  </a:cxn>
                </a:cxnLst>
                <a:rect l="0" t="0" r="r" b="b"/>
                <a:pathLst>
                  <a:path w="13" h="9">
                    <a:moveTo>
                      <a:pt x="11" y="0"/>
                    </a:moveTo>
                    <a:cubicBezTo>
                      <a:pt x="9" y="0"/>
                      <a:pt x="2" y="0"/>
                      <a:pt x="2" y="2"/>
                    </a:cubicBezTo>
                    <a:cubicBezTo>
                      <a:pt x="0" y="4"/>
                      <a:pt x="0" y="8"/>
                      <a:pt x="3" y="9"/>
                    </a:cubicBezTo>
                    <a:cubicBezTo>
                      <a:pt x="4" y="8"/>
                      <a:pt x="6" y="9"/>
                      <a:pt x="7" y="8"/>
                    </a:cubicBezTo>
                    <a:cubicBezTo>
                      <a:pt x="8" y="8"/>
                      <a:pt x="9" y="6"/>
                      <a:pt x="10" y="7"/>
                    </a:cubicBezTo>
                    <a:cubicBezTo>
                      <a:pt x="13" y="9"/>
                      <a:pt x="11" y="1"/>
                      <a:pt x="1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79" name="Freeform 675">
                <a:extLst>
                  <a:ext uri="{FF2B5EF4-FFF2-40B4-BE49-F238E27FC236}">
                    <a16:creationId xmlns:a16="http://schemas.microsoft.com/office/drawing/2014/main" id="{63032C19-9AAD-9523-CA5F-7ABC9E75AEF4}"/>
                  </a:ext>
                </a:extLst>
              </p:cNvPr>
              <p:cNvSpPr>
                <a:spLocks/>
              </p:cNvSpPr>
              <p:nvPr/>
            </p:nvSpPr>
            <p:spPr bwMode="auto">
              <a:xfrm>
                <a:off x="13655610" y="6984764"/>
                <a:ext cx="178346" cy="149721"/>
              </a:xfrm>
              <a:custGeom>
                <a:avLst/>
                <a:gdLst>
                  <a:gd name="T0" fmla="*/ 19 w 19"/>
                  <a:gd name="T1" fmla="*/ 14 h 16"/>
                  <a:gd name="T2" fmla="*/ 17 w 19"/>
                  <a:gd name="T3" fmla="*/ 10 h 16"/>
                  <a:gd name="T4" fmla="*/ 16 w 19"/>
                  <a:gd name="T5" fmla="*/ 7 h 16"/>
                  <a:gd name="T6" fmla="*/ 14 w 19"/>
                  <a:gd name="T7" fmla="*/ 3 h 16"/>
                  <a:gd name="T8" fmla="*/ 12 w 19"/>
                  <a:gd name="T9" fmla="*/ 0 h 16"/>
                  <a:gd name="T10" fmla="*/ 6 w 19"/>
                  <a:gd name="T11" fmla="*/ 6 h 16"/>
                  <a:gd name="T12" fmla="*/ 9 w 19"/>
                  <a:gd name="T13" fmla="*/ 9 h 16"/>
                  <a:gd name="T14" fmla="*/ 12 w 19"/>
                  <a:gd name="T15" fmla="*/ 11 h 16"/>
                  <a:gd name="T16" fmla="*/ 16 w 19"/>
                  <a:gd name="T17" fmla="*/ 13 h 16"/>
                  <a:gd name="T18" fmla="*/ 19 w 19"/>
                  <a:gd name="T19" fmla="*/ 14 h 16"/>
                  <a:gd name="T20" fmla="*/ 19 w 19"/>
                  <a:gd name="T21"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16">
                    <a:moveTo>
                      <a:pt x="19" y="14"/>
                    </a:moveTo>
                    <a:cubicBezTo>
                      <a:pt x="19" y="12"/>
                      <a:pt x="19" y="11"/>
                      <a:pt x="17" y="10"/>
                    </a:cubicBezTo>
                    <a:cubicBezTo>
                      <a:pt x="15" y="9"/>
                      <a:pt x="17" y="8"/>
                      <a:pt x="16" y="7"/>
                    </a:cubicBezTo>
                    <a:cubicBezTo>
                      <a:pt x="15" y="5"/>
                      <a:pt x="14" y="6"/>
                      <a:pt x="14" y="3"/>
                    </a:cubicBezTo>
                    <a:cubicBezTo>
                      <a:pt x="14" y="3"/>
                      <a:pt x="11" y="1"/>
                      <a:pt x="12" y="0"/>
                    </a:cubicBezTo>
                    <a:cubicBezTo>
                      <a:pt x="9" y="0"/>
                      <a:pt x="0" y="1"/>
                      <a:pt x="6" y="6"/>
                    </a:cubicBezTo>
                    <a:cubicBezTo>
                      <a:pt x="7" y="7"/>
                      <a:pt x="8" y="8"/>
                      <a:pt x="9" y="9"/>
                    </a:cubicBezTo>
                    <a:cubicBezTo>
                      <a:pt x="10" y="10"/>
                      <a:pt x="11" y="10"/>
                      <a:pt x="12" y="11"/>
                    </a:cubicBezTo>
                    <a:cubicBezTo>
                      <a:pt x="14" y="11"/>
                      <a:pt x="16" y="11"/>
                      <a:pt x="16" y="13"/>
                    </a:cubicBezTo>
                    <a:cubicBezTo>
                      <a:pt x="17" y="14"/>
                      <a:pt x="18" y="16"/>
                      <a:pt x="19" y="14"/>
                    </a:cubicBezTo>
                    <a:cubicBezTo>
                      <a:pt x="19" y="13"/>
                      <a:pt x="18" y="15"/>
                      <a:pt x="19" y="1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0" name="Freeform 676">
                <a:extLst>
                  <a:ext uri="{FF2B5EF4-FFF2-40B4-BE49-F238E27FC236}">
                    <a16:creationId xmlns:a16="http://schemas.microsoft.com/office/drawing/2014/main" id="{86E108D7-A79D-82F4-CC3B-48281B970FD3}"/>
                  </a:ext>
                </a:extLst>
              </p:cNvPr>
              <p:cNvSpPr>
                <a:spLocks/>
              </p:cNvSpPr>
              <p:nvPr/>
            </p:nvSpPr>
            <p:spPr bwMode="auto">
              <a:xfrm>
                <a:off x="13722489" y="7061218"/>
                <a:ext cx="923568" cy="783643"/>
              </a:xfrm>
              <a:custGeom>
                <a:avLst/>
                <a:gdLst>
                  <a:gd name="T0" fmla="*/ 95 w 99"/>
                  <a:gd name="T1" fmla="*/ 73 h 84"/>
                  <a:gd name="T2" fmla="*/ 93 w 99"/>
                  <a:gd name="T3" fmla="*/ 68 h 84"/>
                  <a:gd name="T4" fmla="*/ 90 w 99"/>
                  <a:gd name="T5" fmla="*/ 65 h 84"/>
                  <a:gd name="T6" fmla="*/ 86 w 99"/>
                  <a:gd name="T7" fmla="*/ 60 h 84"/>
                  <a:gd name="T8" fmla="*/ 87 w 99"/>
                  <a:gd name="T9" fmla="*/ 55 h 84"/>
                  <a:gd name="T10" fmla="*/ 89 w 99"/>
                  <a:gd name="T11" fmla="*/ 50 h 84"/>
                  <a:gd name="T12" fmla="*/ 84 w 99"/>
                  <a:gd name="T13" fmla="*/ 49 h 84"/>
                  <a:gd name="T14" fmla="*/ 84 w 99"/>
                  <a:gd name="T15" fmla="*/ 46 h 84"/>
                  <a:gd name="T16" fmla="*/ 84 w 99"/>
                  <a:gd name="T17" fmla="*/ 40 h 84"/>
                  <a:gd name="T18" fmla="*/ 82 w 99"/>
                  <a:gd name="T19" fmla="*/ 36 h 84"/>
                  <a:gd name="T20" fmla="*/ 85 w 99"/>
                  <a:gd name="T21" fmla="*/ 31 h 84"/>
                  <a:gd name="T22" fmla="*/ 86 w 99"/>
                  <a:gd name="T23" fmla="*/ 20 h 84"/>
                  <a:gd name="T24" fmla="*/ 79 w 99"/>
                  <a:gd name="T25" fmla="*/ 18 h 84"/>
                  <a:gd name="T26" fmla="*/ 76 w 99"/>
                  <a:gd name="T27" fmla="*/ 15 h 84"/>
                  <a:gd name="T28" fmla="*/ 71 w 99"/>
                  <a:gd name="T29" fmla="*/ 13 h 84"/>
                  <a:gd name="T30" fmla="*/ 66 w 99"/>
                  <a:gd name="T31" fmla="*/ 12 h 84"/>
                  <a:gd name="T32" fmla="*/ 61 w 99"/>
                  <a:gd name="T33" fmla="*/ 11 h 84"/>
                  <a:gd name="T34" fmla="*/ 57 w 99"/>
                  <a:gd name="T35" fmla="*/ 12 h 84"/>
                  <a:gd name="T36" fmla="*/ 53 w 99"/>
                  <a:gd name="T37" fmla="*/ 15 h 84"/>
                  <a:gd name="T38" fmla="*/ 49 w 99"/>
                  <a:gd name="T39" fmla="*/ 17 h 84"/>
                  <a:gd name="T40" fmla="*/ 46 w 99"/>
                  <a:gd name="T41" fmla="*/ 20 h 84"/>
                  <a:gd name="T42" fmla="*/ 33 w 99"/>
                  <a:gd name="T43" fmla="*/ 18 h 84"/>
                  <a:gd name="T44" fmla="*/ 30 w 99"/>
                  <a:gd name="T45" fmla="*/ 16 h 84"/>
                  <a:gd name="T46" fmla="*/ 25 w 99"/>
                  <a:gd name="T47" fmla="*/ 15 h 84"/>
                  <a:gd name="T48" fmla="*/ 24 w 99"/>
                  <a:gd name="T49" fmla="*/ 10 h 84"/>
                  <a:gd name="T50" fmla="*/ 20 w 99"/>
                  <a:gd name="T51" fmla="*/ 5 h 84"/>
                  <a:gd name="T52" fmla="*/ 14 w 99"/>
                  <a:gd name="T53" fmla="*/ 5 h 84"/>
                  <a:gd name="T54" fmla="*/ 11 w 99"/>
                  <a:gd name="T55" fmla="*/ 7 h 84"/>
                  <a:gd name="T56" fmla="*/ 5 w 99"/>
                  <a:gd name="T57" fmla="*/ 4 h 84"/>
                  <a:gd name="T58" fmla="*/ 1 w 99"/>
                  <a:gd name="T59" fmla="*/ 3 h 84"/>
                  <a:gd name="T60" fmla="*/ 0 w 99"/>
                  <a:gd name="T61" fmla="*/ 5 h 84"/>
                  <a:gd name="T62" fmla="*/ 1 w 99"/>
                  <a:gd name="T63" fmla="*/ 8 h 84"/>
                  <a:gd name="T64" fmla="*/ 1 w 99"/>
                  <a:gd name="T65" fmla="*/ 10 h 84"/>
                  <a:gd name="T66" fmla="*/ 1 w 99"/>
                  <a:gd name="T67" fmla="*/ 12 h 84"/>
                  <a:gd name="T68" fmla="*/ 3 w 99"/>
                  <a:gd name="T69" fmla="*/ 14 h 84"/>
                  <a:gd name="T70" fmla="*/ 3 w 99"/>
                  <a:gd name="T71" fmla="*/ 16 h 84"/>
                  <a:gd name="T72" fmla="*/ 5 w 99"/>
                  <a:gd name="T73" fmla="*/ 21 h 84"/>
                  <a:gd name="T74" fmla="*/ 8 w 99"/>
                  <a:gd name="T75" fmla="*/ 24 h 84"/>
                  <a:gd name="T76" fmla="*/ 10 w 99"/>
                  <a:gd name="T77" fmla="*/ 25 h 84"/>
                  <a:gd name="T78" fmla="*/ 8 w 99"/>
                  <a:gd name="T79" fmla="*/ 37 h 84"/>
                  <a:gd name="T80" fmla="*/ 12 w 99"/>
                  <a:gd name="T81" fmla="*/ 41 h 84"/>
                  <a:gd name="T82" fmla="*/ 18 w 99"/>
                  <a:gd name="T83" fmla="*/ 47 h 84"/>
                  <a:gd name="T84" fmla="*/ 17 w 99"/>
                  <a:gd name="T85" fmla="*/ 50 h 84"/>
                  <a:gd name="T86" fmla="*/ 19 w 99"/>
                  <a:gd name="T87" fmla="*/ 52 h 84"/>
                  <a:gd name="T88" fmla="*/ 22 w 99"/>
                  <a:gd name="T89" fmla="*/ 58 h 84"/>
                  <a:gd name="T90" fmla="*/ 24 w 99"/>
                  <a:gd name="T91" fmla="*/ 55 h 84"/>
                  <a:gd name="T92" fmla="*/ 25 w 99"/>
                  <a:gd name="T93" fmla="*/ 56 h 84"/>
                  <a:gd name="T94" fmla="*/ 26 w 99"/>
                  <a:gd name="T95" fmla="*/ 57 h 84"/>
                  <a:gd name="T96" fmla="*/ 30 w 99"/>
                  <a:gd name="T97" fmla="*/ 57 h 84"/>
                  <a:gd name="T98" fmla="*/ 35 w 99"/>
                  <a:gd name="T99" fmla="*/ 66 h 84"/>
                  <a:gd name="T100" fmla="*/ 46 w 99"/>
                  <a:gd name="T101" fmla="*/ 74 h 84"/>
                  <a:gd name="T102" fmla="*/ 52 w 99"/>
                  <a:gd name="T103" fmla="*/ 76 h 84"/>
                  <a:gd name="T104" fmla="*/ 56 w 99"/>
                  <a:gd name="T105" fmla="*/ 75 h 84"/>
                  <a:gd name="T106" fmla="*/ 56 w 99"/>
                  <a:gd name="T107" fmla="*/ 76 h 84"/>
                  <a:gd name="T108" fmla="*/ 61 w 99"/>
                  <a:gd name="T109" fmla="*/ 73 h 84"/>
                  <a:gd name="T110" fmla="*/ 60 w 99"/>
                  <a:gd name="T111" fmla="*/ 73 h 84"/>
                  <a:gd name="T112" fmla="*/ 62 w 99"/>
                  <a:gd name="T113" fmla="*/ 73 h 84"/>
                  <a:gd name="T114" fmla="*/ 65 w 99"/>
                  <a:gd name="T115" fmla="*/ 77 h 84"/>
                  <a:gd name="T116" fmla="*/ 69 w 99"/>
                  <a:gd name="T117" fmla="*/ 81 h 84"/>
                  <a:gd name="T118" fmla="*/ 88 w 99"/>
                  <a:gd name="T119" fmla="*/ 84 h 84"/>
                  <a:gd name="T120" fmla="*/ 92 w 99"/>
                  <a:gd name="T121" fmla="*/ 77 h 84"/>
                  <a:gd name="T122" fmla="*/ 95 w 99"/>
                  <a:gd name="T123" fmla="*/ 73 h 84"/>
                  <a:gd name="T124" fmla="*/ 95 w 99"/>
                  <a:gd name="T125" fmla="*/ 7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9" h="84">
                    <a:moveTo>
                      <a:pt x="95" y="73"/>
                    </a:moveTo>
                    <a:cubicBezTo>
                      <a:pt x="93" y="72"/>
                      <a:pt x="94" y="70"/>
                      <a:pt x="93" y="68"/>
                    </a:cubicBezTo>
                    <a:cubicBezTo>
                      <a:pt x="93" y="67"/>
                      <a:pt x="91" y="66"/>
                      <a:pt x="90" y="65"/>
                    </a:cubicBezTo>
                    <a:cubicBezTo>
                      <a:pt x="88" y="64"/>
                      <a:pt x="87" y="62"/>
                      <a:pt x="86" y="60"/>
                    </a:cubicBezTo>
                    <a:cubicBezTo>
                      <a:pt x="84" y="58"/>
                      <a:pt x="85" y="58"/>
                      <a:pt x="87" y="55"/>
                    </a:cubicBezTo>
                    <a:cubicBezTo>
                      <a:pt x="88" y="54"/>
                      <a:pt x="90" y="52"/>
                      <a:pt x="89" y="50"/>
                    </a:cubicBezTo>
                    <a:cubicBezTo>
                      <a:pt x="88" y="49"/>
                      <a:pt x="85" y="49"/>
                      <a:pt x="84" y="49"/>
                    </a:cubicBezTo>
                    <a:cubicBezTo>
                      <a:pt x="83" y="48"/>
                      <a:pt x="84" y="46"/>
                      <a:pt x="84" y="46"/>
                    </a:cubicBezTo>
                    <a:cubicBezTo>
                      <a:pt x="83" y="44"/>
                      <a:pt x="83" y="41"/>
                      <a:pt x="84" y="40"/>
                    </a:cubicBezTo>
                    <a:cubicBezTo>
                      <a:pt x="86" y="38"/>
                      <a:pt x="83" y="37"/>
                      <a:pt x="82" y="36"/>
                    </a:cubicBezTo>
                    <a:cubicBezTo>
                      <a:pt x="82" y="35"/>
                      <a:pt x="84" y="32"/>
                      <a:pt x="85" y="31"/>
                    </a:cubicBezTo>
                    <a:cubicBezTo>
                      <a:pt x="85" y="30"/>
                      <a:pt x="87" y="20"/>
                      <a:pt x="86" y="20"/>
                    </a:cubicBezTo>
                    <a:cubicBezTo>
                      <a:pt x="83" y="20"/>
                      <a:pt x="82" y="20"/>
                      <a:pt x="79" y="18"/>
                    </a:cubicBezTo>
                    <a:cubicBezTo>
                      <a:pt x="78" y="17"/>
                      <a:pt x="77" y="16"/>
                      <a:pt x="76" y="15"/>
                    </a:cubicBezTo>
                    <a:cubicBezTo>
                      <a:pt x="75" y="14"/>
                      <a:pt x="72" y="14"/>
                      <a:pt x="71" y="13"/>
                    </a:cubicBezTo>
                    <a:cubicBezTo>
                      <a:pt x="69" y="13"/>
                      <a:pt x="68" y="13"/>
                      <a:pt x="66" y="12"/>
                    </a:cubicBezTo>
                    <a:cubicBezTo>
                      <a:pt x="65" y="10"/>
                      <a:pt x="63" y="11"/>
                      <a:pt x="61" y="11"/>
                    </a:cubicBezTo>
                    <a:cubicBezTo>
                      <a:pt x="60" y="12"/>
                      <a:pt x="58" y="11"/>
                      <a:pt x="57" y="12"/>
                    </a:cubicBezTo>
                    <a:cubicBezTo>
                      <a:pt x="55" y="12"/>
                      <a:pt x="54" y="14"/>
                      <a:pt x="53" y="15"/>
                    </a:cubicBezTo>
                    <a:cubicBezTo>
                      <a:pt x="52" y="16"/>
                      <a:pt x="49" y="15"/>
                      <a:pt x="49" y="17"/>
                    </a:cubicBezTo>
                    <a:cubicBezTo>
                      <a:pt x="49" y="19"/>
                      <a:pt x="48" y="19"/>
                      <a:pt x="46" y="20"/>
                    </a:cubicBezTo>
                    <a:cubicBezTo>
                      <a:pt x="41" y="21"/>
                      <a:pt x="37" y="21"/>
                      <a:pt x="33" y="18"/>
                    </a:cubicBezTo>
                    <a:cubicBezTo>
                      <a:pt x="32" y="17"/>
                      <a:pt x="31" y="16"/>
                      <a:pt x="30" y="16"/>
                    </a:cubicBezTo>
                    <a:cubicBezTo>
                      <a:pt x="28" y="14"/>
                      <a:pt x="27" y="15"/>
                      <a:pt x="25" y="15"/>
                    </a:cubicBezTo>
                    <a:cubicBezTo>
                      <a:pt x="24" y="14"/>
                      <a:pt x="24" y="11"/>
                      <a:pt x="24" y="10"/>
                    </a:cubicBezTo>
                    <a:cubicBezTo>
                      <a:pt x="21" y="9"/>
                      <a:pt x="20" y="8"/>
                      <a:pt x="20" y="5"/>
                    </a:cubicBezTo>
                    <a:cubicBezTo>
                      <a:pt x="20" y="0"/>
                      <a:pt x="16" y="3"/>
                      <a:pt x="14" y="5"/>
                    </a:cubicBezTo>
                    <a:cubicBezTo>
                      <a:pt x="13" y="6"/>
                      <a:pt x="12" y="7"/>
                      <a:pt x="11" y="7"/>
                    </a:cubicBezTo>
                    <a:cubicBezTo>
                      <a:pt x="9" y="6"/>
                      <a:pt x="6" y="6"/>
                      <a:pt x="5" y="4"/>
                    </a:cubicBezTo>
                    <a:cubicBezTo>
                      <a:pt x="3" y="2"/>
                      <a:pt x="3" y="1"/>
                      <a:pt x="1" y="3"/>
                    </a:cubicBezTo>
                    <a:cubicBezTo>
                      <a:pt x="1" y="4"/>
                      <a:pt x="0" y="4"/>
                      <a:pt x="0" y="5"/>
                    </a:cubicBezTo>
                    <a:cubicBezTo>
                      <a:pt x="0" y="6"/>
                      <a:pt x="0" y="7"/>
                      <a:pt x="1" y="8"/>
                    </a:cubicBezTo>
                    <a:cubicBezTo>
                      <a:pt x="1" y="8"/>
                      <a:pt x="2" y="10"/>
                      <a:pt x="1" y="10"/>
                    </a:cubicBezTo>
                    <a:cubicBezTo>
                      <a:pt x="1" y="11"/>
                      <a:pt x="0" y="11"/>
                      <a:pt x="1" y="12"/>
                    </a:cubicBezTo>
                    <a:cubicBezTo>
                      <a:pt x="1" y="13"/>
                      <a:pt x="3" y="13"/>
                      <a:pt x="3" y="14"/>
                    </a:cubicBezTo>
                    <a:cubicBezTo>
                      <a:pt x="3" y="15"/>
                      <a:pt x="2" y="16"/>
                      <a:pt x="3" y="16"/>
                    </a:cubicBezTo>
                    <a:cubicBezTo>
                      <a:pt x="4" y="18"/>
                      <a:pt x="4" y="19"/>
                      <a:pt x="5" y="21"/>
                    </a:cubicBezTo>
                    <a:cubicBezTo>
                      <a:pt x="6" y="22"/>
                      <a:pt x="6" y="23"/>
                      <a:pt x="8" y="24"/>
                    </a:cubicBezTo>
                    <a:cubicBezTo>
                      <a:pt x="8" y="24"/>
                      <a:pt x="10" y="25"/>
                      <a:pt x="10" y="25"/>
                    </a:cubicBezTo>
                    <a:cubicBezTo>
                      <a:pt x="11" y="29"/>
                      <a:pt x="2" y="33"/>
                      <a:pt x="8" y="37"/>
                    </a:cubicBezTo>
                    <a:cubicBezTo>
                      <a:pt x="10" y="38"/>
                      <a:pt x="10" y="40"/>
                      <a:pt x="12" y="41"/>
                    </a:cubicBezTo>
                    <a:cubicBezTo>
                      <a:pt x="14" y="43"/>
                      <a:pt x="16" y="44"/>
                      <a:pt x="18" y="47"/>
                    </a:cubicBezTo>
                    <a:cubicBezTo>
                      <a:pt x="18" y="48"/>
                      <a:pt x="17" y="49"/>
                      <a:pt x="17" y="50"/>
                    </a:cubicBezTo>
                    <a:cubicBezTo>
                      <a:pt x="18" y="51"/>
                      <a:pt x="20" y="51"/>
                      <a:pt x="19" y="52"/>
                    </a:cubicBezTo>
                    <a:cubicBezTo>
                      <a:pt x="19" y="55"/>
                      <a:pt x="21" y="56"/>
                      <a:pt x="22" y="58"/>
                    </a:cubicBezTo>
                    <a:cubicBezTo>
                      <a:pt x="24" y="57"/>
                      <a:pt x="23" y="56"/>
                      <a:pt x="24" y="55"/>
                    </a:cubicBezTo>
                    <a:cubicBezTo>
                      <a:pt x="24" y="55"/>
                      <a:pt x="25" y="56"/>
                      <a:pt x="25" y="56"/>
                    </a:cubicBezTo>
                    <a:cubicBezTo>
                      <a:pt x="27" y="56"/>
                      <a:pt x="25" y="56"/>
                      <a:pt x="26" y="57"/>
                    </a:cubicBezTo>
                    <a:cubicBezTo>
                      <a:pt x="27" y="58"/>
                      <a:pt x="28" y="55"/>
                      <a:pt x="30" y="57"/>
                    </a:cubicBezTo>
                    <a:cubicBezTo>
                      <a:pt x="32" y="60"/>
                      <a:pt x="33" y="63"/>
                      <a:pt x="35" y="66"/>
                    </a:cubicBezTo>
                    <a:cubicBezTo>
                      <a:pt x="37" y="69"/>
                      <a:pt x="42" y="72"/>
                      <a:pt x="46" y="74"/>
                    </a:cubicBezTo>
                    <a:cubicBezTo>
                      <a:pt x="48" y="75"/>
                      <a:pt x="50" y="75"/>
                      <a:pt x="52" y="76"/>
                    </a:cubicBezTo>
                    <a:cubicBezTo>
                      <a:pt x="53" y="76"/>
                      <a:pt x="56" y="75"/>
                      <a:pt x="56" y="75"/>
                    </a:cubicBezTo>
                    <a:cubicBezTo>
                      <a:pt x="56" y="75"/>
                      <a:pt x="56" y="76"/>
                      <a:pt x="56" y="76"/>
                    </a:cubicBezTo>
                    <a:cubicBezTo>
                      <a:pt x="57" y="76"/>
                      <a:pt x="60" y="74"/>
                      <a:pt x="61" y="73"/>
                    </a:cubicBezTo>
                    <a:cubicBezTo>
                      <a:pt x="61" y="73"/>
                      <a:pt x="60" y="73"/>
                      <a:pt x="60" y="73"/>
                    </a:cubicBezTo>
                    <a:cubicBezTo>
                      <a:pt x="60" y="72"/>
                      <a:pt x="62" y="73"/>
                      <a:pt x="62" y="73"/>
                    </a:cubicBezTo>
                    <a:cubicBezTo>
                      <a:pt x="64" y="74"/>
                      <a:pt x="64" y="75"/>
                      <a:pt x="65" y="77"/>
                    </a:cubicBezTo>
                    <a:cubicBezTo>
                      <a:pt x="66" y="80"/>
                      <a:pt x="67" y="80"/>
                      <a:pt x="69" y="81"/>
                    </a:cubicBezTo>
                    <a:cubicBezTo>
                      <a:pt x="75" y="82"/>
                      <a:pt x="82" y="83"/>
                      <a:pt x="88" y="84"/>
                    </a:cubicBezTo>
                    <a:cubicBezTo>
                      <a:pt x="88" y="80"/>
                      <a:pt x="89" y="79"/>
                      <a:pt x="92" y="77"/>
                    </a:cubicBezTo>
                    <a:cubicBezTo>
                      <a:pt x="94" y="76"/>
                      <a:pt x="99" y="75"/>
                      <a:pt x="95" y="73"/>
                    </a:cubicBezTo>
                    <a:cubicBezTo>
                      <a:pt x="94" y="72"/>
                      <a:pt x="97" y="74"/>
                      <a:pt x="95" y="7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1" name="Freeform 677">
                <a:extLst>
                  <a:ext uri="{FF2B5EF4-FFF2-40B4-BE49-F238E27FC236}">
                    <a16:creationId xmlns:a16="http://schemas.microsoft.com/office/drawing/2014/main" id="{51AAF843-BDC4-0BB6-04B6-73F2300EC113}"/>
                  </a:ext>
                </a:extLst>
              </p:cNvPr>
              <p:cNvSpPr>
                <a:spLocks/>
              </p:cNvSpPr>
              <p:nvPr/>
            </p:nvSpPr>
            <p:spPr bwMode="auto">
              <a:xfrm>
                <a:off x="13741597" y="7070776"/>
                <a:ext cx="73250" cy="54156"/>
              </a:xfrm>
              <a:custGeom>
                <a:avLst/>
                <a:gdLst>
                  <a:gd name="T0" fmla="*/ 1 w 8"/>
                  <a:gd name="T1" fmla="*/ 1 h 6"/>
                  <a:gd name="T2" fmla="*/ 3 w 8"/>
                  <a:gd name="T3" fmla="*/ 4 h 6"/>
                  <a:gd name="T4" fmla="*/ 8 w 8"/>
                  <a:gd name="T5" fmla="*/ 6 h 6"/>
                  <a:gd name="T6" fmla="*/ 0 w 8"/>
                  <a:gd name="T7" fmla="*/ 0 h 6"/>
                  <a:gd name="T8" fmla="*/ 1 w 8"/>
                  <a:gd name="T9" fmla="*/ 1 h 6"/>
                  <a:gd name="T10" fmla="*/ 1 w 8"/>
                  <a:gd name="T11" fmla="*/ 1 h 6"/>
                </a:gdLst>
                <a:ahLst/>
                <a:cxnLst>
                  <a:cxn ang="0">
                    <a:pos x="T0" y="T1"/>
                  </a:cxn>
                  <a:cxn ang="0">
                    <a:pos x="T2" y="T3"/>
                  </a:cxn>
                  <a:cxn ang="0">
                    <a:pos x="T4" y="T5"/>
                  </a:cxn>
                  <a:cxn ang="0">
                    <a:pos x="T6" y="T7"/>
                  </a:cxn>
                  <a:cxn ang="0">
                    <a:pos x="T8" y="T9"/>
                  </a:cxn>
                  <a:cxn ang="0">
                    <a:pos x="T10" y="T11"/>
                  </a:cxn>
                </a:cxnLst>
                <a:rect l="0" t="0" r="r" b="b"/>
                <a:pathLst>
                  <a:path w="8" h="6">
                    <a:moveTo>
                      <a:pt x="1" y="1"/>
                    </a:moveTo>
                    <a:cubicBezTo>
                      <a:pt x="2" y="1"/>
                      <a:pt x="2" y="3"/>
                      <a:pt x="3" y="4"/>
                    </a:cubicBezTo>
                    <a:cubicBezTo>
                      <a:pt x="5" y="4"/>
                      <a:pt x="6" y="5"/>
                      <a:pt x="8" y="6"/>
                    </a:cubicBezTo>
                    <a:cubicBezTo>
                      <a:pt x="7" y="2"/>
                      <a:pt x="3" y="1"/>
                      <a:pt x="0" y="0"/>
                    </a:cubicBezTo>
                    <a:cubicBezTo>
                      <a:pt x="0" y="1"/>
                      <a:pt x="0" y="1"/>
                      <a:pt x="1" y="1"/>
                    </a:cubicBezTo>
                    <a:cubicBezTo>
                      <a:pt x="2" y="1"/>
                      <a:pt x="0" y="1"/>
                      <a:pt x="1"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2" name="Freeform 678">
                <a:extLst>
                  <a:ext uri="{FF2B5EF4-FFF2-40B4-BE49-F238E27FC236}">
                    <a16:creationId xmlns:a16="http://schemas.microsoft.com/office/drawing/2014/main" id="{A4024B2D-85B6-72BF-38A8-87A795C71962}"/>
                  </a:ext>
                </a:extLst>
              </p:cNvPr>
              <p:cNvSpPr>
                <a:spLocks/>
              </p:cNvSpPr>
              <p:nvPr/>
            </p:nvSpPr>
            <p:spPr bwMode="auto">
              <a:xfrm>
                <a:off x="13525034" y="6844600"/>
                <a:ext cx="328029" cy="168837"/>
              </a:xfrm>
              <a:custGeom>
                <a:avLst/>
                <a:gdLst>
                  <a:gd name="T0" fmla="*/ 26 w 35"/>
                  <a:gd name="T1" fmla="*/ 15 h 18"/>
                  <a:gd name="T2" fmla="*/ 30 w 35"/>
                  <a:gd name="T3" fmla="*/ 17 h 18"/>
                  <a:gd name="T4" fmla="*/ 34 w 35"/>
                  <a:gd name="T5" fmla="*/ 17 h 18"/>
                  <a:gd name="T6" fmla="*/ 33 w 35"/>
                  <a:gd name="T7" fmla="*/ 12 h 18"/>
                  <a:gd name="T8" fmla="*/ 30 w 35"/>
                  <a:gd name="T9" fmla="*/ 10 h 18"/>
                  <a:gd name="T10" fmla="*/ 27 w 35"/>
                  <a:gd name="T11" fmla="*/ 7 h 18"/>
                  <a:gd name="T12" fmla="*/ 19 w 35"/>
                  <a:gd name="T13" fmla="*/ 6 h 18"/>
                  <a:gd name="T14" fmla="*/ 9 w 35"/>
                  <a:gd name="T15" fmla="*/ 4 h 18"/>
                  <a:gd name="T16" fmla="*/ 0 w 35"/>
                  <a:gd name="T17" fmla="*/ 2 h 18"/>
                  <a:gd name="T18" fmla="*/ 8 w 35"/>
                  <a:gd name="T19" fmla="*/ 14 h 18"/>
                  <a:gd name="T20" fmla="*/ 18 w 35"/>
                  <a:gd name="T21" fmla="*/ 18 h 18"/>
                  <a:gd name="T22" fmla="*/ 26 w 35"/>
                  <a:gd name="T23" fmla="*/ 15 h 18"/>
                  <a:gd name="T24" fmla="*/ 26 w 35"/>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18">
                    <a:moveTo>
                      <a:pt x="26" y="15"/>
                    </a:moveTo>
                    <a:cubicBezTo>
                      <a:pt x="27" y="14"/>
                      <a:pt x="29" y="16"/>
                      <a:pt x="30" y="17"/>
                    </a:cubicBezTo>
                    <a:cubicBezTo>
                      <a:pt x="30" y="17"/>
                      <a:pt x="34" y="17"/>
                      <a:pt x="34" y="17"/>
                    </a:cubicBezTo>
                    <a:cubicBezTo>
                      <a:pt x="35" y="16"/>
                      <a:pt x="30" y="12"/>
                      <a:pt x="33" y="12"/>
                    </a:cubicBezTo>
                    <a:cubicBezTo>
                      <a:pt x="32" y="11"/>
                      <a:pt x="30" y="11"/>
                      <a:pt x="30" y="10"/>
                    </a:cubicBezTo>
                    <a:cubicBezTo>
                      <a:pt x="30" y="8"/>
                      <a:pt x="29" y="7"/>
                      <a:pt x="27" y="7"/>
                    </a:cubicBezTo>
                    <a:cubicBezTo>
                      <a:pt x="24" y="7"/>
                      <a:pt x="22" y="8"/>
                      <a:pt x="19" y="6"/>
                    </a:cubicBezTo>
                    <a:cubicBezTo>
                      <a:pt x="16" y="5"/>
                      <a:pt x="13" y="5"/>
                      <a:pt x="9" y="4"/>
                    </a:cubicBezTo>
                    <a:cubicBezTo>
                      <a:pt x="6" y="3"/>
                      <a:pt x="4" y="0"/>
                      <a:pt x="0" y="2"/>
                    </a:cubicBezTo>
                    <a:cubicBezTo>
                      <a:pt x="3" y="6"/>
                      <a:pt x="11" y="7"/>
                      <a:pt x="8" y="14"/>
                    </a:cubicBezTo>
                    <a:cubicBezTo>
                      <a:pt x="11" y="14"/>
                      <a:pt x="18" y="14"/>
                      <a:pt x="18" y="18"/>
                    </a:cubicBezTo>
                    <a:cubicBezTo>
                      <a:pt x="18" y="15"/>
                      <a:pt x="24" y="15"/>
                      <a:pt x="26" y="15"/>
                    </a:cubicBezTo>
                    <a:cubicBezTo>
                      <a:pt x="27" y="14"/>
                      <a:pt x="19" y="15"/>
                      <a:pt x="26" y="1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3" name="Freeform 679">
                <a:extLst>
                  <a:ext uri="{FF2B5EF4-FFF2-40B4-BE49-F238E27FC236}">
                    <a16:creationId xmlns:a16="http://schemas.microsoft.com/office/drawing/2014/main" id="{0AD28898-9AD1-FDA5-512C-636592DD8ECF}"/>
                  </a:ext>
                </a:extLst>
              </p:cNvPr>
              <p:cNvSpPr>
                <a:spLocks/>
              </p:cNvSpPr>
              <p:nvPr/>
            </p:nvSpPr>
            <p:spPr bwMode="auto">
              <a:xfrm>
                <a:off x="13751153" y="6956097"/>
                <a:ext cx="251592" cy="197506"/>
              </a:xfrm>
              <a:custGeom>
                <a:avLst/>
                <a:gdLst>
                  <a:gd name="T0" fmla="*/ 8 w 27"/>
                  <a:gd name="T1" fmla="*/ 2 h 21"/>
                  <a:gd name="T2" fmla="*/ 10 w 27"/>
                  <a:gd name="T3" fmla="*/ 5 h 21"/>
                  <a:gd name="T4" fmla="*/ 7 w 27"/>
                  <a:gd name="T5" fmla="*/ 5 h 21"/>
                  <a:gd name="T6" fmla="*/ 4 w 27"/>
                  <a:gd name="T7" fmla="*/ 3 h 21"/>
                  <a:gd name="T8" fmla="*/ 4 w 27"/>
                  <a:gd name="T9" fmla="*/ 7 h 21"/>
                  <a:gd name="T10" fmla="*/ 6 w 27"/>
                  <a:gd name="T11" fmla="*/ 11 h 21"/>
                  <a:gd name="T12" fmla="*/ 8 w 27"/>
                  <a:gd name="T13" fmla="*/ 14 h 21"/>
                  <a:gd name="T14" fmla="*/ 9 w 27"/>
                  <a:gd name="T15" fmla="*/ 17 h 21"/>
                  <a:gd name="T16" fmla="*/ 16 w 27"/>
                  <a:gd name="T17" fmla="*/ 13 h 21"/>
                  <a:gd name="T18" fmla="*/ 17 w 27"/>
                  <a:gd name="T19" fmla="*/ 16 h 21"/>
                  <a:gd name="T20" fmla="*/ 21 w 27"/>
                  <a:gd name="T21" fmla="*/ 21 h 21"/>
                  <a:gd name="T22" fmla="*/ 21 w 27"/>
                  <a:gd name="T23" fmla="*/ 18 h 21"/>
                  <a:gd name="T24" fmla="*/ 23 w 27"/>
                  <a:gd name="T25" fmla="*/ 16 h 21"/>
                  <a:gd name="T26" fmla="*/ 25 w 27"/>
                  <a:gd name="T27" fmla="*/ 11 h 21"/>
                  <a:gd name="T28" fmla="*/ 19 w 27"/>
                  <a:gd name="T29" fmla="*/ 1 h 21"/>
                  <a:gd name="T30" fmla="*/ 12 w 27"/>
                  <a:gd name="T31" fmla="*/ 2 h 21"/>
                  <a:gd name="T32" fmla="*/ 9 w 27"/>
                  <a:gd name="T33" fmla="*/ 0 h 21"/>
                  <a:gd name="T34" fmla="*/ 8 w 27"/>
                  <a:gd name="T35" fmla="*/ 2 h 21"/>
                  <a:gd name="T36" fmla="*/ 8 w 27"/>
                  <a:gd name="T37"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1">
                    <a:moveTo>
                      <a:pt x="8" y="2"/>
                    </a:moveTo>
                    <a:cubicBezTo>
                      <a:pt x="8" y="2"/>
                      <a:pt x="11" y="4"/>
                      <a:pt x="10" y="5"/>
                    </a:cubicBezTo>
                    <a:cubicBezTo>
                      <a:pt x="10" y="5"/>
                      <a:pt x="7" y="5"/>
                      <a:pt x="7" y="5"/>
                    </a:cubicBezTo>
                    <a:cubicBezTo>
                      <a:pt x="5" y="5"/>
                      <a:pt x="5" y="3"/>
                      <a:pt x="4" y="3"/>
                    </a:cubicBezTo>
                    <a:cubicBezTo>
                      <a:pt x="0" y="2"/>
                      <a:pt x="4" y="6"/>
                      <a:pt x="4" y="7"/>
                    </a:cubicBezTo>
                    <a:cubicBezTo>
                      <a:pt x="4" y="10"/>
                      <a:pt x="7" y="8"/>
                      <a:pt x="6" y="11"/>
                    </a:cubicBezTo>
                    <a:cubicBezTo>
                      <a:pt x="5" y="13"/>
                      <a:pt x="7" y="13"/>
                      <a:pt x="8" y="14"/>
                    </a:cubicBezTo>
                    <a:cubicBezTo>
                      <a:pt x="9" y="14"/>
                      <a:pt x="9" y="16"/>
                      <a:pt x="9" y="17"/>
                    </a:cubicBezTo>
                    <a:cubicBezTo>
                      <a:pt x="10" y="16"/>
                      <a:pt x="14" y="14"/>
                      <a:pt x="16" y="13"/>
                    </a:cubicBezTo>
                    <a:cubicBezTo>
                      <a:pt x="17" y="13"/>
                      <a:pt x="17" y="15"/>
                      <a:pt x="17" y="16"/>
                    </a:cubicBezTo>
                    <a:cubicBezTo>
                      <a:pt x="17" y="19"/>
                      <a:pt x="18" y="20"/>
                      <a:pt x="21" y="21"/>
                    </a:cubicBezTo>
                    <a:cubicBezTo>
                      <a:pt x="21" y="20"/>
                      <a:pt x="21" y="18"/>
                      <a:pt x="21" y="18"/>
                    </a:cubicBezTo>
                    <a:cubicBezTo>
                      <a:pt x="22" y="17"/>
                      <a:pt x="23" y="17"/>
                      <a:pt x="23" y="16"/>
                    </a:cubicBezTo>
                    <a:cubicBezTo>
                      <a:pt x="24" y="14"/>
                      <a:pt x="24" y="12"/>
                      <a:pt x="25" y="11"/>
                    </a:cubicBezTo>
                    <a:cubicBezTo>
                      <a:pt x="27" y="8"/>
                      <a:pt x="21" y="2"/>
                      <a:pt x="19" y="1"/>
                    </a:cubicBezTo>
                    <a:cubicBezTo>
                      <a:pt x="17" y="4"/>
                      <a:pt x="15" y="4"/>
                      <a:pt x="12" y="2"/>
                    </a:cubicBezTo>
                    <a:cubicBezTo>
                      <a:pt x="12" y="1"/>
                      <a:pt x="10" y="0"/>
                      <a:pt x="9" y="0"/>
                    </a:cubicBezTo>
                    <a:cubicBezTo>
                      <a:pt x="8" y="0"/>
                      <a:pt x="8" y="1"/>
                      <a:pt x="8" y="2"/>
                    </a:cubicBezTo>
                    <a:cubicBezTo>
                      <a:pt x="9" y="3"/>
                      <a:pt x="7" y="0"/>
                      <a:pt x="8"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4" name="Freeform 680">
                <a:extLst>
                  <a:ext uri="{FF2B5EF4-FFF2-40B4-BE49-F238E27FC236}">
                    <a16:creationId xmlns:a16="http://schemas.microsoft.com/office/drawing/2014/main" id="{45C65C7E-C264-9162-D41D-0721D8A7A0FE}"/>
                  </a:ext>
                </a:extLst>
              </p:cNvPr>
              <p:cNvSpPr>
                <a:spLocks/>
              </p:cNvSpPr>
              <p:nvPr/>
            </p:nvSpPr>
            <p:spPr bwMode="auto">
              <a:xfrm>
                <a:off x="13833954" y="7574093"/>
                <a:ext cx="82803" cy="95566"/>
              </a:xfrm>
              <a:custGeom>
                <a:avLst/>
                <a:gdLst>
                  <a:gd name="T0" fmla="*/ 3 w 9"/>
                  <a:gd name="T1" fmla="*/ 2 h 10"/>
                  <a:gd name="T2" fmla="*/ 0 w 9"/>
                  <a:gd name="T3" fmla="*/ 7 h 10"/>
                  <a:gd name="T4" fmla="*/ 4 w 9"/>
                  <a:gd name="T5" fmla="*/ 8 h 10"/>
                  <a:gd name="T6" fmla="*/ 9 w 9"/>
                  <a:gd name="T7" fmla="*/ 10 h 10"/>
                  <a:gd name="T8" fmla="*/ 7 w 9"/>
                  <a:gd name="T9" fmla="*/ 5 h 10"/>
                  <a:gd name="T10" fmla="*/ 8 w 9"/>
                  <a:gd name="T11" fmla="*/ 3 h 10"/>
                  <a:gd name="T12" fmla="*/ 3 w 9"/>
                  <a:gd name="T13" fmla="*/ 2 h 10"/>
                  <a:gd name="T14" fmla="*/ 3 w 9"/>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2"/>
                    </a:moveTo>
                    <a:cubicBezTo>
                      <a:pt x="1" y="3"/>
                      <a:pt x="0" y="5"/>
                      <a:pt x="0" y="7"/>
                    </a:cubicBezTo>
                    <a:cubicBezTo>
                      <a:pt x="1" y="7"/>
                      <a:pt x="4" y="7"/>
                      <a:pt x="4" y="8"/>
                    </a:cubicBezTo>
                    <a:cubicBezTo>
                      <a:pt x="6" y="10"/>
                      <a:pt x="7" y="10"/>
                      <a:pt x="9" y="10"/>
                    </a:cubicBezTo>
                    <a:cubicBezTo>
                      <a:pt x="9" y="10"/>
                      <a:pt x="7" y="5"/>
                      <a:pt x="7" y="5"/>
                    </a:cubicBezTo>
                    <a:cubicBezTo>
                      <a:pt x="8" y="5"/>
                      <a:pt x="9" y="5"/>
                      <a:pt x="8" y="3"/>
                    </a:cubicBezTo>
                    <a:cubicBezTo>
                      <a:pt x="6" y="2"/>
                      <a:pt x="5" y="0"/>
                      <a:pt x="3" y="2"/>
                    </a:cubicBezTo>
                    <a:cubicBezTo>
                      <a:pt x="1" y="4"/>
                      <a:pt x="4" y="1"/>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5" name="Freeform 681">
                <a:extLst>
                  <a:ext uri="{FF2B5EF4-FFF2-40B4-BE49-F238E27FC236}">
                    <a16:creationId xmlns:a16="http://schemas.microsoft.com/office/drawing/2014/main" id="{B36C3117-6A8E-67C6-7121-471B12893E92}"/>
                  </a:ext>
                </a:extLst>
              </p:cNvPr>
              <p:cNvSpPr>
                <a:spLocks/>
              </p:cNvSpPr>
              <p:nvPr/>
            </p:nvSpPr>
            <p:spPr bwMode="auto">
              <a:xfrm>
                <a:off x="13311662" y="7220495"/>
                <a:ext cx="324842" cy="251657"/>
              </a:xfrm>
              <a:custGeom>
                <a:avLst/>
                <a:gdLst>
                  <a:gd name="T0" fmla="*/ 29 w 35"/>
                  <a:gd name="T1" fmla="*/ 10 h 27"/>
                  <a:gd name="T2" fmla="*/ 30 w 35"/>
                  <a:gd name="T3" fmla="*/ 7 h 27"/>
                  <a:gd name="T4" fmla="*/ 29 w 35"/>
                  <a:gd name="T5" fmla="*/ 5 h 27"/>
                  <a:gd name="T6" fmla="*/ 35 w 35"/>
                  <a:gd name="T7" fmla="*/ 0 h 27"/>
                  <a:gd name="T8" fmla="*/ 25 w 35"/>
                  <a:gd name="T9" fmla="*/ 1 h 27"/>
                  <a:gd name="T10" fmla="*/ 19 w 35"/>
                  <a:gd name="T11" fmla="*/ 2 h 27"/>
                  <a:gd name="T12" fmla="*/ 13 w 35"/>
                  <a:gd name="T13" fmla="*/ 2 h 27"/>
                  <a:gd name="T14" fmla="*/ 8 w 35"/>
                  <a:gd name="T15" fmla="*/ 2 h 27"/>
                  <a:gd name="T16" fmla="*/ 7 w 35"/>
                  <a:gd name="T17" fmla="*/ 4 h 27"/>
                  <a:gd name="T18" fmla="*/ 6 w 35"/>
                  <a:gd name="T19" fmla="*/ 6 h 27"/>
                  <a:gd name="T20" fmla="*/ 3 w 35"/>
                  <a:gd name="T21" fmla="*/ 6 h 27"/>
                  <a:gd name="T22" fmla="*/ 3 w 35"/>
                  <a:gd name="T23" fmla="*/ 10 h 27"/>
                  <a:gd name="T24" fmla="*/ 4 w 35"/>
                  <a:gd name="T25" fmla="*/ 14 h 27"/>
                  <a:gd name="T26" fmla="*/ 2 w 35"/>
                  <a:gd name="T27" fmla="*/ 22 h 27"/>
                  <a:gd name="T28" fmla="*/ 7 w 35"/>
                  <a:gd name="T29" fmla="*/ 27 h 27"/>
                  <a:gd name="T30" fmla="*/ 13 w 35"/>
                  <a:gd name="T31" fmla="*/ 24 h 27"/>
                  <a:gd name="T32" fmla="*/ 22 w 35"/>
                  <a:gd name="T33" fmla="*/ 19 h 27"/>
                  <a:gd name="T34" fmla="*/ 28 w 35"/>
                  <a:gd name="T35" fmla="*/ 15 h 27"/>
                  <a:gd name="T36" fmla="*/ 29 w 35"/>
                  <a:gd name="T37" fmla="*/ 10 h 27"/>
                  <a:gd name="T38" fmla="*/ 29 w 35"/>
                  <a:gd name="T39"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27">
                    <a:moveTo>
                      <a:pt x="29" y="10"/>
                    </a:moveTo>
                    <a:cubicBezTo>
                      <a:pt x="30" y="9"/>
                      <a:pt x="31" y="8"/>
                      <a:pt x="30" y="7"/>
                    </a:cubicBezTo>
                    <a:cubicBezTo>
                      <a:pt x="29" y="6"/>
                      <a:pt x="28" y="6"/>
                      <a:pt x="29" y="5"/>
                    </a:cubicBezTo>
                    <a:cubicBezTo>
                      <a:pt x="31" y="3"/>
                      <a:pt x="35" y="3"/>
                      <a:pt x="35" y="0"/>
                    </a:cubicBezTo>
                    <a:cubicBezTo>
                      <a:pt x="32" y="0"/>
                      <a:pt x="28" y="0"/>
                      <a:pt x="25" y="1"/>
                    </a:cubicBezTo>
                    <a:cubicBezTo>
                      <a:pt x="23" y="1"/>
                      <a:pt x="21" y="2"/>
                      <a:pt x="19" y="2"/>
                    </a:cubicBezTo>
                    <a:cubicBezTo>
                      <a:pt x="16" y="2"/>
                      <a:pt x="15" y="1"/>
                      <a:pt x="13" y="2"/>
                    </a:cubicBezTo>
                    <a:cubicBezTo>
                      <a:pt x="11" y="3"/>
                      <a:pt x="10" y="3"/>
                      <a:pt x="8" y="2"/>
                    </a:cubicBezTo>
                    <a:cubicBezTo>
                      <a:pt x="6" y="0"/>
                      <a:pt x="7" y="4"/>
                      <a:pt x="7" y="4"/>
                    </a:cubicBezTo>
                    <a:cubicBezTo>
                      <a:pt x="6" y="5"/>
                      <a:pt x="6" y="6"/>
                      <a:pt x="6" y="6"/>
                    </a:cubicBezTo>
                    <a:cubicBezTo>
                      <a:pt x="5" y="8"/>
                      <a:pt x="4" y="6"/>
                      <a:pt x="3" y="6"/>
                    </a:cubicBezTo>
                    <a:cubicBezTo>
                      <a:pt x="2" y="7"/>
                      <a:pt x="3" y="9"/>
                      <a:pt x="3" y="10"/>
                    </a:cubicBezTo>
                    <a:cubicBezTo>
                      <a:pt x="3" y="11"/>
                      <a:pt x="2" y="13"/>
                      <a:pt x="4" y="14"/>
                    </a:cubicBezTo>
                    <a:cubicBezTo>
                      <a:pt x="9" y="17"/>
                      <a:pt x="5" y="19"/>
                      <a:pt x="2" y="22"/>
                    </a:cubicBezTo>
                    <a:cubicBezTo>
                      <a:pt x="0" y="24"/>
                      <a:pt x="5" y="27"/>
                      <a:pt x="7" y="27"/>
                    </a:cubicBezTo>
                    <a:cubicBezTo>
                      <a:pt x="9" y="27"/>
                      <a:pt x="11" y="25"/>
                      <a:pt x="13" y="24"/>
                    </a:cubicBezTo>
                    <a:cubicBezTo>
                      <a:pt x="16" y="22"/>
                      <a:pt x="19" y="21"/>
                      <a:pt x="22" y="19"/>
                    </a:cubicBezTo>
                    <a:cubicBezTo>
                      <a:pt x="24" y="18"/>
                      <a:pt x="26" y="17"/>
                      <a:pt x="28" y="15"/>
                    </a:cubicBezTo>
                    <a:cubicBezTo>
                      <a:pt x="29" y="13"/>
                      <a:pt x="28" y="11"/>
                      <a:pt x="29" y="10"/>
                    </a:cubicBezTo>
                    <a:cubicBezTo>
                      <a:pt x="30" y="8"/>
                      <a:pt x="29" y="11"/>
                      <a:pt x="29"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6" name="Freeform 682">
                <a:extLst>
                  <a:ext uri="{FF2B5EF4-FFF2-40B4-BE49-F238E27FC236}">
                    <a16:creationId xmlns:a16="http://schemas.microsoft.com/office/drawing/2014/main" id="{A91FBB80-7034-99A7-D94C-27AE860FB564}"/>
                  </a:ext>
                </a:extLst>
              </p:cNvPr>
              <p:cNvSpPr>
                <a:spLocks/>
              </p:cNvSpPr>
              <p:nvPr/>
            </p:nvSpPr>
            <p:spPr bwMode="auto">
              <a:xfrm>
                <a:off x="13461341" y="7201383"/>
                <a:ext cx="464969" cy="439605"/>
              </a:xfrm>
              <a:custGeom>
                <a:avLst/>
                <a:gdLst>
                  <a:gd name="T0" fmla="*/ 47 w 50"/>
                  <a:gd name="T1" fmla="*/ 36 h 47"/>
                  <a:gd name="T2" fmla="*/ 45 w 50"/>
                  <a:gd name="T3" fmla="*/ 34 h 47"/>
                  <a:gd name="T4" fmla="*/ 46 w 50"/>
                  <a:gd name="T5" fmla="*/ 32 h 47"/>
                  <a:gd name="T6" fmla="*/ 41 w 50"/>
                  <a:gd name="T7" fmla="*/ 27 h 47"/>
                  <a:gd name="T8" fmla="*/ 38 w 50"/>
                  <a:gd name="T9" fmla="*/ 25 h 47"/>
                  <a:gd name="T10" fmla="*/ 35 w 50"/>
                  <a:gd name="T11" fmla="*/ 18 h 47"/>
                  <a:gd name="T12" fmla="*/ 38 w 50"/>
                  <a:gd name="T13" fmla="*/ 10 h 47"/>
                  <a:gd name="T14" fmla="*/ 34 w 50"/>
                  <a:gd name="T15" fmla="*/ 6 h 47"/>
                  <a:gd name="T16" fmla="*/ 32 w 50"/>
                  <a:gd name="T17" fmla="*/ 2 h 47"/>
                  <a:gd name="T18" fmla="*/ 30 w 50"/>
                  <a:gd name="T19" fmla="*/ 3 h 47"/>
                  <a:gd name="T20" fmla="*/ 28 w 50"/>
                  <a:gd name="T21" fmla="*/ 1 h 47"/>
                  <a:gd name="T22" fmla="*/ 25 w 50"/>
                  <a:gd name="T23" fmla="*/ 2 h 47"/>
                  <a:gd name="T24" fmla="*/ 20 w 50"/>
                  <a:gd name="T25" fmla="*/ 1 h 47"/>
                  <a:gd name="T26" fmla="*/ 18 w 50"/>
                  <a:gd name="T27" fmla="*/ 4 h 47"/>
                  <a:gd name="T28" fmla="*/ 13 w 50"/>
                  <a:gd name="T29" fmla="*/ 7 h 47"/>
                  <a:gd name="T30" fmla="*/ 14 w 50"/>
                  <a:gd name="T31" fmla="*/ 10 h 47"/>
                  <a:gd name="T32" fmla="*/ 13 w 50"/>
                  <a:gd name="T33" fmla="*/ 13 h 47"/>
                  <a:gd name="T34" fmla="*/ 9 w 50"/>
                  <a:gd name="T35" fmla="*/ 19 h 47"/>
                  <a:gd name="T36" fmla="*/ 1 w 50"/>
                  <a:gd name="T37" fmla="*/ 25 h 47"/>
                  <a:gd name="T38" fmla="*/ 3 w 50"/>
                  <a:gd name="T39" fmla="*/ 30 h 47"/>
                  <a:gd name="T40" fmla="*/ 9 w 50"/>
                  <a:gd name="T41" fmla="*/ 31 h 47"/>
                  <a:gd name="T42" fmla="*/ 18 w 50"/>
                  <a:gd name="T43" fmla="*/ 36 h 47"/>
                  <a:gd name="T44" fmla="*/ 29 w 50"/>
                  <a:gd name="T45" fmla="*/ 45 h 47"/>
                  <a:gd name="T46" fmla="*/ 38 w 50"/>
                  <a:gd name="T47" fmla="*/ 47 h 47"/>
                  <a:gd name="T48" fmla="*/ 43 w 50"/>
                  <a:gd name="T49" fmla="*/ 42 h 47"/>
                  <a:gd name="T50" fmla="*/ 50 w 50"/>
                  <a:gd name="T51" fmla="*/ 43 h 47"/>
                  <a:gd name="T52" fmla="*/ 47 w 50"/>
                  <a:gd name="T53" fmla="*/ 39 h 47"/>
                  <a:gd name="T54" fmla="*/ 47 w 50"/>
                  <a:gd name="T55" fmla="*/ 36 h 47"/>
                  <a:gd name="T56" fmla="*/ 47 w 50"/>
                  <a:gd name="T5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0" h="47">
                    <a:moveTo>
                      <a:pt x="47" y="36"/>
                    </a:moveTo>
                    <a:cubicBezTo>
                      <a:pt x="47" y="36"/>
                      <a:pt x="45" y="35"/>
                      <a:pt x="45" y="34"/>
                    </a:cubicBezTo>
                    <a:cubicBezTo>
                      <a:pt x="45" y="33"/>
                      <a:pt x="46" y="33"/>
                      <a:pt x="46" y="32"/>
                    </a:cubicBezTo>
                    <a:cubicBezTo>
                      <a:pt x="45" y="30"/>
                      <a:pt x="43" y="29"/>
                      <a:pt x="41" y="27"/>
                    </a:cubicBezTo>
                    <a:cubicBezTo>
                      <a:pt x="40" y="27"/>
                      <a:pt x="38" y="26"/>
                      <a:pt x="38" y="25"/>
                    </a:cubicBezTo>
                    <a:cubicBezTo>
                      <a:pt x="37" y="23"/>
                      <a:pt x="35" y="21"/>
                      <a:pt x="35" y="18"/>
                    </a:cubicBezTo>
                    <a:cubicBezTo>
                      <a:pt x="34" y="16"/>
                      <a:pt x="40" y="12"/>
                      <a:pt x="38" y="10"/>
                    </a:cubicBezTo>
                    <a:cubicBezTo>
                      <a:pt x="36" y="9"/>
                      <a:pt x="35" y="8"/>
                      <a:pt x="34" y="6"/>
                    </a:cubicBezTo>
                    <a:cubicBezTo>
                      <a:pt x="33" y="5"/>
                      <a:pt x="33" y="3"/>
                      <a:pt x="32" y="2"/>
                    </a:cubicBezTo>
                    <a:cubicBezTo>
                      <a:pt x="31" y="2"/>
                      <a:pt x="31" y="3"/>
                      <a:pt x="30" y="3"/>
                    </a:cubicBezTo>
                    <a:cubicBezTo>
                      <a:pt x="28" y="3"/>
                      <a:pt x="29" y="1"/>
                      <a:pt x="28" y="1"/>
                    </a:cubicBezTo>
                    <a:cubicBezTo>
                      <a:pt x="27" y="1"/>
                      <a:pt x="25" y="2"/>
                      <a:pt x="25" y="2"/>
                    </a:cubicBezTo>
                    <a:cubicBezTo>
                      <a:pt x="23" y="0"/>
                      <a:pt x="22" y="1"/>
                      <a:pt x="20" y="1"/>
                    </a:cubicBezTo>
                    <a:cubicBezTo>
                      <a:pt x="18" y="2"/>
                      <a:pt x="19" y="3"/>
                      <a:pt x="18" y="4"/>
                    </a:cubicBezTo>
                    <a:cubicBezTo>
                      <a:pt x="16" y="5"/>
                      <a:pt x="14" y="5"/>
                      <a:pt x="13" y="7"/>
                    </a:cubicBezTo>
                    <a:cubicBezTo>
                      <a:pt x="12" y="9"/>
                      <a:pt x="14" y="8"/>
                      <a:pt x="14" y="10"/>
                    </a:cubicBezTo>
                    <a:cubicBezTo>
                      <a:pt x="14" y="11"/>
                      <a:pt x="13" y="11"/>
                      <a:pt x="13" y="13"/>
                    </a:cubicBezTo>
                    <a:cubicBezTo>
                      <a:pt x="13" y="16"/>
                      <a:pt x="12" y="17"/>
                      <a:pt x="9" y="19"/>
                    </a:cubicBezTo>
                    <a:cubicBezTo>
                      <a:pt x="7" y="20"/>
                      <a:pt x="0" y="23"/>
                      <a:pt x="1" y="25"/>
                    </a:cubicBezTo>
                    <a:cubicBezTo>
                      <a:pt x="2" y="26"/>
                      <a:pt x="2" y="29"/>
                      <a:pt x="3" y="30"/>
                    </a:cubicBezTo>
                    <a:cubicBezTo>
                      <a:pt x="4" y="31"/>
                      <a:pt x="8" y="31"/>
                      <a:pt x="9" y="31"/>
                    </a:cubicBezTo>
                    <a:cubicBezTo>
                      <a:pt x="12" y="32"/>
                      <a:pt x="15" y="34"/>
                      <a:pt x="18" y="36"/>
                    </a:cubicBezTo>
                    <a:cubicBezTo>
                      <a:pt x="22" y="39"/>
                      <a:pt x="25" y="42"/>
                      <a:pt x="29" y="45"/>
                    </a:cubicBezTo>
                    <a:cubicBezTo>
                      <a:pt x="32" y="47"/>
                      <a:pt x="35" y="47"/>
                      <a:pt x="38" y="47"/>
                    </a:cubicBezTo>
                    <a:cubicBezTo>
                      <a:pt x="41" y="47"/>
                      <a:pt x="41" y="44"/>
                      <a:pt x="43" y="42"/>
                    </a:cubicBezTo>
                    <a:cubicBezTo>
                      <a:pt x="45" y="40"/>
                      <a:pt x="49" y="44"/>
                      <a:pt x="50" y="43"/>
                    </a:cubicBezTo>
                    <a:cubicBezTo>
                      <a:pt x="49" y="42"/>
                      <a:pt x="48" y="41"/>
                      <a:pt x="47" y="39"/>
                    </a:cubicBezTo>
                    <a:cubicBezTo>
                      <a:pt x="47" y="38"/>
                      <a:pt x="48" y="37"/>
                      <a:pt x="47" y="36"/>
                    </a:cubicBezTo>
                    <a:cubicBezTo>
                      <a:pt x="46" y="35"/>
                      <a:pt x="48" y="37"/>
                      <a:pt x="47" y="3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7" name="Freeform 683">
                <a:extLst>
                  <a:ext uri="{FF2B5EF4-FFF2-40B4-BE49-F238E27FC236}">
                    <a16:creationId xmlns:a16="http://schemas.microsoft.com/office/drawing/2014/main" id="{3D9A4E20-7BB3-5E88-CDA4-5F5A9A1DF79A}"/>
                  </a:ext>
                </a:extLst>
              </p:cNvPr>
              <p:cNvSpPr>
                <a:spLocks/>
              </p:cNvSpPr>
              <p:nvPr/>
            </p:nvSpPr>
            <p:spPr bwMode="auto">
              <a:xfrm>
                <a:off x="12872168" y="6946541"/>
                <a:ext cx="885351" cy="337667"/>
              </a:xfrm>
              <a:custGeom>
                <a:avLst/>
                <a:gdLst>
                  <a:gd name="T0" fmla="*/ 52 w 95"/>
                  <a:gd name="T1" fmla="*/ 36 h 36"/>
                  <a:gd name="T2" fmla="*/ 54 w 95"/>
                  <a:gd name="T3" fmla="*/ 33 h 36"/>
                  <a:gd name="T4" fmla="*/ 55 w 95"/>
                  <a:gd name="T5" fmla="*/ 31 h 36"/>
                  <a:gd name="T6" fmla="*/ 60 w 95"/>
                  <a:gd name="T7" fmla="*/ 31 h 36"/>
                  <a:gd name="T8" fmla="*/ 64 w 95"/>
                  <a:gd name="T9" fmla="*/ 31 h 36"/>
                  <a:gd name="T10" fmla="*/ 75 w 95"/>
                  <a:gd name="T11" fmla="*/ 29 h 36"/>
                  <a:gd name="T12" fmla="*/ 85 w 95"/>
                  <a:gd name="T13" fmla="*/ 28 h 36"/>
                  <a:gd name="T14" fmla="*/ 90 w 95"/>
                  <a:gd name="T15" fmla="*/ 28 h 36"/>
                  <a:gd name="T16" fmla="*/ 92 w 95"/>
                  <a:gd name="T17" fmla="*/ 30 h 36"/>
                  <a:gd name="T18" fmla="*/ 94 w 95"/>
                  <a:gd name="T19" fmla="*/ 28 h 36"/>
                  <a:gd name="T20" fmla="*/ 92 w 95"/>
                  <a:gd name="T21" fmla="*/ 24 h 36"/>
                  <a:gd name="T22" fmla="*/ 92 w 95"/>
                  <a:gd name="T23" fmla="*/ 22 h 36"/>
                  <a:gd name="T24" fmla="*/ 91 w 95"/>
                  <a:gd name="T25" fmla="*/ 17 h 36"/>
                  <a:gd name="T26" fmla="*/ 93 w 95"/>
                  <a:gd name="T27" fmla="*/ 14 h 36"/>
                  <a:gd name="T28" fmla="*/ 89 w 95"/>
                  <a:gd name="T29" fmla="*/ 8 h 36"/>
                  <a:gd name="T30" fmla="*/ 83 w 95"/>
                  <a:gd name="T31" fmla="*/ 3 h 36"/>
                  <a:gd name="T32" fmla="*/ 80 w 95"/>
                  <a:gd name="T33" fmla="*/ 3 h 36"/>
                  <a:gd name="T34" fmla="*/ 78 w 95"/>
                  <a:gd name="T35" fmla="*/ 3 h 36"/>
                  <a:gd name="T36" fmla="*/ 73 w 95"/>
                  <a:gd name="T37" fmla="*/ 6 h 36"/>
                  <a:gd name="T38" fmla="*/ 63 w 95"/>
                  <a:gd name="T39" fmla="*/ 6 h 36"/>
                  <a:gd name="T40" fmla="*/ 58 w 95"/>
                  <a:gd name="T41" fmla="*/ 6 h 36"/>
                  <a:gd name="T42" fmla="*/ 54 w 95"/>
                  <a:gd name="T43" fmla="*/ 4 h 36"/>
                  <a:gd name="T44" fmla="*/ 50 w 95"/>
                  <a:gd name="T45" fmla="*/ 2 h 36"/>
                  <a:gd name="T46" fmla="*/ 46 w 95"/>
                  <a:gd name="T47" fmla="*/ 0 h 36"/>
                  <a:gd name="T48" fmla="*/ 37 w 95"/>
                  <a:gd name="T49" fmla="*/ 0 h 36"/>
                  <a:gd name="T50" fmla="*/ 29 w 95"/>
                  <a:gd name="T51" fmla="*/ 4 h 36"/>
                  <a:gd name="T52" fmla="*/ 18 w 95"/>
                  <a:gd name="T53" fmla="*/ 5 h 36"/>
                  <a:gd name="T54" fmla="*/ 16 w 95"/>
                  <a:gd name="T55" fmla="*/ 6 h 36"/>
                  <a:gd name="T56" fmla="*/ 18 w 95"/>
                  <a:gd name="T57" fmla="*/ 7 h 36"/>
                  <a:gd name="T58" fmla="*/ 15 w 95"/>
                  <a:gd name="T59" fmla="*/ 8 h 36"/>
                  <a:gd name="T60" fmla="*/ 13 w 95"/>
                  <a:gd name="T61" fmla="*/ 9 h 36"/>
                  <a:gd name="T62" fmla="*/ 4 w 95"/>
                  <a:gd name="T63" fmla="*/ 9 h 36"/>
                  <a:gd name="T64" fmla="*/ 3 w 95"/>
                  <a:gd name="T65" fmla="*/ 11 h 36"/>
                  <a:gd name="T66" fmla="*/ 3 w 95"/>
                  <a:gd name="T67" fmla="*/ 15 h 36"/>
                  <a:gd name="T68" fmla="*/ 5 w 95"/>
                  <a:gd name="T69" fmla="*/ 14 h 36"/>
                  <a:gd name="T70" fmla="*/ 3 w 95"/>
                  <a:gd name="T71" fmla="*/ 17 h 36"/>
                  <a:gd name="T72" fmla="*/ 5 w 95"/>
                  <a:gd name="T73" fmla="*/ 17 h 36"/>
                  <a:gd name="T74" fmla="*/ 5 w 95"/>
                  <a:gd name="T75" fmla="*/ 19 h 36"/>
                  <a:gd name="T76" fmla="*/ 3 w 95"/>
                  <a:gd name="T77" fmla="*/ 20 h 36"/>
                  <a:gd name="T78" fmla="*/ 4 w 95"/>
                  <a:gd name="T79" fmla="*/ 22 h 36"/>
                  <a:gd name="T80" fmla="*/ 4 w 95"/>
                  <a:gd name="T81" fmla="*/ 25 h 36"/>
                  <a:gd name="T82" fmla="*/ 8 w 95"/>
                  <a:gd name="T83" fmla="*/ 27 h 36"/>
                  <a:gd name="T84" fmla="*/ 7 w 95"/>
                  <a:gd name="T85" fmla="*/ 30 h 36"/>
                  <a:gd name="T86" fmla="*/ 10 w 95"/>
                  <a:gd name="T87" fmla="*/ 30 h 36"/>
                  <a:gd name="T88" fmla="*/ 8 w 95"/>
                  <a:gd name="T89" fmla="*/ 31 h 36"/>
                  <a:gd name="T90" fmla="*/ 10 w 95"/>
                  <a:gd name="T91" fmla="*/ 31 h 36"/>
                  <a:gd name="T92" fmla="*/ 9 w 95"/>
                  <a:gd name="T93" fmla="*/ 34 h 36"/>
                  <a:gd name="T94" fmla="*/ 11 w 95"/>
                  <a:gd name="T95" fmla="*/ 35 h 36"/>
                  <a:gd name="T96" fmla="*/ 12 w 95"/>
                  <a:gd name="T97" fmla="*/ 31 h 36"/>
                  <a:gd name="T98" fmla="*/ 16 w 95"/>
                  <a:gd name="T99" fmla="*/ 32 h 36"/>
                  <a:gd name="T100" fmla="*/ 22 w 95"/>
                  <a:gd name="T101" fmla="*/ 33 h 36"/>
                  <a:gd name="T102" fmla="*/ 27 w 95"/>
                  <a:gd name="T103" fmla="*/ 31 h 36"/>
                  <a:gd name="T104" fmla="*/ 35 w 95"/>
                  <a:gd name="T105" fmla="*/ 35 h 36"/>
                  <a:gd name="T106" fmla="*/ 42 w 95"/>
                  <a:gd name="T107" fmla="*/ 32 h 36"/>
                  <a:gd name="T108" fmla="*/ 44 w 95"/>
                  <a:gd name="T109" fmla="*/ 30 h 36"/>
                  <a:gd name="T110" fmla="*/ 48 w 95"/>
                  <a:gd name="T111" fmla="*/ 31 h 36"/>
                  <a:gd name="T112" fmla="*/ 50 w 95"/>
                  <a:gd name="T113" fmla="*/ 33 h 36"/>
                  <a:gd name="T114" fmla="*/ 50 w 95"/>
                  <a:gd name="T115" fmla="*/ 35 h 36"/>
                  <a:gd name="T116" fmla="*/ 52 w 95"/>
                  <a:gd name="T117" fmla="*/ 36 h 36"/>
                  <a:gd name="T118" fmla="*/ 52 w 95"/>
                  <a:gd name="T11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5" h="36">
                    <a:moveTo>
                      <a:pt x="52" y="36"/>
                    </a:moveTo>
                    <a:cubicBezTo>
                      <a:pt x="53" y="35"/>
                      <a:pt x="54" y="33"/>
                      <a:pt x="54" y="33"/>
                    </a:cubicBezTo>
                    <a:cubicBezTo>
                      <a:pt x="53" y="31"/>
                      <a:pt x="54" y="30"/>
                      <a:pt x="55" y="31"/>
                    </a:cubicBezTo>
                    <a:cubicBezTo>
                      <a:pt x="57" y="32"/>
                      <a:pt x="58" y="31"/>
                      <a:pt x="60" y="31"/>
                    </a:cubicBezTo>
                    <a:cubicBezTo>
                      <a:pt x="62" y="30"/>
                      <a:pt x="62" y="30"/>
                      <a:pt x="64" y="31"/>
                    </a:cubicBezTo>
                    <a:cubicBezTo>
                      <a:pt x="68" y="31"/>
                      <a:pt x="71" y="29"/>
                      <a:pt x="75" y="29"/>
                    </a:cubicBezTo>
                    <a:cubicBezTo>
                      <a:pt x="78" y="29"/>
                      <a:pt x="82" y="29"/>
                      <a:pt x="85" y="28"/>
                    </a:cubicBezTo>
                    <a:cubicBezTo>
                      <a:pt x="87" y="27"/>
                      <a:pt x="87" y="29"/>
                      <a:pt x="90" y="28"/>
                    </a:cubicBezTo>
                    <a:cubicBezTo>
                      <a:pt x="92" y="27"/>
                      <a:pt x="91" y="29"/>
                      <a:pt x="92" y="30"/>
                    </a:cubicBezTo>
                    <a:cubicBezTo>
                      <a:pt x="93" y="31"/>
                      <a:pt x="95" y="29"/>
                      <a:pt x="94" y="28"/>
                    </a:cubicBezTo>
                    <a:cubicBezTo>
                      <a:pt x="93" y="27"/>
                      <a:pt x="95" y="25"/>
                      <a:pt x="92" y="24"/>
                    </a:cubicBezTo>
                    <a:cubicBezTo>
                      <a:pt x="91" y="23"/>
                      <a:pt x="93" y="23"/>
                      <a:pt x="92" y="22"/>
                    </a:cubicBezTo>
                    <a:cubicBezTo>
                      <a:pt x="92" y="20"/>
                      <a:pt x="91" y="19"/>
                      <a:pt x="91" y="17"/>
                    </a:cubicBezTo>
                    <a:cubicBezTo>
                      <a:pt x="91" y="16"/>
                      <a:pt x="93" y="14"/>
                      <a:pt x="93" y="14"/>
                    </a:cubicBezTo>
                    <a:cubicBezTo>
                      <a:pt x="92" y="12"/>
                      <a:pt x="90" y="11"/>
                      <a:pt x="89" y="8"/>
                    </a:cubicBezTo>
                    <a:cubicBezTo>
                      <a:pt x="87" y="5"/>
                      <a:pt x="87" y="4"/>
                      <a:pt x="83" y="3"/>
                    </a:cubicBezTo>
                    <a:cubicBezTo>
                      <a:pt x="82" y="3"/>
                      <a:pt x="81" y="3"/>
                      <a:pt x="80" y="3"/>
                    </a:cubicBezTo>
                    <a:cubicBezTo>
                      <a:pt x="78" y="2"/>
                      <a:pt x="79" y="3"/>
                      <a:pt x="78" y="3"/>
                    </a:cubicBezTo>
                    <a:cubicBezTo>
                      <a:pt x="76" y="5"/>
                      <a:pt x="74" y="5"/>
                      <a:pt x="73" y="6"/>
                    </a:cubicBezTo>
                    <a:cubicBezTo>
                      <a:pt x="70" y="7"/>
                      <a:pt x="66" y="6"/>
                      <a:pt x="63" y="6"/>
                    </a:cubicBezTo>
                    <a:cubicBezTo>
                      <a:pt x="61" y="6"/>
                      <a:pt x="59" y="6"/>
                      <a:pt x="58" y="6"/>
                    </a:cubicBezTo>
                    <a:cubicBezTo>
                      <a:pt x="56" y="5"/>
                      <a:pt x="56" y="4"/>
                      <a:pt x="54" y="4"/>
                    </a:cubicBezTo>
                    <a:cubicBezTo>
                      <a:pt x="52" y="4"/>
                      <a:pt x="51" y="3"/>
                      <a:pt x="50" y="2"/>
                    </a:cubicBezTo>
                    <a:cubicBezTo>
                      <a:pt x="49" y="2"/>
                      <a:pt x="45" y="0"/>
                      <a:pt x="46" y="0"/>
                    </a:cubicBezTo>
                    <a:cubicBezTo>
                      <a:pt x="44" y="1"/>
                      <a:pt x="39" y="0"/>
                      <a:pt x="37" y="0"/>
                    </a:cubicBezTo>
                    <a:cubicBezTo>
                      <a:pt x="34" y="0"/>
                      <a:pt x="31" y="3"/>
                      <a:pt x="29" y="4"/>
                    </a:cubicBezTo>
                    <a:cubicBezTo>
                      <a:pt x="26" y="6"/>
                      <a:pt x="21" y="4"/>
                      <a:pt x="18" y="5"/>
                    </a:cubicBezTo>
                    <a:cubicBezTo>
                      <a:pt x="17" y="5"/>
                      <a:pt x="16" y="5"/>
                      <a:pt x="16" y="6"/>
                    </a:cubicBezTo>
                    <a:cubicBezTo>
                      <a:pt x="16" y="6"/>
                      <a:pt x="18" y="6"/>
                      <a:pt x="18" y="7"/>
                    </a:cubicBezTo>
                    <a:cubicBezTo>
                      <a:pt x="18" y="7"/>
                      <a:pt x="15" y="7"/>
                      <a:pt x="15" y="8"/>
                    </a:cubicBezTo>
                    <a:cubicBezTo>
                      <a:pt x="15" y="9"/>
                      <a:pt x="15" y="9"/>
                      <a:pt x="13" y="9"/>
                    </a:cubicBezTo>
                    <a:cubicBezTo>
                      <a:pt x="10" y="9"/>
                      <a:pt x="7" y="9"/>
                      <a:pt x="4" y="9"/>
                    </a:cubicBezTo>
                    <a:cubicBezTo>
                      <a:pt x="2" y="9"/>
                      <a:pt x="3" y="10"/>
                      <a:pt x="3" y="11"/>
                    </a:cubicBezTo>
                    <a:cubicBezTo>
                      <a:pt x="2" y="13"/>
                      <a:pt x="0" y="14"/>
                      <a:pt x="3" y="15"/>
                    </a:cubicBezTo>
                    <a:cubicBezTo>
                      <a:pt x="3" y="15"/>
                      <a:pt x="5" y="14"/>
                      <a:pt x="5" y="14"/>
                    </a:cubicBezTo>
                    <a:cubicBezTo>
                      <a:pt x="5" y="15"/>
                      <a:pt x="3" y="17"/>
                      <a:pt x="3" y="17"/>
                    </a:cubicBezTo>
                    <a:cubicBezTo>
                      <a:pt x="4" y="18"/>
                      <a:pt x="4" y="17"/>
                      <a:pt x="5" y="17"/>
                    </a:cubicBezTo>
                    <a:cubicBezTo>
                      <a:pt x="5" y="17"/>
                      <a:pt x="5" y="19"/>
                      <a:pt x="5" y="19"/>
                    </a:cubicBezTo>
                    <a:cubicBezTo>
                      <a:pt x="7" y="22"/>
                      <a:pt x="4" y="20"/>
                      <a:pt x="3" y="20"/>
                    </a:cubicBezTo>
                    <a:cubicBezTo>
                      <a:pt x="3" y="20"/>
                      <a:pt x="2" y="23"/>
                      <a:pt x="4" y="22"/>
                    </a:cubicBezTo>
                    <a:cubicBezTo>
                      <a:pt x="6" y="22"/>
                      <a:pt x="4" y="24"/>
                      <a:pt x="4" y="25"/>
                    </a:cubicBezTo>
                    <a:cubicBezTo>
                      <a:pt x="4" y="26"/>
                      <a:pt x="7" y="26"/>
                      <a:pt x="8" y="27"/>
                    </a:cubicBezTo>
                    <a:cubicBezTo>
                      <a:pt x="9" y="28"/>
                      <a:pt x="7" y="30"/>
                      <a:pt x="7" y="30"/>
                    </a:cubicBezTo>
                    <a:cubicBezTo>
                      <a:pt x="8" y="30"/>
                      <a:pt x="9" y="28"/>
                      <a:pt x="10" y="30"/>
                    </a:cubicBezTo>
                    <a:cubicBezTo>
                      <a:pt x="10" y="31"/>
                      <a:pt x="8" y="31"/>
                      <a:pt x="8" y="31"/>
                    </a:cubicBezTo>
                    <a:cubicBezTo>
                      <a:pt x="8" y="31"/>
                      <a:pt x="10" y="31"/>
                      <a:pt x="10" y="31"/>
                    </a:cubicBezTo>
                    <a:cubicBezTo>
                      <a:pt x="11" y="32"/>
                      <a:pt x="10" y="33"/>
                      <a:pt x="9" y="34"/>
                    </a:cubicBezTo>
                    <a:cubicBezTo>
                      <a:pt x="9" y="35"/>
                      <a:pt x="11" y="36"/>
                      <a:pt x="11" y="35"/>
                    </a:cubicBezTo>
                    <a:cubicBezTo>
                      <a:pt x="12" y="34"/>
                      <a:pt x="11" y="32"/>
                      <a:pt x="12" y="31"/>
                    </a:cubicBezTo>
                    <a:cubicBezTo>
                      <a:pt x="13" y="30"/>
                      <a:pt x="15" y="32"/>
                      <a:pt x="16" y="32"/>
                    </a:cubicBezTo>
                    <a:cubicBezTo>
                      <a:pt x="18" y="33"/>
                      <a:pt x="20" y="35"/>
                      <a:pt x="22" y="33"/>
                    </a:cubicBezTo>
                    <a:cubicBezTo>
                      <a:pt x="25" y="32"/>
                      <a:pt x="23" y="29"/>
                      <a:pt x="27" y="31"/>
                    </a:cubicBezTo>
                    <a:cubicBezTo>
                      <a:pt x="29" y="33"/>
                      <a:pt x="32" y="35"/>
                      <a:pt x="35" y="35"/>
                    </a:cubicBezTo>
                    <a:cubicBezTo>
                      <a:pt x="37" y="34"/>
                      <a:pt x="40" y="33"/>
                      <a:pt x="42" y="32"/>
                    </a:cubicBezTo>
                    <a:cubicBezTo>
                      <a:pt x="43" y="31"/>
                      <a:pt x="43" y="30"/>
                      <a:pt x="44" y="30"/>
                    </a:cubicBezTo>
                    <a:cubicBezTo>
                      <a:pt x="46" y="31"/>
                      <a:pt x="47" y="32"/>
                      <a:pt x="48" y="31"/>
                    </a:cubicBezTo>
                    <a:cubicBezTo>
                      <a:pt x="51" y="30"/>
                      <a:pt x="51" y="31"/>
                      <a:pt x="50" y="33"/>
                    </a:cubicBezTo>
                    <a:cubicBezTo>
                      <a:pt x="50" y="34"/>
                      <a:pt x="52" y="34"/>
                      <a:pt x="50" y="35"/>
                    </a:cubicBezTo>
                    <a:cubicBezTo>
                      <a:pt x="51" y="36"/>
                      <a:pt x="51" y="36"/>
                      <a:pt x="52" y="36"/>
                    </a:cubicBezTo>
                    <a:cubicBezTo>
                      <a:pt x="53" y="35"/>
                      <a:pt x="51" y="36"/>
                      <a:pt x="52" y="36"/>
                    </a:cubicBezTo>
                    <a:close/>
                  </a:path>
                </a:pathLst>
              </a:custGeom>
              <a:grpFill/>
              <a:ln w="9525"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8" name="Freeform 684">
                <a:extLst>
                  <a:ext uri="{FF2B5EF4-FFF2-40B4-BE49-F238E27FC236}">
                    <a16:creationId xmlns:a16="http://schemas.microsoft.com/office/drawing/2014/main" id="{43F209B8-7941-BA40-0E20-8ADB056DC592}"/>
                  </a:ext>
                </a:extLst>
              </p:cNvPr>
              <p:cNvSpPr>
                <a:spLocks/>
              </p:cNvSpPr>
              <p:nvPr/>
            </p:nvSpPr>
            <p:spPr bwMode="auto">
              <a:xfrm>
                <a:off x="13273442" y="7481712"/>
                <a:ext cx="980892" cy="786831"/>
              </a:xfrm>
              <a:custGeom>
                <a:avLst/>
                <a:gdLst>
                  <a:gd name="T0" fmla="*/ 65 w 105"/>
                  <a:gd name="T1" fmla="*/ 20 h 84"/>
                  <a:gd name="T2" fmla="*/ 61 w 105"/>
                  <a:gd name="T3" fmla="*/ 17 h 84"/>
                  <a:gd name="T4" fmla="*/ 52 w 105"/>
                  <a:gd name="T5" fmla="*/ 17 h 84"/>
                  <a:gd name="T6" fmla="*/ 48 w 105"/>
                  <a:gd name="T7" fmla="*/ 15 h 84"/>
                  <a:gd name="T8" fmla="*/ 40 w 105"/>
                  <a:gd name="T9" fmla="*/ 8 h 84"/>
                  <a:gd name="T10" fmla="*/ 27 w 105"/>
                  <a:gd name="T11" fmla="*/ 1 h 84"/>
                  <a:gd name="T12" fmla="*/ 21 w 105"/>
                  <a:gd name="T13" fmla="*/ 1 h 84"/>
                  <a:gd name="T14" fmla="*/ 13 w 105"/>
                  <a:gd name="T15" fmla="*/ 3 h 84"/>
                  <a:gd name="T16" fmla="*/ 17 w 105"/>
                  <a:gd name="T17" fmla="*/ 9 h 84"/>
                  <a:gd name="T18" fmla="*/ 13 w 105"/>
                  <a:gd name="T19" fmla="*/ 12 h 84"/>
                  <a:gd name="T20" fmla="*/ 10 w 105"/>
                  <a:gd name="T21" fmla="*/ 12 h 84"/>
                  <a:gd name="T22" fmla="*/ 9 w 105"/>
                  <a:gd name="T23" fmla="*/ 14 h 84"/>
                  <a:gd name="T24" fmla="*/ 2 w 105"/>
                  <a:gd name="T25" fmla="*/ 14 h 84"/>
                  <a:gd name="T26" fmla="*/ 1 w 105"/>
                  <a:gd name="T27" fmla="*/ 19 h 84"/>
                  <a:gd name="T28" fmla="*/ 3 w 105"/>
                  <a:gd name="T29" fmla="*/ 22 h 84"/>
                  <a:gd name="T30" fmla="*/ 8 w 105"/>
                  <a:gd name="T31" fmla="*/ 31 h 84"/>
                  <a:gd name="T32" fmla="*/ 12 w 105"/>
                  <a:gd name="T33" fmla="*/ 38 h 84"/>
                  <a:gd name="T34" fmla="*/ 15 w 105"/>
                  <a:gd name="T35" fmla="*/ 42 h 84"/>
                  <a:gd name="T36" fmla="*/ 20 w 105"/>
                  <a:gd name="T37" fmla="*/ 46 h 84"/>
                  <a:gd name="T38" fmla="*/ 22 w 105"/>
                  <a:gd name="T39" fmla="*/ 53 h 84"/>
                  <a:gd name="T40" fmla="*/ 23 w 105"/>
                  <a:gd name="T41" fmla="*/ 59 h 84"/>
                  <a:gd name="T42" fmla="*/ 31 w 105"/>
                  <a:gd name="T43" fmla="*/ 67 h 84"/>
                  <a:gd name="T44" fmla="*/ 36 w 105"/>
                  <a:gd name="T45" fmla="*/ 76 h 84"/>
                  <a:gd name="T46" fmla="*/ 40 w 105"/>
                  <a:gd name="T47" fmla="*/ 81 h 84"/>
                  <a:gd name="T48" fmla="*/ 41 w 105"/>
                  <a:gd name="T49" fmla="*/ 84 h 84"/>
                  <a:gd name="T50" fmla="*/ 43 w 105"/>
                  <a:gd name="T51" fmla="*/ 81 h 84"/>
                  <a:gd name="T52" fmla="*/ 50 w 105"/>
                  <a:gd name="T53" fmla="*/ 79 h 84"/>
                  <a:gd name="T54" fmla="*/ 60 w 105"/>
                  <a:gd name="T55" fmla="*/ 80 h 84"/>
                  <a:gd name="T56" fmla="*/ 66 w 105"/>
                  <a:gd name="T57" fmla="*/ 77 h 84"/>
                  <a:gd name="T58" fmla="*/ 76 w 105"/>
                  <a:gd name="T59" fmla="*/ 72 h 84"/>
                  <a:gd name="T60" fmla="*/ 94 w 105"/>
                  <a:gd name="T61" fmla="*/ 68 h 84"/>
                  <a:gd name="T62" fmla="*/ 102 w 105"/>
                  <a:gd name="T63" fmla="*/ 66 h 84"/>
                  <a:gd name="T64" fmla="*/ 104 w 105"/>
                  <a:gd name="T65" fmla="*/ 61 h 84"/>
                  <a:gd name="T66" fmla="*/ 105 w 105"/>
                  <a:gd name="T67" fmla="*/ 56 h 84"/>
                  <a:gd name="T68" fmla="*/ 103 w 105"/>
                  <a:gd name="T69" fmla="*/ 51 h 84"/>
                  <a:gd name="T70" fmla="*/ 93 w 105"/>
                  <a:gd name="T71" fmla="*/ 50 h 84"/>
                  <a:gd name="T72" fmla="*/ 88 w 105"/>
                  <a:gd name="T73" fmla="*/ 47 h 84"/>
                  <a:gd name="T74" fmla="*/ 81 w 105"/>
                  <a:gd name="T75" fmla="*/ 39 h 84"/>
                  <a:gd name="T76" fmla="*/ 77 w 105"/>
                  <a:gd name="T77" fmla="*/ 34 h 84"/>
                  <a:gd name="T78" fmla="*/ 77 w 105"/>
                  <a:gd name="T79" fmla="*/ 29 h 84"/>
                  <a:gd name="T80" fmla="*/ 74 w 105"/>
                  <a:gd name="T81" fmla="*/ 27 h 84"/>
                  <a:gd name="T82" fmla="*/ 70 w 105"/>
                  <a:gd name="T83" fmla="*/ 22 h 84"/>
                  <a:gd name="T84" fmla="*/ 65 w 105"/>
                  <a:gd name="T85" fmla="*/ 2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84">
                    <a:moveTo>
                      <a:pt x="65" y="20"/>
                    </a:moveTo>
                    <a:cubicBezTo>
                      <a:pt x="64" y="17"/>
                      <a:pt x="64" y="17"/>
                      <a:pt x="61" y="17"/>
                    </a:cubicBezTo>
                    <a:cubicBezTo>
                      <a:pt x="58" y="17"/>
                      <a:pt x="55" y="17"/>
                      <a:pt x="52" y="17"/>
                    </a:cubicBezTo>
                    <a:cubicBezTo>
                      <a:pt x="50" y="17"/>
                      <a:pt x="49" y="15"/>
                      <a:pt x="48" y="15"/>
                    </a:cubicBezTo>
                    <a:cubicBezTo>
                      <a:pt x="45" y="12"/>
                      <a:pt x="42" y="10"/>
                      <a:pt x="40" y="8"/>
                    </a:cubicBezTo>
                    <a:cubicBezTo>
                      <a:pt x="36" y="5"/>
                      <a:pt x="32" y="2"/>
                      <a:pt x="27" y="1"/>
                    </a:cubicBezTo>
                    <a:cubicBezTo>
                      <a:pt x="25" y="0"/>
                      <a:pt x="24" y="0"/>
                      <a:pt x="21" y="1"/>
                    </a:cubicBezTo>
                    <a:cubicBezTo>
                      <a:pt x="19" y="1"/>
                      <a:pt x="16" y="2"/>
                      <a:pt x="13" y="3"/>
                    </a:cubicBezTo>
                    <a:cubicBezTo>
                      <a:pt x="14" y="5"/>
                      <a:pt x="17" y="7"/>
                      <a:pt x="17" y="9"/>
                    </a:cubicBezTo>
                    <a:cubicBezTo>
                      <a:pt x="17" y="11"/>
                      <a:pt x="14" y="12"/>
                      <a:pt x="13" y="12"/>
                    </a:cubicBezTo>
                    <a:cubicBezTo>
                      <a:pt x="12" y="13"/>
                      <a:pt x="11" y="12"/>
                      <a:pt x="10" y="12"/>
                    </a:cubicBezTo>
                    <a:cubicBezTo>
                      <a:pt x="9" y="13"/>
                      <a:pt x="9" y="14"/>
                      <a:pt x="9" y="14"/>
                    </a:cubicBezTo>
                    <a:cubicBezTo>
                      <a:pt x="7" y="17"/>
                      <a:pt x="3" y="15"/>
                      <a:pt x="2" y="14"/>
                    </a:cubicBezTo>
                    <a:cubicBezTo>
                      <a:pt x="1" y="16"/>
                      <a:pt x="1" y="17"/>
                      <a:pt x="1" y="19"/>
                    </a:cubicBezTo>
                    <a:cubicBezTo>
                      <a:pt x="0" y="22"/>
                      <a:pt x="1" y="21"/>
                      <a:pt x="3" y="22"/>
                    </a:cubicBezTo>
                    <a:cubicBezTo>
                      <a:pt x="5" y="24"/>
                      <a:pt x="7" y="28"/>
                      <a:pt x="8" y="31"/>
                    </a:cubicBezTo>
                    <a:cubicBezTo>
                      <a:pt x="10" y="33"/>
                      <a:pt x="11" y="35"/>
                      <a:pt x="12" y="38"/>
                    </a:cubicBezTo>
                    <a:cubicBezTo>
                      <a:pt x="13" y="40"/>
                      <a:pt x="14" y="41"/>
                      <a:pt x="15" y="42"/>
                    </a:cubicBezTo>
                    <a:cubicBezTo>
                      <a:pt x="17" y="44"/>
                      <a:pt x="19" y="44"/>
                      <a:pt x="20" y="46"/>
                    </a:cubicBezTo>
                    <a:cubicBezTo>
                      <a:pt x="21" y="48"/>
                      <a:pt x="22" y="50"/>
                      <a:pt x="22" y="53"/>
                    </a:cubicBezTo>
                    <a:cubicBezTo>
                      <a:pt x="23" y="55"/>
                      <a:pt x="22" y="57"/>
                      <a:pt x="23" y="59"/>
                    </a:cubicBezTo>
                    <a:cubicBezTo>
                      <a:pt x="25" y="63"/>
                      <a:pt x="29" y="64"/>
                      <a:pt x="31" y="67"/>
                    </a:cubicBezTo>
                    <a:cubicBezTo>
                      <a:pt x="33" y="70"/>
                      <a:pt x="34" y="74"/>
                      <a:pt x="36" y="76"/>
                    </a:cubicBezTo>
                    <a:cubicBezTo>
                      <a:pt x="37" y="78"/>
                      <a:pt x="39" y="80"/>
                      <a:pt x="40" y="81"/>
                    </a:cubicBezTo>
                    <a:cubicBezTo>
                      <a:pt x="40" y="82"/>
                      <a:pt x="40" y="84"/>
                      <a:pt x="41" y="84"/>
                    </a:cubicBezTo>
                    <a:cubicBezTo>
                      <a:pt x="43" y="84"/>
                      <a:pt x="42" y="82"/>
                      <a:pt x="43" y="81"/>
                    </a:cubicBezTo>
                    <a:cubicBezTo>
                      <a:pt x="43" y="78"/>
                      <a:pt x="48" y="79"/>
                      <a:pt x="50" y="79"/>
                    </a:cubicBezTo>
                    <a:cubicBezTo>
                      <a:pt x="53" y="79"/>
                      <a:pt x="58" y="78"/>
                      <a:pt x="60" y="80"/>
                    </a:cubicBezTo>
                    <a:cubicBezTo>
                      <a:pt x="63" y="81"/>
                      <a:pt x="64" y="79"/>
                      <a:pt x="66" y="77"/>
                    </a:cubicBezTo>
                    <a:cubicBezTo>
                      <a:pt x="69" y="73"/>
                      <a:pt x="72" y="73"/>
                      <a:pt x="76" y="72"/>
                    </a:cubicBezTo>
                    <a:cubicBezTo>
                      <a:pt x="82" y="72"/>
                      <a:pt x="88" y="70"/>
                      <a:pt x="94" y="68"/>
                    </a:cubicBezTo>
                    <a:cubicBezTo>
                      <a:pt x="96" y="67"/>
                      <a:pt x="99" y="66"/>
                      <a:pt x="102" y="66"/>
                    </a:cubicBezTo>
                    <a:cubicBezTo>
                      <a:pt x="103" y="65"/>
                      <a:pt x="103" y="63"/>
                      <a:pt x="104" y="61"/>
                    </a:cubicBezTo>
                    <a:cubicBezTo>
                      <a:pt x="104" y="60"/>
                      <a:pt x="105" y="58"/>
                      <a:pt x="105" y="56"/>
                    </a:cubicBezTo>
                    <a:cubicBezTo>
                      <a:pt x="105" y="55"/>
                      <a:pt x="104" y="52"/>
                      <a:pt x="103" y="51"/>
                    </a:cubicBezTo>
                    <a:cubicBezTo>
                      <a:pt x="100" y="51"/>
                      <a:pt x="96" y="51"/>
                      <a:pt x="93" y="50"/>
                    </a:cubicBezTo>
                    <a:cubicBezTo>
                      <a:pt x="90" y="50"/>
                      <a:pt x="90" y="49"/>
                      <a:pt x="88" y="47"/>
                    </a:cubicBezTo>
                    <a:cubicBezTo>
                      <a:pt x="86" y="43"/>
                      <a:pt x="83" y="42"/>
                      <a:pt x="81" y="39"/>
                    </a:cubicBezTo>
                    <a:cubicBezTo>
                      <a:pt x="80" y="39"/>
                      <a:pt x="78" y="35"/>
                      <a:pt x="77" y="34"/>
                    </a:cubicBezTo>
                    <a:cubicBezTo>
                      <a:pt x="76" y="32"/>
                      <a:pt x="81" y="31"/>
                      <a:pt x="77" y="29"/>
                    </a:cubicBezTo>
                    <a:cubicBezTo>
                      <a:pt x="76" y="29"/>
                      <a:pt x="75" y="27"/>
                      <a:pt x="74" y="27"/>
                    </a:cubicBezTo>
                    <a:cubicBezTo>
                      <a:pt x="72" y="27"/>
                      <a:pt x="71" y="24"/>
                      <a:pt x="70" y="22"/>
                    </a:cubicBezTo>
                    <a:cubicBezTo>
                      <a:pt x="69" y="19"/>
                      <a:pt x="69" y="20"/>
                      <a:pt x="65" y="2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89" name="Freeform 685">
                <a:extLst>
                  <a:ext uri="{FF2B5EF4-FFF2-40B4-BE49-F238E27FC236}">
                    <a16:creationId xmlns:a16="http://schemas.microsoft.com/office/drawing/2014/main" id="{67CFE411-5F93-5A26-FDA7-9928CAB8BD56}"/>
                  </a:ext>
                </a:extLst>
              </p:cNvPr>
              <p:cNvSpPr>
                <a:spLocks/>
              </p:cNvSpPr>
              <p:nvPr/>
            </p:nvSpPr>
            <p:spPr bwMode="auto">
              <a:xfrm>
                <a:off x="13292551" y="7424369"/>
                <a:ext cx="194268" cy="207060"/>
              </a:xfrm>
              <a:custGeom>
                <a:avLst/>
                <a:gdLst>
                  <a:gd name="T0" fmla="*/ 5 w 21"/>
                  <a:gd name="T1" fmla="*/ 22 h 22"/>
                  <a:gd name="T2" fmla="*/ 8 w 21"/>
                  <a:gd name="T3" fmla="*/ 19 h 22"/>
                  <a:gd name="T4" fmla="*/ 12 w 21"/>
                  <a:gd name="T5" fmla="*/ 18 h 22"/>
                  <a:gd name="T6" fmla="*/ 15 w 21"/>
                  <a:gd name="T7" fmla="*/ 15 h 22"/>
                  <a:gd name="T8" fmla="*/ 11 w 21"/>
                  <a:gd name="T9" fmla="*/ 9 h 22"/>
                  <a:gd name="T10" fmla="*/ 21 w 21"/>
                  <a:gd name="T11" fmla="*/ 6 h 22"/>
                  <a:gd name="T12" fmla="*/ 19 w 21"/>
                  <a:gd name="T13" fmla="*/ 0 h 22"/>
                  <a:gd name="T14" fmla="*/ 9 w 21"/>
                  <a:gd name="T15" fmla="*/ 5 h 22"/>
                  <a:gd name="T16" fmla="*/ 4 w 21"/>
                  <a:gd name="T17" fmla="*/ 1 h 22"/>
                  <a:gd name="T18" fmla="*/ 3 w 21"/>
                  <a:gd name="T19" fmla="*/ 11 h 22"/>
                  <a:gd name="T20" fmla="*/ 0 w 21"/>
                  <a:gd name="T21" fmla="*/ 18 h 22"/>
                  <a:gd name="T22" fmla="*/ 1 w 21"/>
                  <a:gd name="T23" fmla="*/ 21 h 22"/>
                  <a:gd name="T24" fmla="*/ 5 w 21"/>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2">
                    <a:moveTo>
                      <a:pt x="5" y="22"/>
                    </a:moveTo>
                    <a:cubicBezTo>
                      <a:pt x="7" y="22"/>
                      <a:pt x="7" y="19"/>
                      <a:pt x="8" y="19"/>
                    </a:cubicBezTo>
                    <a:cubicBezTo>
                      <a:pt x="9" y="17"/>
                      <a:pt x="11" y="18"/>
                      <a:pt x="12" y="18"/>
                    </a:cubicBezTo>
                    <a:cubicBezTo>
                      <a:pt x="13" y="17"/>
                      <a:pt x="16" y="16"/>
                      <a:pt x="15" y="15"/>
                    </a:cubicBezTo>
                    <a:cubicBezTo>
                      <a:pt x="14" y="13"/>
                      <a:pt x="13" y="11"/>
                      <a:pt x="11" y="9"/>
                    </a:cubicBezTo>
                    <a:cubicBezTo>
                      <a:pt x="15" y="8"/>
                      <a:pt x="18" y="7"/>
                      <a:pt x="21" y="6"/>
                    </a:cubicBezTo>
                    <a:cubicBezTo>
                      <a:pt x="21" y="4"/>
                      <a:pt x="20" y="2"/>
                      <a:pt x="19" y="0"/>
                    </a:cubicBezTo>
                    <a:cubicBezTo>
                      <a:pt x="16" y="1"/>
                      <a:pt x="12" y="5"/>
                      <a:pt x="9" y="5"/>
                    </a:cubicBezTo>
                    <a:cubicBezTo>
                      <a:pt x="7" y="5"/>
                      <a:pt x="4" y="3"/>
                      <a:pt x="4" y="1"/>
                    </a:cubicBezTo>
                    <a:cubicBezTo>
                      <a:pt x="3" y="5"/>
                      <a:pt x="3" y="8"/>
                      <a:pt x="3" y="11"/>
                    </a:cubicBezTo>
                    <a:cubicBezTo>
                      <a:pt x="2" y="13"/>
                      <a:pt x="0" y="16"/>
                      <a:pt x="0" y="18"/>
                    </a:cubicBezTo>
                    <a:cubicBezTo>
                      <a:pt x="0" y="20"/>
                      <a:pt x="0" y="20"/>
                      <a:pt x="1" y="21"/>
                    </a:cubicBezTo>
                    <a:cubicBezTo>
                      <a:pt x="3" y="21"/>
                      <a:pt x="4" y="22"/>
                      <a:pt x="5" y="2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0" name="Freeform 686">
                <a:extLst>
                  <a:ext uri="{FF2B5EF4-FFF2-40B4-BE49-F238E27FC236}">
                    <a16:creationId xmlns:a16="http://schemas.microsoft.com/office/drawing/2014/main" id="{4DC28142-5B3F-F4BB-125B-BBDBF4D242C6}"/>
                  </a:ext>
                </a:extLst>
              </p:cNvPr>
              <p:cNvSpPr>
                <a:spLocks/>
              </p:cNvSpPr>
              <p:nvPr/>
            </p:nvSpPr>
            <p:spPr bwMode="auto">
              <a:xfrm>
                <a:off x="13302106" y="7351105"/>
                <a:ext cx="73250" cy="82827"/>
              </a:xfrm>
              <a:custGeom>
                <a:avLst/>
                <a:gdLst>
                  <a:gd name="T0" fmla="*/ 7 w 8"/>
                  <a:gd name="T1" fmla="*/ 2 h 9"/>
                  <a:gd name="T2" fmla="*/ 4 w 8"/>
                  <a:gd name="T3" fmla="*/ 0 h 9"/>
                  <a:gd name="T4" fmla="*/ 2 w 8"/>
                  <a:gd name="T5" fmla="*/ 2 h 9"/>
                  <a:gd name="T6" fmla="*/ 0 w 8"/>
                  <a:gd name="T7" fmla="*/ 8 h 9"/>
                  <a:gd name="T8" fmla="*/ 4 w 8"/>
                  <a:gd name="T9" fmla="*/ 8 h 9"/>
                  <a:gd name="T10" fmla="*/ 7 w 8"/>
                  <a:gd name="T11" fmla="*/ 2 h 9"/>
                </a:gdLst>
                <a:ahLst/>
                <a:cxnLst>
                  <a:cxn ang="0">
                    <a:pos x="T0" y="T1"/>
                  </a:cxn>
                  <a:cxn ang="0">
                    <a:pos x="T2" y="T3"/>
                  </a:cxn>
                  <a:cxn ang="0">
                    <a:pos x="T4" y="T5"/>
                  </a:cxn>
                  <a:cxn ang="0">
                    <a:pos x="T6" y="T7"/>
                  </a:cxn>
                  <a:cxn ang="0">
                    <a:pos x="T8" y="T9"/>
                  </a:cxn>
                  <a:cxn ang="0">
                    <a:pos x="T10" y="T11"/>
                  </a:cxn>
                </a:cxnLst>
                <a:rect l="0" t="0" r="r" b="b"/>
                <a:pathLst>
                  <a:path w="8" h="9">
                    <a:moveTo>
                      <a:pt x="7" y="2"/>
                    </a:moveTo>
                    <a:cubicBezTo>
                      <a:pt x="7" y="1"/>
                      <a:pt x="5" y="0"/>
                      <a:pt x="4" y="0"/>
                    </a:cubicBezTo>
                    <a:cubicBezTo>
                      <a:pt x="3" y="1"/>
                      <a:pt x="3" y="1"/>
                      <a:pt x="2" y="2"/>
                    </a:cubicBezTo>
                    <a:cubicBezTo>
                      <a:pt x="2" y="4"/>
                      <a:pt x="1" y="6"/>
                      <a:pt x="0" y="8"/>
                    </a:cubicBezTo>
                    <a:cubicBezTo>
                      <a:pt x="2" y="8"/>
                      <a:pt x="2" y="9"/>
                      <a:pt x="4" y="8"/>
                    </a:cubicBezTo>
                    <a:cubicBezTo>
                      <a:pt x="5" y="7"/>
                      <a:pt x="8" y="4"/>
                      <a:pt x="7"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1" name="Freeform 687">
                <a:extLst>
                  <a:ext uri="{FF2B5EF4-FFF2-40B4-BE49-F238E27FC236}">
                    <a16:creationId xmlns:a16="http://schemas.microsoft.com/office/drawing/2014/main" id="{C8D3C774-A9E5-1982-5FB7-20E6DBBC7C8C}"/>
                  </a:ext>
                </a:extLst>
              </p:cNvPr>
              <p:cNvSpPr>
                <a:spLocks/>
              </p:cNvSpPr>
              <p:nvPr/>
            </p:nvSpPr>
            <p:spPr bwMode="auto">
              <a:xfrm>
                <a:off x="13292551" y="7462599"/>
                <a:ext cx="28664" cy="66896"/>
              </a:xfrm>
              <a:custGeom>
                <a:avLst/>
                <a:gdLst>
                  <a:gd name="T0" fmla="*/ 0 w 3"/>
                  <a:gd name="T1" fmla="*/ 3 h 7"/>
                  <a:gd name="T2" fmla="*/ 3 w 3"/>
                  <a:gd name="T3" fmla="*/ 7 h 7"/>
                  <a:gd name="T4" fmla="*/ 3 w 3"/>
                  <a:gd name="T5" fmla="*/ 1 h 7"/>
                  <a:gd name="T6" fmla="*/ 2 w 3"/>
                  <a:gd name="T7" fmla="*/ 0 h 7"/>
                  <a:gd name="T8" fmla="*/ 0 w 3"/>
                  <a:gd name="T9" fmla="*/ 3 h 7"/>
                </a:gdLst>
                <a:ahLst/>
                <a:cxnLst>
                  <a:cxn ang="0">
                    <a:pos x="T0" y="T1"/>
                  </a:cxn>
                  <a:cxn ang="0">
                    <a:pos x="T2" y="T3"/>
                  </a:cxn>
                  <a:cxn ang="0">
                    <a:pos x="T4" y="T5"/>
                  </a:cxn>
                  <a:cxn ang="0">
                    <a:pos x="T6" y="T7"/>
                  </a:cxn>
                  <a:cxn ang="0">
                    <a:pos x="T8" y="T9"/>
                  </a:cxn>
                </a:cxnLst>
                <a:rect l="0" t="0" r="r" b="b"/>
                <a:pathLst>
                  <a:path w="3" h="7">
                    <a:moveTo>
                      <a:pt x="0" y="3"/>
                    </a:moveTo>
                    <a:cubicBezTo>
                      <a:pt x="0" y="5"/>
                      <a:pt x="1" y="6"/>
                      <a:pt x="3" y="7"/>
                    </a:cubicBezTo>
                    <a:cubicBezTo>
                      <a:pt x="3" y="5"/>
                      <a:pt x="3" y="3"/>
                      <a:pt x="3" y="1"/>
                    </a:cubicBezTo>
                    <a:cubicBezTo>
                      <a:pt x="3" y="0"/>
                      <a:pt x="3" y="0"/>
                      <a:pt x="2" y="0"/>
                    </a:cubicBezTo>
                    <a:cubicBezTo>
                      <a:pt x="0" y="0"/>
                      <a:pt x="0" y="2"/>
                      <a:pt x="0"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2" name="Freeform 688">
                <a:extLst>
                  <a:ext uri="{FF2B5EF4-FFF2-40B4-BE49-F238E27FC236}">
                    <a16:creationId xmlns:a16="http://schemas.microsoft.com/office/drawing/2014/main" id="{45513BC7-406E-4937-F088-6F8FFCDDF63B}"/>
                  </a:ext>
                </a:extLst>
              </p:cNvPr>
              <p:cNvSpPr>
                <a:spLocks/>
              </p:cNvSpPr>
              <p:nvPr/>
            </p:nvSpPr>
            <p:spPr bwMode="auto">
              <a:xfrm>
                <a:off x="13254336" y="7424369"/>
                <a:ext cx="76432" cy="245289"/>
              </a:xfrm>
              <a:custGeom>
                <a:avLst/>
                <a:gdLst>
                  <a:gd name="T0" fmla="*/ 4 w 8"/>
                  <a:gd name="T1" fmla="*/ 17 h 26"/>
                  <a:gd name="T2" fmla="*/ 6 w 8"/>
                  <a:gd name="T3" fmla="*/ 13 h 26"/>
                  <a:gd name="T4" fmla="*/ 5 w 8"/>
                  <a:gd name="T5" fmla="*/ 10 h 26"/>
                  <a:gd name="T6" fmla="*/ 7 w 8"/>
                  <a:gd name="T7" fmla="*/ 4 h 26"/>
                  <a:gd name="T8" fmla="*/ 6 w 8"/>
                  <a:gd name="T9" fmla="*/ 0 h 26"/>
                  <a:gd name="T10" fmla="*/ 2 w 8"/>
                  <a:gd name="T11" fmla="*/ 7 h 26"/>
                  <a:gd name="T12" fmla="*/ 0 w 8"/>
                  <a:gd name="T13" fmla="*/ 11 h 26"/>
                  <a:gd name="T14" fmla="*/ 1 w 8"/>
                  <a:gd name="T15" fmla="*/ 16 h 26"/>
                  <a:gd name="T16" fmla="*/ 2 w 8"/>
                  <a:gd name="T17" fmla="*/ 26 h 26"/>
                  <a:gd name="T18" fmla="*/ 2 w 8"/>
                  <a:gd name="T19" fmla="*/ 25 h 26"/>
                  <a:gd name="T20" fmla="*/ 4 w 8"/>
                  <a:gd name="T21" fmla="*/ 17 h 26"/>
                  <a:gd name="T22" fmla="*/ 4 w 8"/>
                  <a:gd name="T23"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26">
                    <a:moveTo>
                      <a:pt x="4" y="17"/>
                    </a:moveTo>
                    <a:cubicBezTo>
                      <a:pt x="4" y="16"/>
                      <a:pt x="5" y="15"/>
                      <a:pt x="6" y="13"/>
                    </a:cubicBezTo>
                    <a:cubicBezTo>
                      <a:pt x="7" y="11"/>
                      <a:pt x="6" y="12"/>
                      <a:pt x="5" y="10"/>
                    </a:cubicBezTo>
                    <a:cubicBezTo>
                      <a:pt x="3" y="8"/>
                      <a:pt x="4" y="3"/>
                      <a:pt x="7" y="4"/>
                    </a:cubicBezTo>
                    <a:cubicBezTo>
                      <a:pt x="8" y="1"/>
                      <a:pt x="8" y="1"/>
                      <a:pt x="6" y="0"/>
                    </a:cubicBezTo>
                    <a:cubicBezTo>
                      <a:pt x="4" y="0"/>
                      <a:pt x="3" y="5"/>
                      <a:pt x="2" y="7"/>
                    </a:cubicBezTo>
                    <a:cubicBezTo>
                      <a:pt x="1" y="8"/>
                      <a:pt x="0" y="9"/>
                      <a:pt x="0" y="11"/>
                    </a:cubicBezTo>
                    <a:cubicBezTo>
                      <a:pt x="0" y="12"/>
                      <a:pt x="1" y="14"/>
                      <a:pt x="1" y="16"/>
                    </a:cubicBezTo>
                    <a:cubicBezTo>
                      <a:pt x="1" y="19"/>
                      <a:pt x="2" y="22"/>
                      <a:pt x="2" y="26"/>
                    </a:cubicBezTo>
                    <a:cubicBezTo>
                      <a:pt x="2" y="25"/>
                      <a:pt x="2" y="25"/>
                      <a:pt x="2" y="25"/>
                    </a:cubicBezTo>
                    <a:cubicBezTo>
                      <a:pt x="3" y="23"/>
                      <a:pt x="3" y="20"/>
                      <a:pt x="4" y="17"/>
                    </a:cubicBezTo>
                    <a:cubicBezTo>
                      <a:pt x="4" y="16"/>
                      <a:pt x="4" y="18"/>
                      <a:pt x="4" y="1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3" name="Freeform 689">
                <a:extLst>
                  <a:ext uri="{FF2B5EF4-FFF2-40B4-BE49-F238E27FC236}">
                    <a16:creationId xmlns:a16="http://schemas.microsoft.com/office/drawing/2014/main" id="{4E82CC12-D03D-FCF7-872A-CB2F52AA1E07}"/>
                  </a:ext>
                </a:extLst>
              </p:cNvPr>
              <p:cNvSpPr>
                <a:spLocks/>
              </p:cNvSpPr>
              <p:nvPr/>
            </p:nvSpPr>
            <p:spPr bwMode="auto">
              <a:xfrm>
                <a:off x="14028220" y="7790708"/>
                <a:ext cx="47770" cy="73269"/>
              </a:xfrm>
              <a:custGeom>
                <a:avLst/>
                <a:gdLst>
                  <a:gd name="T0" fmla="*/ 3 w 5"/>
                  <a:gd name="T1" fmla="*/ 8 h 8"/>
                  <a:gd name="T2" fmla="*/ 2 w 5"/>
                  <a:gd name="T3" fmla="*/ 0 h 8"/>
                  <a:gd name="T4" fmla="*/ 0 w 5"/>
                  <a:gd name="T5" fmla="*/ 4 h 8"/>
                  <a:gd name="T6" fmla="*/ 3 w 5"/>
                  <a:gd name="T7" fmla="*/ 8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3" y="7"/>
                      <a:pt x="5" y="0"/>
                      <a:pt x="2" y="0"/>
                    </a:cubicBezTo>
                    <a:cubicBezTo>
                      <a:pt x="1" y="1"/>
                      <a:pt x="0" y="3"/>
                      <a:pt x="0" y="4"/>
                    </a:cubicBezTo>
                    <a:cubicBezTo>
                      <a:pt x="0" y="6"/>
                      <a:pt x="1" y="7"/>
                      <a:pt x="3" y="8"/>
                    </a:cubicBezTo>
                    <a:cubicBezTo>
                      <a:pt x="3" y="8"/>
                      <a:pt x="2" y="8"/>
                      <a:pt x="3"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4" name="Freeform 690">
                <a:extLst>
                  <a:ext uri="{FF2B5EF4-FFF2-40B4-BE49-F238E27FC236}">
                    <a16:creationId xmlns:a16="http://schemas.microsoft.com/office/drawing/2014/main" id="{E1212B7B-31DC-A252-CD16-8747CBCBD33B}"/>
                  </a:ext>
                </a:extLst>
              </p:cNvPr>
              <p:cNvSpPr>
                <a:spLocks/>
              </p:cNvSpPr>
              <p:nvPr/>
            </p:nvSpPr>
            <p:spPr bwMode="auto">
              <a:xfrm>
                <a:off x="13646057" y="8137935"/>
                <a:ext cx="496815" cy="315371"/>
              </a:xfrm>
              <a:custGeom>
                <a:avLst/>
                <a:gdLst>
                  <a:gd name="T0" fmla="*/ 47 w 53"/>
                  <a:gd name="T1" fmla="*/ 0 h 34"/>
                  <a:gd name="T2" fmla="*/ 38 w 53"/>
                  <a:gd name="T3" fmla="*/ 2 h 34"/>
                  <a:gd name="T4" fmla="*/ 28 w 53"/>
                  <a:gd name="T5" fmla="*/ 4 h 34"/>
                  <a:gd name="T6" fmla="*/ 23 w 53"/>
                  <a:gd name="T7" fmla="*/ 10 h 34"/>
                  <a:gd name="T8" fmla="*/ 17 w 53"/>
                  <a:gd name="T9" fmla="*/ 9 h 34"/>
                  <a:gd name="T10" fmla="*/ 9 w 53"/>
                  <a:gd name="T11" fmla="*/ 9 h 34"/>
                  <a:gd name="T12" fmla="*/ 3 w 53"/>
                  <a:gd name="T13" fmla="*/ 12 h 34"/>
                  <a:gd name="T14" fmla="*/ 1 w 53"/>
                  <a:gd name="T15" fmla="*/ 15 h 34"/>
                  <a:gd name="T16" fmla="*/ 1 w 53"/>
                  <a:gd name="T17" fmla="*/ 21 h 34"/>
                  <a:gd name="T18" fmla="*/ 3 w 53"/>
                  <a:gd name="T19" fmla="*/ 28 h 34"/>
                  <a:gd name="T20" fmla="*/ 4 w 53"/>
                  <a:gd name="T21" fmla="*/ 32 h 34"/>
                  <a:gd name="T22" fmla="*/ 12 w 53"/>
                  <a:gd name="T23" fmla="*/ 32 h 34"/>
                  <a:gd name="T24" fmla="*/ 16 w 53"/>
                  <a:gd name="T25" fmla="*/ 29 h 34"/>
                  <a:gd name="T26" fmla="*/ 21 w 53"/>
                  <a:gd name="T27" fmla="*/ 29 h 34"/>
                  <a:gd name="T28" fmla="*/ 24 w 53"/>
                  <a:gd name="T29" fmla="*/ 26 h 34"/>
                  <a:gd name="T30" fmla="*/ 32 w 53"/>
                  <a:gd name="T31" fmla="*/ 24 h 34"/>
                  <a:gd name="T32" fmla="*/ 41 w 53"/>
                  <a:gd name="T33" fmla="*/ 21 h 34"/>
                  <a:gd name="T34" fmla="*/ 47 w 53"/>
                  <a:gd name="T35" fmla="*/ 17 h 34"/>
                  <a:gd name="T36" fmla="*/ 52 w 53"/>
                  <a:gd name="T37" fmla="*/ 12 h 34"/>
                  <a:gd name="T38" fmla="*/ 47 w 53"/>
                  <a:gd name="T3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 h="34">
                    <a:moveTo>
                      <a:pt x="47" y="0"/>
                    </a:moveTo>
                    <a:cubicBezTo>
                      <a:pt x="44" y="1"/>
                      <a:pt x="41" y="2"/>
                      <a:pt x="38" y="2"/>
                    </a:cubicBezTo>
                    <a:cubicBezTo>
                      <a:pt x="35" y="3"/>
                      <a:pt x="31" y="2"/>
                      <a:pt x="28" y="4"/>
                    </a:cubicBezTo>
                    <a:cubicBezTo>
                      <a:pt x="26" y="6"/>
                      <a:pt x="25" y="8"/>
                      <a:pt x="23" y="10"/>
                    </a:cubicBezTo>
                    <a:cubicBezTo>
                      <a:pt x="22" y="11"/>
                      <a:pt x="19" y="9"/>
                      <a:pt x="17" y="9"/>
                    </a:cubicBezTo>
                    <a:cubicBezTo>
                      <a:pt x="14" y="9"/>
                      <a:pt x="12" y="9"/>
                      <a:pt x="9" y="9"/>
                    </a:cubicBezTo>
                    <a:cubicBezTo>
                      <a:pt x="6" y="9"/>
                      <a:pt x="3" y="8"/>
                      <a:pt x="3" y="12"/>
                    </a:cubicBezTo>
                    <a:cubicBezTo>
                      <a:pt x="2" y="14"/>
                      <a:pt x="1" y="13"/>
                      <a:pt x="1" y="15"/>
                    </a:cubicBezTo>
                    <a:cubicBezTo>
                      <a:pt x="0" y="17"/>
                      <a:pt x="0" y="19"/>
                      <a:pt x="1" y="21"/>
                    </a:cubicBezTo>
                    <a:cubicBezTo>
                      <a:pt x="1" y="23"/>
                      <a:pt x="2" y="26"/>
                      <a:pt x="3" y="28"/>
                    </a:cubicBezTo>
                    <a:cubicBezTo>
                      <a:pt x="3" y="29"/>
                      <a:pt x="3" y="31"/>
                      <a:pt x="4" y="32"/>
                    </a:cubicBezTo>
                    <a:cubicBezTo>
                      <a:pt x="5" y="34"/>
                      <a:pt x="10" y="33"/>
                      <a:pt x="12" y="32"/>
                    </a:cubicBezTo>
                    <a:cubicBezTo>
                      <a:pt x="13" y="31"/>
                      <a:pt x="14" y="30"/>
                      <a:pt x="16" y="29"/>
                    </a:cubicBezTo>
                    <a:cubicBezTo>
                      <a:pt x="17" y="29"/>
                      <a:pt x="19" y="29"/>
                      <a:pt x="21" y="29"/>
                    </a:cubicBezTo>
                    <a:cubicBezTo>
                      <a:pt x="22" y="28"/>
                      <a:pt x="23" y="27"/>
                      <a:pt x="24" y="26"/>
                    </a:cubicBezTo>
                    <a:cubicBezTo>
                      <a:pt x="27" y="25"/>
                      <a:pt x="29" y="25"/>
                      <a:pt x="32" y="24"/>
                    </a:cubicBezTo>
                    <a:cubicBezTo>
                      <a:pt x="35" y="23"/>
                      <a:pt x="38" y="22"/>
                      <a:pt x="41" y="21"/>
                    </a:cubicBezTo>
                    <a:cubicBezTo>
                      <a:pt x="43" y="20"/>
                      <a:pt x="47" y="19"/>
                      <a:pt x="47" y="17"/>
                    </a:cubicBezTo>
                    <a:cubicBezTo>
                      <a:pt x="48" y="14"/>
                      <a:pt x="53" y="14"/>
                      <a:pt x="52" y="12"/>
                    </a:cubicBezTo>
                    <a:cubicBezTo>
                      <a:pt x="50" y="8"/>
                      <a:pt x="49" y="4"/>
                      <a:pt x="47"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5" name="Freeform 691">
                <a:extLst>
                  <a:ext uri="{FF2B5EF4-FFF2-40B4-BE49-F238E27FC236}">
                    <a16:creationId xmlns:a16="http://schemas.microsoft.com/office/drawing/2014/main" id="{4FCFBCB9-C0C5-4253-E723-19D5DB87C508}"/>
                  </a:ext>
                </a:extLst>
              </p:cNvPr>
              <p:cNvSpPr>
                <a:spLocks/>
              </p:cNvSpPr>
              <p:nvPr/>
            </p:nvSpPr>
            <p:spPr bwMode="auto">
              <a:xfrm>
                <a:off x="14085545" y="7790708"/>
                <a:ext cx="382165" cy="458719"/>
              </a:xfrm>
              <a:custGeom>
                <a:avLst/>
                <a:gdLst>
                  <a:gd name="T0" fmla="*/ 39 w 41"/>
                  <a:gd name="T1" fmla="*/ 19 h 49"/>
                  <a:gd name="T2" fmla="*/ 34 w 41"/>
                  <a:gd name="T3" fmla="*/ 14 h 49"/>
                  <a:gd name="T4" fmla="*/ 28 w 41"/>
                  <a:gd name="T5" fmla="*/ 12 h 49"/>
                  <a:gd name="T6" fmla="*/ 22 w 41"/>
                  <a:gd name="T7" fmla="*/ 6 h 49"/>
                  <a:gd name="T8" fmla="*/ 21 w 41"/>
                  <a:gd name="T9" fmla="*/ 3 h 49"/>
                  <a:gd name="T10" fmla="*/ 22 w 41"/>
                  <a:gd name="T11" fmla="*/ 0 h 49"/>
                  <a:gd name="T12" fmla="*/ 17 w 41"/>
                  <a:gd name="T13" fmla="*/ 5 h 49"/>
                  <a:gd name="T14" fmla="*/ 10 w 41"/>
                  <a:gd name="T15" fmla="*/ 10 h 49"/>
                  <a:gd name="T16" fmla="*/ 5 w 41"/>
                  <a:gd name="T17" fmla="*/ 10 h 49"/>
                  <a:gd name="T18" fmla="*/ 0 w 41"/>
                  <a:gd name="T19" fmla="*/ 11 h 49"/>
                  <a:gd name="T20" fmla="*/ 5 w 41"/>
                  <a:gd name="T21" fmla="*/ 17 h 49"/>
                  <a:gd name="T22" fmla="*/ 16 w 41"/>
                  <a:gd name="T23" fmla="*/ 19 h 49"/>
                  <a:gd name="T24" fmla="*/ 16 w 41"/>
                  <a:gd name="T25" fmla="*/ 32 h 49"/>
                  <a:gd name="T26" fmla="*/ 11 w 41"/>
                  <a:gd name="T27" fmla="*/ 34 h 49"/>
                  <a:gd name="T28" fmla="*/ 0 w 41"/>
                  <a:gd name="T29" fmla="*/ 37 h 49"/>
                  <a:gd name="T30" fmla="*/ 5 w 41"/>
                  <a:gd name="T31" fmla="*/ 49 h 49"/>
                  <a:gd name="T32" fmla="*/ 14 w 41"/>
                  <a:gd name="T33" fmla="*/ 48 h 49"/>
                  <a:gd name="T34" fmla="*/ 17 w 41"/>
                  <a:gd name="T35" fmla="*/ 44 h 49"/>
                  <a:gd name="T36" fmla="*/ 23 w 41"/>
                  <a:gd name="T37" fmla="*/ 42 h 49"/>
                  <a:gd name="T38" fmla="*/ 28 w 41"/>
                  <a:gd name="T39" fmla="*/ 38 h 49"/>
                  <a:gd name="T40" fmla="*/ 29 w 41"/>
                  <a:gd name="T41" fmla="*/ 32 h 49"/>
                  <a:gd name="T42" fmla="*/ 32 w 41"/>
                  <a:gd name="T43" fmla="*/ 30 h 49"/>
                  <a:gd name="T44" fmla="*/ 37 w 41"/>
                  <a:gd name="T45" fmla="*/ 24 h 49"/>
                  <a:gd name="T46" fmla="*/ 39 w 41"/>
                  <a:gd name="T47" fmla="*/ 19 h 49"/>
                  <a:gd name="T48" fmla="*/ 39 w 41"/>
                  <a:gd name="T49"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9">
                    <a:moveTo>
                      <a:pt x="39" y="19"/>
                    </a:moveTo>
                    <a:cubicBezTo>
                      <a:pt x="36" y="19"/>
                      <a:pt x="35" y="16"/>
                      <a:pt x="34" y="14"/>
                    </a:cubicBezTo>
                    <a:cubicBezTo>
                      <a:pt x="33" y="13"/>
                      <a:pt x="29" y="13"/>
                      <a:pt x="28" y="12"/>
                    </a:cubicBezTo>
                    <a:cubicBezTo>
                      <a:pt x="25" y="11"/>
                      <a:pt x="24" y="9"/>
                      <a:pt x="22" y="6"/>
                    </a:cubicBezTo>
                    <a:cubicBezTo>
                      <a:pt x="22" y="5"/>
                      <a:pt x="21" y="4"/>
                      <a:pt x="21" y="3"/>
                    </a:cubicBezTo>
                    <a:cubicBezTo>
                      <a:pt x="21" y="3"/>
                      <a:pt x="22" y="0"/>
                      <a:pt x="22" y="0"/>
                    </a:cubicBezTo>
                    <a:cubicBezTo>
                      <a:pt x="21" y="0"/>
                      <a:pt x="18" y="4"/>
                      <a:pt x="17" y="5"/>
                    </a:cubicBezTo>
                    <a:cubicBezTo>
                      <a:pt x="15" y="7"/>
                      <a:pt x="13" y="10"/>
                      <a:pt x="10" y="10"/>
                    </a:cubicBezTo>
                    <a:cubicBezTo>
                      <a:pt x="8" y="11"/>
                      <a:pt x="7" y="10"/>
                      <a:pt x="5" y="10"/>
                    </a:cubicBezTo>
                    <a:cubicBezTo>
                      <a:pt x="3" y="11"/>
                      <a:pt x="1" y="13"/>
                      <a:pt x="0" y="11"/>
                    </a:cubicBezTo>
                    <a:cubicBezTo>
                      <a:pt x="1" y="14"/>
                      <a:pt x="2" y="17"/>
                      <a:pt x="5" y="17"/>
                    </a:cubicBezTo>
                    <a:cubicBezTo>
                      <a:pt x="7" y="17"/>
                      <a:pt x="15" y="17"/>
                      <a:pt x="16" y="19"/>
                    </a:cubicBezTo>
                    <a:cubicBezTo>
                      <a:pt x="19" y="23"/>
                      <a:pt x="17" y="27"/>
                      <a:pt x="16" y="32"/>
                    </a:cubicBezTo>
                    <a:cubicBezTo>
                      <a:pt x="15" y="33"/>
                      <a:pt x="11" y="34"/>
                      <a:pt x="11" y="34"/>
                    </a:cubicBezTo>
                    <a:cubicBezTo>
                      <a:pt x="7" y="35"/>
                      <a:pt x="3" y="36"/>
                      <a:pt x="0" y="37"/>
                    </a:cubicBezTo>
                    <a:cubicBezTo>
                      <a:pt x="2" y="41"/>
                      <a:pt x="4" y="45"/>
                      <a:pt x="5" y="49"/>
                    </a:cubicBezTo>
                    <a:cubicBezTo>
                      <a:pt x="8" y="48"/>
                      <a:pt x="11" y="48"/>
                      <a:pt x="14" y="48"/>
                    </a:cubicBezTo>
                    <a:cubicBezTo>
                      <a:pt x="18" y="47"/>
                      <a:pt x="15" y="46"/>
                      <a:pt x="17" y="44"/>
                    </a:cubicBezTo>
                    <a:cubicBezTo>
                      <a:pt x="19" y="43"/>
                      <a:pt x="22" y="44"/>
                      <a:pt x="23" y="42"/>
                    </a:cubicBezTo>
                    <a:cubicBezTo>
                      <a:pt x="25" y="40"/>
                      <a:pt x="25" y="39"/>
                      <a:pt x="28" y="38"/>
                    </a:cubicBezTo>
                    <a:cubicBezTo>
                      <a:pt x="30" y="37"/>
                      <a:pt x="29" y="34"/>
                      <a:pt x="29" y="32"/>
                    </a:cubicBezTo>
                    <a:cubicBezTo>
                      <a:pt x="28" y="30"/>
                      <a:pt x="30" y="30"/>
                      <a:pt x="32" y="30"/>
                    </a:cubicBezTo>
                    <a:cubicBezTo>
                      <a:pt x="35" y="29"/>
                      <a:pt x="35" y="26"/>
                      <a:pt x="37" y="24"/>
                    </a:cubicBezTo>
                    <a:cubicBezTo>
                      <a:pt x="38" y="23"/>
                      <a:pt x="41" y="20"/>
                      <a:pt x="39" y="19"/>
                    </a:cubicBezTo>
                    <a:cubicBezTo>
                      <a:pt x="38" y="19"/>
                      <a:pt x="40" y="20"/>
                      <a:pt x="39" y="1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6" name="Freeform 692">
                <a:extLst>
                  <a:ext uri="{FF2B5EF4-FFF2-40B4-BE49-F238E27FC236}">
                    <a16:creationId xmlns:a16="http://schemas.microsoft.com/office/drawing/2014/main" id="{376DDB3E-4D35-F300-8430-C150FC18EFCF}"/>
                  </a:ext>
                </a:extLst>
              </p:cNvPr>
              <p:cNvSpPr>
                <a:spLocks/>
              </p:cNvSpPr>
              <p:nvPr/>
            </p:nvSpPr>
            <p:spPr bwMode="auto">
              <a:xfrm>
                <a:off x="14897646" y="6892386"/>
                <a:ext cx="512741" cy="222990"/>
              </a:xfrm>
              <a:custGeom>
                <a:avLst/>
                <a:gdLst>
                  <a:gd name="T0" fmla="*/ 55 w 55"/>
                  <a:gd name="T1" fmla="*/ 5 h 24"/>
                  <a:gd name="T2" fmla="*/ 47 w 55"/>
                  <a:gd name="T3" fmla="*/ 3 h 24"/>
                  <a:gd name="T4" fmla="*/ 36 w 55"/>
                  <a:gd name="T5" fmla="*/ 2 h 24"/>
                  <a:gd name="T6" fmla="*/ 27 w 55"/>
                  <a:gd name="T7" fmla="*/ 0 h 24"/>
                  <a:gd name="T8" fmla="*/ 22 w 55"/>
                  <a:gd name="T9" fmla="*/ 2 h 24"/>
                  <a:gd name="T10" fmla="*/ 19 w 55"/>
                  <a:gd name="T11" fmla="*/ 4 h 24"/>
                  <a:gd name="T12" fmla="*/ 11 w 55"/>
                  <a:gd name="T13" fmla="*/ 5 h 24"/>
                  <a:gd name="T14" fmla="*/ 9 w 55"/>
                  <a:gd name="T15" fmla="*/ 7 h 24"/>
                  <a:gd name="T16" fmla="*/ 8 w 55"/>
                  <a:gd name="T17" fmla="*/ 11 h 24"/>
                  <a:gd name="T18" fmla="*/ 12 w 55"/>
                  <a:gd name="T19" fmla="*/ 12 h 24"/>
                  <a:gd name="T20" fmla="*/ 15 w 55"/>
                  <a:gd name="T21" fmla="*/ 12 h 24"/>
                  <a:gd name="T22" fmla="*/ 19 w 55"/>
                  <a:gd name="T23" fmla="*/ 15 h 24"/>
                  <a:gd name="T24" fmla="*/ 15 w 55"/>
                  <a:gd name="T25" fmla="*/ 17 h 24"/>
                  <a:gd name="T26" fmla="*/ 11 w 55"/>
                  <a:gd name="T27" fmla="*/ 17 h 24"/>
                  <a:gd name="T28" fmla="*/ 10 w 55"/>
                  <a:gd name="T29" fmla="*/ 20 h 24"/>
                  <a:gd name="T30" fmla="*/ 1 w 55"/>
                  <a:gd name="T31" fmla="*/ 20 h 24"/>
                  <a:gd name="T32" fmla="*/ 11 w 55"/>
                  <a:gd name="T33" fmla="*/ 22 h 24"/>
                  <a:gd name="T34" fmla="*/ 15 w 55"/>
                  <a:gd name="T35" fmla="*/ 23 h 24"/>
                  <a:gd name="T36" fmla="*/ 21 w 55"/>
                  <a:gd name="T37" fmla="*/ 23 h 24"/>
                  <a:gd name="T38" fmla="*/ 25 w 55"/>
                  <a:gd name="T39" fmla="*/ 20 h 24"/>
                  <a:gd name="T40" fmla="*/ 28 w 55"/>
                  <a:gd name="T41" fmla="*/ 17 h 24"/>
                  <a:gd name="T42" fmla="*/ 33 w 55"/>
                  <a:gd name="T43" fmla="*/ 16 h 24"/>
                  <a:gd name="T44" fmla="*/ 37 w 55"/>
                  <a:gd name="T45" fmla="*/ 16 h 24"/>
                  <a:gd name="T46" fmla="*/ 40 w 55"/>
                  <a:gd name="T47" fmla="*/ 13 h 24"/>
                  <a:gd name="T48" fmla="*/ 44 w 55"/>
                  <a:gd name="T49" fmla="*/ 12 h 24"/>
                  <a:gd name="T50" fmla="*/ 54 w 55"/>
                  <a:gd name="T51" fmla="*/ 7 h 24"/>
                  <a:gd name="T52" fmla="*/ 55 w 55"/>
                  <a:gd name="T53" fmla="*/ 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24">
                    <a:moveTo>
                      <a:pt x="55" y="5"/>
                    </a:moveTo>
                    <a:cubicBezTo>
                      <a:pt x="52" y="5"/>
                      <a:pt x="50" y="3"/>
                      <a:pt x="47" y="3"/>
                    </a:cubicBezTo>
                    <a:cubicBezTo>
                      <a:pt x="44" y="2"/>
                      <a:pt x="40" y="2"/>
                      <a:pt x="36" y="2"/>
                    </a:cubicBezTo>
                    <a:cubicBezTo>
                      <a:pt x="33" y="2"/>
                      <a:pt x="30" y="2"/>
                      <a:pt x="27" y="0"/>
                    </a:cubicBezTo>
                    <a:cubicBezTo>
                      <a:pt x="25" y="0"/>
                      <a:pt x="23" y="0"/>
                      <a:pt x="22" y="2"/>
                    </a:cubicBezTo>
                    <a:cubicBezTo>
                      <a:pt x="22" y="4"/>
                      <a:pt x="21" y="5"/>
                      <a:pt x="19" y="4"/>
                    </a:cubicBezTo>
                    <a:cubicBezTo>
                      <a:pt x="17" y="3"/>
                      <a:pt x="12" y="1"/>
                      <a:pt x="11" y="5"/>
                    </a:cubicBezTo>
                    <a:cubicBezTo>
                      <a:pt x="10" y="6"/>
                      <a:pt x="11" y="6"/>
                      <a:pt x="9" y="7"/>
                    </a:cubicBezTo>
                    <a:cubicBezTo>
                      <a:pt x="8" y="8"/>
                      <a:pt x="6" y="10"/>
                      <a:pt x="8" y="11"/>
                    </a:cubicBezTo>
                    <a:cubicBezTo>
                      <a:pt x="9" y="12"/>
                      <a:pt x="12" y="13"/>
                      <a:pt x="12" y="12"/>
                    </a:cubicBezTo>
                    <a:cubicBezTo>
                      <a:pt x="13" y="10"/>
                      <a:pt x="14" y="11"/>
                      <a:pt x="15" y="12"/>
                    </a:cubicBezTo>
                    <a:cubicBezTo>
                      <a:pt x="16" y="13"/>
                      <a:pt x="20" y="14"/>
                      <a:pt x="19" y="15"/>
                    </a:cubicBezTo>
                    <a:cubicBezTo>
                      <a:pt x="19" y="16"/>
                      <a:pt x="16" y="16"/>
                      <a:pt x="15" y="17"/>
                    </a:cubicBezTo>
                    <a:cubicBezTo>
                      <a:pt x="14" y="18"/>
                      <a:pt x="13" y="19"/>
                      <a:pt x="11" y="17"/>
                    </a:cubicBezTo>
                    <a:cubicBezTo>
                      <a:pt x="10" y="16"/>
                      <a:pt x="10" y="19"/>
                      <a:pt x="10" y="20"/>
                    </a:cubicBezTo>
                    <a:cubicBezTo>
                      <a:pt x="6" y="22"/>
                      <a:pt x="4" y="15"/>
                      <a:pt x="1" y="20"/>
                    </a:cubicBezTo>
                    <a:cubicBezTo>
                      <a:pt x="0" y="21"/>
                      <a:pt x="10" y="23"/>
                      <a:pt x="11" y="22"/>
                    </a:cubicBezTo>
                    <a:cubicBezTo>
                      <a:pt x="12" y="21"/>
                      <a:pt x="14" y="22"/>
                      <a:pt x="15" y="23"/>
                    </a:cubicBezTo>
                    <a:cubicBezTo>
                      <a:pt x="16" y="23"/>
                      <a:pt x="19" y="24"/>
                      <a:pt x="21" y="23"/>
                    </a:cubicBezTo>
                    <a:cubicBezTo>
                      <a:pt x="22" y="22"/>
                      <a:pt x="24" y="23"/>
                      <a:pt x="25" y="20"/>
                    </a:cubicBezTo>
                    <a:cubicBezTo>
                      <a:pt x="25" y="19"/>
                      <a:pt x="27" y="18"/>
                      <a:pt x="28" y="17"/>
                    </a:cubicBezTo>
                    <a:cubicBezTo>
                      <a:pt x="29" y="16"/>
                      <a:pt x="33" y="16"/>
                      <a:pt x="33" y="16"/>
                    </a:cubicBezTo>
                    <a:cubicBezTo>
                      <a:pt x="34" y="18"/>
                      <a:pt x="35" y="16"/>
                      <a:pt x="37" y="16"/>
                    </a:cubicBezTo>
                    <a:cubicBezTo>
                      <a:pt x="38" y="16"/>
                      <a:pt x="39" y="13"/>
                      <a:pt x="40" y="13"/>
                    </a:cubicBezTo>
                    <a:cubicBezTo>
                      <a:pt x="41" y="12"/>
                      <a:pt x="43" y="13"/>
                      <a:pt x="44" y="12"/>
                    </a:cubicBezTo>
                    <a:cubicBezTo>
                      <a:pt x="48" y="11"/>
                      <a:pt x="50" y="9"/>
                      <a:pt x="54" y="7"/>
                    </a:cubicBezTo>
                    <a:cubicBezTo>
                      <a:pt x="55" y="7"/>
                      <a:pt x="55" y="7"/>
                      <a:pt x="55"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7" name="Freeform 693">
                <a:extLst>
                  <a:ext uri="{FF2B5EF4-FFF2-40B4-BE49-F238E27FC236}">
                    <a16:creationId xmlns:a16="http://schemas.microsoft.com/office/drawing/2014/main" id="{BD05BCC6-6BC1-6D7A-E263-58C89E73B443}"/>
                  </a:ext>
                </a:extLst>
              </p:cNvPr>
              <p:cNvSpPr>
                <a:spLocks/>
              </p:cNvSpPr>
              <p:nvPr/>
            </p:nvSpPr>
            <p:spPr bwMode="auto">
              <a:xfrm>
                <a:off x="14273445" y="6752222"/>
                <a:ext cx="831212" cy="487388"/>
              </a:xfrm>
              <a:custGeom>
                <a:avLst/>
                <a:gdLst>
                  <a:gd name="T0" fmla="*/ 78 w 89"/>
                  <a:gd name="T1" fmla="*/ 32 h 52"/>
                  <a:gd name="T2" fmla="*/ 81 w 89"/>
                  <a:gd name="T3" fmla="*/ 33 h 52"/>
                  <a:gd name="T4" fmla="*/ 84 w 89"/>
                  <a:gd name="T5" fmla="*/ 31 h 52"/>
                  <a:gd name="T6" fmla="*/ 81 w 89"/>
                  <a:gd name="T7" fmla="*/ 26 h 52"/>
                  <a:gd name="T8" fmla="*/ 79 w 89"/>
                  <a:gd name="T9" fmla="*/ 27 h 52"/>
                  <a:gd name="T10" fmla="*/ 75 w 89"/>
                  <a:gd name="T11" fmla="*/ 27 h 52"/>
                  <a:gd name="T12" fmla="*/ 78 w 89"/>
                  <a:gd name="T13" fmla="*/ 21 h 52"/>
                  <a:gd name="T14" fmla="*/ 74 w 89"/>
                  <a:gd name="T15" fmla="*/ 22 h 52"/>
                  <a:gd name="T16" fmla="*/ 68 w 89"/>
                  <a:gd name="T17" fmla="*/ 25 h 52"/>
                  <a:gd name="T18" fmla="*/ 65 w 89"/>
                  <a:gd name="T19" fmla="*/ 29 h 52"/>
                  <a:gd name="T20" fmla="*/ 62 w 89"/>
                  <a:gd name="T21" fmla="*/ 28 h 52"/>
                  <a:gd name="T22" fmla="*/ 57 w 89"/>
                  <a:gd name="T23" fmla="*/ 27 h 52"/>
                  <a:gd name="T24" fmla="*/ 53 w 89"/>
                  <a:gd name="T25" fmla="*/ 23 h 52"/>
                  <a:gd name="T26" fmla="*/ 52 w 89"/>
                  <a:gd name="T27" fmla="*/ 17 h 52"/>
                  <a:gd name="T28" fmla="*/ 49 w 89"/>
                  <a:gd name="T29" fmla="*/ 13 h 52"/>
                  <a:gd name="T30" fmla="*/ 45 w 89"/>
                  <a:gd name="T31" fmla="*/ 12 h 52"/>
                  <a:gd name="T32" fmla="*/ 38 w 89"/>
                  <a:gd name="T33" fmla="*/ 12 h 52"/>
                  <a:gd name="T34" fmla="*/ 31 w 89"/>
                  <a:gd name="T35" fmla="*/ 12 h 52"/>
                  <a:gd name="T36" fmla="*/ 27 w 89"/>
                  <a:gd name="T37" fmla="*/ 8 h 52"/>
                  <a:gd name="T38" fmla="*/ 23 w 89"/>
                  <a:gd name="T39" fmla="*/ 8 h 52"/>
                  <a:gd name="T40" fmla="*/ 19 w 89"/>
                  <a:gd name="T41" fmla="*/ 10 h 52"/>
                  <a:gd name="T42" fmla="*/ 17 w 89"/>
                  <a:gd name="T43" fmla="*/ 6 h 52"/>
                  <a:gd name="T44" fmla="*/ 15 w 89"/>
                  <a:gd name="T45" fmla="*/ 1 h 52"/>
                  <a:gd name="T46" fmla="*/ 15 w 89"/>
                  <a:gd name="T47" fmla="*/ 5 h 52"/>
                  <a:gd name="T48" fmla="*/ 14 w 89"/>
                  <a:gd name="T49" fmla="*/ 8 h 52"/>
                  <a:gd name="T50" fmla="*/ 13 w 89"/>
                  <a:gd name="T51" fmla="*/ 3 h 52"/>
                  <a:gd name="T52" fmla="*/ 14 w 89"/>
                  <a:gd name="T53" fmla="*/ 0 h 52"/>
                  <a:gd name="T54" fmla="*/ 1 w 89"/>
                  <a:gd name="T55" fmla="*/ 4 h 52"/>
                  <a:gd name="T56" fmla="*/ 1 w 89"/>
                  <a:gd name="T57" fmla="*/ 15 h 52"/>
                  <a:gd name="T58" fmla="*/ 1 w 89"/>
                  <a:gd name="T59" fmla="*/ 23 h 52"/>
                  <a:gd name="T60" fmla="*/ 2 w 89"/>
                  <a:gd name="T61" fmla="*/ 26 h 52"/>
                  <a:gd name="T62" fmla="*/ 6 w 89"/>
                  <a:gd name="T63" fmla="*/ 26 h 52"/>
                  <a:gd name="T64" fmla="*/ 6 w 89"/>
                  <a:gd name="T65" fmla="*/ 23 h 52"/>
                  <a:gd name="T66" fmla="*/ 10 w 89"/>
                  <a:gd name="T67" fmla="*/ 20 h 52"/>
                  <a:gd name="T68" fmla="*/ 13 w 89"/>
                  <a:gd name="T69" fmla="*/ 18 h 52"/>
                  <a:gd name="T70" fmla="*/ 17 w 89"/>
                  <a:gd name="T71" fmla="*/ 19 h 52"/>
                  <a:gd name="T72" fmla="*/ 21 w 89"/>
                  <a:gd name="T73" fmla="*/ 20 h 52"/>
                  <a:gd name="T74" fmla="*/ 21 w 89"/>
                  <a:gd name="T75" fmla="*/ 24 h 52"/>
                  <a:gd name="T76" fmla="*/ 26 w 89"/>
                  <a:gd name="T77" fmla="*/ 27 h 52"/>
                  <a:gd name="T78" fmla="*/ 33 w 89"/>
                  <a:gd name="T79" fmla="*/ 34 h 52"/>
                  <a:gd name="T80" fmla="*/ 38 w 89"/>
                  <a:gd name="T81" fmla="*/ 37 h 52"/>
                  <a:gd name="T82" fmla="*/ 41 w 89"/>
                  <a:gd name="T83" fmla="*/ 39 h 52"/>
                  <a:gd name="T84" fmla="*/ 50 w 89"/>
                  <a:gd name="T85" fmla="*/ 45 h 52"/>
                  <a:gd name="T86" fmla="*/ 54 w 89"/>
                  <a:gd name="T87" fmla="*/ 49 h 52"/>
                  <a:gd name="T88" fmla="*/ 61 w 89"/>
                  <a:gd name="T89" fmla="*/ 52 h 52"/>
                  <a:gd name="T90" fmla="*/ 63 w 89"/>
                  <a:gd name="T91" fmla="*/ 47 h 52"/>
                  <a:gd name="T92" fmla="*/ 62 w 89"/>
                  <a:gd name="T93" fmla="*/ 42 h 52"/>
                  <a:gd name="T94" fmla="*/ 59 w 89"/>
                  <a:gd name="T95" fmla="*/ 38 h 52"/>
                  <a:gd name="T96" fmla="*/ 64 w 89"/>
                  <a:gd name="T97" fmla="*/ 36 h 52"/>
                  <a:gd name="T98" fmla="*/ 66 w 89"/>
                  <a:gd name="T99" fmla="*/ 33 h 52"/>
                  <a:gd name="T100" fmla="*/ 68 w 89"/>
                  <a:gd name="T101" fmla="*/ 30 h 52"/>
                  <a:gd name="T102" fmla="*/ 71 w 89"/>
                  <a:gd name="T103" fmla="*/ 30 h 52"/>
                  <a:gd name="T104" fmla="*/ 74 w 89"/>
                  <a:gd name="T105" fmla="*/ 29 h 52"/>
                  <a:gd name="T106" fmla="*/ 74 w 89"/>
                  <a:gd name="T107" fmla="*/ 34 h 52"/>
                  <a:gd name="T108" fmla="*/ 77 w 89"/>
                  <a:gd name="T109" fmla="*/ 34 h 52"/>
                  <a:gd name="T110" fmla="*/ 78 w 89"/>
                  <a:gd name="T111" fmla="*/ 32 h 52"/>
                  <a:gd name="T112" fmla="*/ 78 w 89"/>
                  <a:gd name="T113"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52">
                    <a:moveTo>
                      <a:pt x="78" y="32"/>
                    </a:moveTo>
                    <a:cubicBezTo>
                      <a:pt x="79" y="33"/>
                      <a:pt x="79" y="34"/>
                      <a:pt x="81" y="33"/>
                    </a:cubicBezTo>
                    <a:cubicBezTo>
                      <a:pt x="82" y="33"/>
                      <a:pt x="83" y="31"/>
                      <a:pt x="84" y="31"/>
                    </a:cubicBezTo>
                    <a:cubicBezTo>
                      <a:pt x="89" y="30"/>
                      <a:pt x="83" y="28"/>
                      <a:pt x="81" y="26"/>
                    </a:cubicBezTo>
                    <a:cubicBezTo>
                      <a:pt x="80" y="25"/>
                      <a:pt x="80" y="26"/>
                      <a:pt x="79" y="27"/>
                    </a:cubicBezTo>
                    <a:cubicBezTo>
                      <a:pt x="79" y="28"/>
                      <a:pt x="76" y="27"/>
                      <a:pt x="75" y="27"/>
                    </a:cubicBezTo>
                    <a:cubicBezTo>
                      <a:pt x="71" y="25"/>
                      <a:pt x="77" y="22"/>
                      <a:pt x="78" y="21"/>
                    </a:cubicBezTo>
                    <a:cubicBezTo>
                      <a:pt x="78" y="21"/>
                      <a:pt x="74" y="22"/>
                      <a:pt x="74" y="22"/>
                    </a:cubicBezTo>
                    <a:cubicBezTo>
                      <a:pt x="72" y="23"/>
                      <a:pt x="70" y="23"/>
                      <a:pt x="68" y="25"/>
                    </a:cubicBezTo>
                    <a:cubicBezTo>
                      <a:pt x="67" y="26"/>
                      <a:pt x="66" y="28"/>
                      <a:pt x="65" y="29"/>
                    </a:cubicBezTo>
                    <a:cubicBezTo>
                      <a:pt x="64" y="32"/>
                      <a:pt x="63" y="30"/>
                      <a:pt x="62" y="28"/>
                    </a:cubicBezTo>
                    <a:cubicBezTo>
                      <a:pt x="61" y="26"/>
                      <a:pt x="59" y="27"/>
                      <a:pt x="57" y="27"/>
                    </a:cubicBezTo>
                    <a:cubicBezTo>
                      <a:pt x="55" y="27"/>
                      <a:pt x="54" y="24"/>
                      <a:pt x="53" y="23"/>
                    </a:cubicBezTo>
                    <a:cubicBezTo>
                      <a:pt x="51" y="21"/>
                      <a:pt x="54" y="19"/>
                      <a:pt x="52" y="17"/>
                    </a:cubicBezTo>
                    <a:cubicBezTo>
                      <a:pt x="51" y="16"/>
                      <a:pt x="50" y="14"/>
                      <a:pt x="49" y="13"/>
                    </a:cubicBezTo>
                    <a:cubicBezTo>
                      <a:pt x="48" y="12"/>
                      <a:pt x="46" y="11"/>
                      <a:pt x="45" y="12"/>
                    </a:cubicBezTo>
                    <a:cubicBezTo>
                      <a:pt x="43" y="13"/>
                      <a:pt x="41" y="12"/>
                      <a:pt x="38" y="12"/>
                    </a:cubicBezTo>
                    <a:cubicBezTo>
                      <a:pt x="36" y="12"/>
                      <a:pt x="33" y="13"/>
                      <a:pt x="31" y="12"/>
                    </a:cubicBezTo>
                    <a:cubicBezTo>
                      <a:pt x="30" y="11"/>
                      <a:pt x="28" y="9"/>
                      <a:pt x="27" y="8"/>
                    </a:cubicBezTo>
                    <a:cubicBezTo>
                      <a:pt x="25" y="6"/>
                      <a:pt x="24" y="6"/>
                      <a:pt x="23" y="8"/>
                    </a:cubicBezTo>
                    <a:cubicBezTo>
                      <a:pt x="22" y="9"/>
                      <a:pt x="21" y="10"/>
                      <a:pt x="19" y="10"/>
                    </a:cubicBezTo>
                    <a:cubicBezTo>
                      <a:pt x="16" y="10"/>
                      <a:pt x="16" y="8"/>
                      <a:pt x="17" y="6"/>
                    </a:cubicBezTo>
                    <a:cubicBezTo>
                      <a:pt x="18" y="3"/>
                      <a:pt x="18" y="3"/>
                      <a:pt x="15" y="1"/>
                    </a:cubicBezTo>
                    <a:cubicBezTo>
                      <a:pt x="15" y="2"/>
                      <a:pt x="15" y="4"/>
                      <a:pt x="15" y="5"/>
                    </a:cubicBezTo>
                    <a:cubicBezTo>
                      <a:pt x="15" y="7"/>
                      <a:pt x="16" y="8"/>
                      <a:pt x="14" y="8"/>
                    </a:cubicBezTo>
                    <a:cubicBezTo>
                      <a:pt x="12" y="7"/>
                      <a:pt x="12" y="4"/>
                      <a:pt x="13" y="3"/>
                    </a:cubicBezTo>
                    <a:cubicBezTo>
                      <a:pt x="13" y="3"/>
                      <a:pt x="15" y="0"/>
                      <a:pt x="14" y="0"/>
                    </a:cubicBezTo>
                    <a:cubicBezTo>
                      <a:pt x="9" y="1"/>
                      <a:pt x="5" y="2"/>
                      <a:pt x="1" y="4"/>
                    </a:cubicBezTo>
                    <a:cubicBezTo>
                      <a:pt x="0" y="4"/>
                      <a:pt x="1" y="14"/>
                      <a:pt x="1" y="15"/>
                    </a:cubicBezTo>
                    <a:cubicBezTo>
                      <a:pt x="1" y="18"/>
                      <a:pt x="1" y="21"/>
                      <a:pt x="1" y="23"/>
                    </a:cubicBezTo>
                    <a:cubicBezTo>
                      <a:pt x="1" y="25"/>
                      <a:pt x="0" y="26"/>
                      <a:pt x="2" y="26"/>
                    </a:cubicBezTo>
                    <a:cubicBezTo>
                      <a:pt x="3" y="26"/>
                      <a:pt x="4" y="26"/>
                      <a:pt x="6" y="26"/>
                    </a:cubicBezTo>
                    <a:cubicBezTo>
                      <a:pt x="8" y="26"/>
                      <a:pt x="5" y="24"/>
                      <a:pt x="6" y="23"/>
                    </a:cubicBezTo>
                    <a:cubicBezTo>
                      <a:pt x="7" y="21"/>
                      <a:pt x="9" y="22"/>
                      <a:pt x="10" y="20"/>
                    </a:cubicBezTo>
                    <a:cubicBezTo>
                      <a:pt x="12" y="19"/>
                      <a:pt x="12" y="19"/>
                      <a:pt x="13" y="18"/>
                    </a:cubicBezTo>
                    <a:cubicBezTo>
                      <a:pt x="15" y="17"/>
                      <a:pt x="16" y="18"/>
                      <a:pt x="17" y="19"/>
                    </a:cubicBezTo>
                    <a:cubicBezTo>
                      <a:pt x="18" y="20"/>
                      <a:pt x="21" y="20"/>
                      <a:pt x="21" y="20"/>
                    </a:cubicBezTo>
                    <a:cubicBezTo>
                      <a:pt x="22" y="22"/>
                      <a:pt x="21" y="23"/>
                      <a:pt x="21" y="24"/>
                    </a:cubicBezTo>
                    <a:cubicBezTo>
                      <a:pt x="22" y="27"/>
                      <a:pt x="25" y="27"/>
                      <a:pt x="26" y="27"/>
                    </a:cubicBezTo>
                    <a:cubicBezTo>
                      <a:pt x="31" y="27"/>
                      <a:pt x="31" y="30"/>
                      <a:pt x="33" y="34"/>
                    </a:cubicBezTo>
                    <a:cubicBezTo>
                      <a:pt x="34" y="35"/>
                      <a:pt x="36" y="36"/>
                      <a:pt x="38" y="37"/>
                    </a:cubicBezTo>
                    <a:cubicBezTo>
                      <a:pt x="39" y="37"/>
                      <a:pt x="40" y="38"/>
                      <a:pt x="41" y="39"/>
                    </a:cubicBezTo>
                    <a:cubicBezTo>
                      <a:pt x="44" y="41"/>
                      <a:pt x="47" y="44"/>
                      <a:pt x="50" y="45"/>
                    </a:cubicBezTo>
                    <a:cubicBezTo>
                      <a:pt x="54" y="46"/>
                      <a:pt x="54" y="46"/>
                      <a:pt x="54" y="49"/>
                    </a:cubicBezTo>
                    <a:cubicBezTo>
                      <a:pt x="56" y="49"/>
                      <a:pt x="59" y="51"/>
                      <a:pt x="61" y="52"/>
                    </a:cubicBezTo>
                    <a:cubicBezTo>
                      <a:pt x="61" y="49"/>
                      <a:pt x="60" y="49"/>
                      <a:pt x="63" y="47"/>
                    </a:cubicBezTo>
                    <a:cubicBezTo>
                      <a:pt x="64" y="45"/>
                      <a:pt x="62" y="44"/>
                      <a:pt x="62" y="42"/>
                    </a:cubicBezTo>
                    <a:cubicBezTo>
                      <a:pt x="63" y="39"/>
                      <a:pt x="60" y="40"/>
                      <a:pt x="59" y="38"/>
                    </a:cubicBezTo>
                    <a:cubicBezTo>
                      <a:pt x="58" y="36"/>
                      <a:pt x="63" y="37"/>
                      <a:pt x="64" y="36"/>
                    </a:cubicBezTo>
                    <a:cubicBezTo>
                      <a:pt x="67" y="35"/>
                      <a:pt x="64" y="32"/>
                      <a:pt x="66" y="33"/>
                    </a:cubicBezTo>
                    <a:cubicBezTo>
                      <a:pt x="70" y="33"/>
                      <a:pt x="66" y="30"/>
                      <a:pt x="68" y="30"/>
                    </a:cubicBezTo>
                    <a:cubicBezTo>
                      <a:pt x="69" y="29"/>
                      <a:pt x="70" y="31"/>
                      <a:pt x="71" y="30"/>
                    </a:cubicBezTo>
                    <a:cubicBezTo>
                      <a:pt x="72" y="30"/>
                      <a:pt x="73" y="29"/>
                      <a:pt x="74" y="29"/>
                    </a:cubicBezTo>
                    <a:cubicBezTo>
                      <a:pt x="76" y="29"/>
                      <a:pt x="74" y="33"/>
                      <a:pt x="74" y="34"/>
                    </a:cubicBezTo>
                    <a:cubicBezTo>
                      <a:pt x="75" y="34"/>
                      <a:pt x="77" y="31"/>
                      <a:pt x="77" y="34"/>
                    </a:cubicBezTo>
                    <a:cubicBezTo>
                      <a:pt x="77" y="34"/>
                      <a:pt x="77" y="32"/>
                      <a:pt x="78" y="32"/>
                    </a:cubicBezTo>
                    <a:cubicBezTo>
                      <a:pt x="79" y="32"/>
                      <a:pt x="77" y="32"/>
                      <a:pt x="78" y="3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8" name="Freeform 694">
                <a:extLst>
                  <a:ext uri="{FF2B5EF4-FFF2-40B4-BE49-F238E27FC236}">
                    <a16:creationId xmlns:a16="http://schemas.microsoft.com/office/drawing/2014/main" id="{F57075D6-C2FD-9C52-C14D-0EB325B71B42}"/>
                  </a:ext>
                </a:extLst>
              </p:cNvPr>
              <p:cNvSpPr>
                <a:spLocks/>
              </p:cNvSpPr>
              <p:nvPr/>
            </p:nvSpPr>
            <p:spPr bwMode="auto">
              <a:xfrm>
                <a:off x="14525037" y="7293764"/>
                <a:ext cx="0" cy="9558"/>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299" name="Freeform 695">
                <a:extLst>
                  <a:ext uri="{FF2B5EF4-FFF2-40B4-BE49-F238E27FC236}">
                    <a16:creationId xmlns:a16="http://schemas.microsoft.com/office/drawing/2014/main" id="{0D5682E2-C8C4-7F3C-E748-55AFD2D66FA6}"/>
                  </a:ext>
                </a:extLst>
              </p:cNvPr>
              <p:cNvSpPr>
                <a:spLocks/>
              </p:cNvSpPr>
              <p:nvPr/>
            </p:nvSpPr>
            <p:spPr bwMode="auto">
              <a:xfrm>
                <a:off x="14095099" y="6921055"/>
                <a:ext cx="681527" cy="401378"/>
              </a:xfrm>
              <a:custGeom>
                <a:avLst/>
                <a:gdLst>
                  <a:gd name="T0" fmla="*/ 73 w 73"/>
                  <a:gd name="T1" fmla="*/ 28 h 43"/>
                  <a:gd name="T2" fmla="*/ 69 w 73"/>
                  <a:gd name="T3" fmla="*/ 27 h 43"/>
                  <a:gd name="T4" fmla="*/ 65 w 73"/>
                  <a:gd name="T5" fmla="*/ 24 h 43"/>
                  <a:gd name="T6" fmla="*/ 58 w 73"/>
                  <a:gd name="T7" fmla="*/ 20 h 43"/>
                  <a:gd name="T8" fmla="*/ 52 w 73"/>
                  <a:gd name="T9" fmla="*/ 16 h 43"/>
                  <a:gd name="T10" fmla="*/ 47 w 73"/>
                  <a:gd name="T11" fmla="*/ 9 h 43"/>
                  <a:gd name="T12" fmla="*/ 40 w 73"/>
                  <a:gd name="T13" fmla="*/ 5 h 43"/>
                  <a:gd name="T14" fmla="*/ 40 w 73"/>
                  <a:gd name="T15" fmla="*/ 2 h 43"/>
                  <a:gd name="T16" fmla="*/ 36 w 73"/>
                  <a:gd name="T17" fmla="*/ 1 h 43"/>
                  <a:gd name="T18" fmla="*/ 34 w 73"/>
                  <a:gd name="T19" fmla="*/ 0 h 43"/>
                  <a:gd name="T20" fmla="*/ 31 w 73"/>
                  <a:gd name="T21" fmla="*/ 1 h 43"/>
                  <a:gd name="T22" fmla="*/ 28 w 73"/>
                  <a:gd name="T23" fmla="*/ 3 h 43"/>
                  <a:gd name="T24" fmla="*/ 25 w 73"/>
                  <a:gd name="T25" fmla="*/ 6 h 43"/>
                  <a:gd name="T26" fmla="*/ 22 w 73"/>
                  <a:gd name="T27" fmla="*/ 8 h 43"/>
                  <a:gd name="T28" fmla="*/ 17 w 73"/>
                  <a:gd name="T29" fmla="*/ 8 h 43"/>
                  <a:gd name="T30" fmla="*/ 12 w 73"/>
                  <a:gd name="T31" fmla="*/ 2 h 43"/>
                  <a:gd name="T32" fmla="*/ 2 w 73"/>
                  <a:gd name="T33" fmla="*/ 5 h 43"/>
                  <a:gd name="T34" fmla="*/ 5 w 73"/>
                  <a:gd name="T35" fmla="*/ 12 h 43"/>
                  <a:gd name="T36" fmla="*/ 8 w 73"/>
                  <a:gd name="T37" fmla="*/ 17 h 43"/>
                  <a:gd name="T38" fmla="*/ 8 w 73"/>
                  <a:gd name="T39" fmla="*/ 19 h 43"/>
                  <a:gd name="T40" fmla="*/ 10 w 73"/>
                  <a:gd name="T41" fmla="*/ 22 h 43"/>
                  <a:gd name="T42" fmla="*/ 9 w 73"/>
                  <a:gd name="T43" fmla="*/ 26 h 43"/>
                  <a:gd name="T44" fmla="*/ 9 w 73"/>
                  <a:gd name="T45" fmla="*/ 31 h 43"/>
                  <a:gd name="T46" fmla="*/ 14 w 73"/>
                  <a:gd name="T47" fmla="*/ 29 h 43"/>
                  <a:gd name="T48" fmla="*/ 17 w 73"/>
                  <a:gd name="T49" fmla="*/ 26 h 43"/>
                  <a:gd name="T50" fmla="*/ 27 w 73"/>
                  <a:gd name="T51" fmla="*/ 27 h 43"/>
                  <a:gd name="T52" fmla="*/ 37 w 73"/>
                  <a:gd name="T53" fmla="*/ 31 h 43"/>
                  <a:gd name="T54" fmla="*/ 45 w 73"/>
                  <a:gd name="T55" fmla="*/ 35 h 43"/>
                  <a:gd name="T56" fmla="*/ 46 w 73"/>
                  <a:gd name="T57" fmla="*/ 37 h 43"/>
                  <a:gd name="T58" fmla="*/ 48 w 73"/>
                  <a:gd name="T59" fmla="*/ 42 h 43"/>
                  <a:gd name="T60" fmla="*/ 53 w 73"/>
                  <a:gd name="T61" fmla="*/ 43 h 43"/>
                  <a:gd name="T62" fmla="*/ 57 w 73"/>
                  <a:gd name="T63" fmla="*/ 40 h 43"/>
                  <a:gd name="T64" fmla="*/ 62 w 73"/>
                  <a:gd name="T65" fmla="*/ 38 h 43"/>
                  <a:gd name="T66" fmla="*/ 65 w 73"/>
                  <a:gd name="T67" fmla="*/ 33 h 43"/>
                  <a:gd name="T68" fmla="*/ 69 w 73"/>
                  <a:gd name="T69" fmla="*/ 31 h 43"/>
                  <a:gd name="T70" fmla="*/ 73 w 73"/>
                  <a:gd name="T71" fmla="*/ 31 h 43"/>
                  <a:gd name="T72" fmla="*/ 73 w 73"/>
                  <a:gd name="T73"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3" h="43">
                    <a:moveTo>
                      <a:pt x="73" y="28"/>
                    </a:moveTo>
                    <a:cubicBezTo>
                      <a:pt x="72" y="27"/>
                      <a:pt x="71" y="27"/>
                      <a:pt x="69" y="27"/>
                    </a:cubicBezTo>
                    <a:cubicBezTo>
                      <a:pt x="68" y="26"/>
                      <a:pt x="66" y="25"/>
                      <a:pt x="65" y="24"/>
                    </a:cubicBezTo>
                    <a:cubicBezTo>
                      <a:pt x="63" y="23"/>
                      <a:pt x="60" y="22"/>
                      <a:pt x="58" y="20"/>
                    </a:cubicBezTo>
                    <a:cubicBezTo>
                      <a:pt x="57" y="18"/>
                      <a:pt x="54" y="18"/>
                      <a:pt x="52" y="16"/>
                    </a:cubicBezTo>
                    <a:cubicBezTo>
                      <a:pt x="51" y="13"/>
                      <a:pt x="50" y="9"/>
                      <a:pt x="47" y="9"/>
                    </a:cubicBezTo>
                    <a:cubicBezTo>
                      <a:pt x="44" y="9"/>
                      <a:pt x="40" y="9"/>
                      <a:pt x="40" y="5"/>
                    </a:cubicBezTo>
                    <a:cubicBezTo>
                      <a:pt x="40" y="4"/>
                      <a:pt x="41" y="2"/>
                      <a:pt x="40" y="2"/>
                    </a:cubicBezTo>
                    <a:cubicBezTo>
                      <a:pt x="39" y="1"/>
                      <a:pt x="38" y="2"/>
                      <a:pt x="36" y="1"/>
                    </a:cubicBezTo>
                    <a:cubicBezTo>
                      <a:pt x="36" y="1"/>
                      <a:pt x="35" y="0"/>
                      <a:pt x="34" y="0"/>
                    </a:cubicBezTo>
                    <a:cubicBezTo>
                      <a:pt x="33" y="0"/>
                      <a:pt x="32" y="1"/>
                      <a:pt x="31" y="1"/>
                    </a:cubicBezTo>
                    <a:cubicBezTo>
                      <a:pt x="30" y="0"/>
                      <a:pt x="29" y="3"/>
                      <a:pt x="28" y="3"/>
                    </a:cubicBezTo>
                    <a:cubicBezTo>
                      <a:pt x="27" y="3"/>
                      <a:pt x="24" y="4"/>
                      <a:pt x="25" y="6"/>
                    </a:cubicBezTo>
                    <a:cubicBezTo>
                      <a:pt x="26" y="9"/>
                      <a:pt x="25" y="8"/>
                      <a:pt x="22" y="8"/>
                    </a:cubicBezTo>
                    <a:cubicBezTo>
                      <a:pt x="21" y="8"/>
                      <a:pt x="18" y="8"/>
                      <a:pt x="17" y="8"/>
                    </a:cubicBezTo>
                    <a:cubicBezTo>
                      <a:pt x="15" y="6"/>
                      <a:pt x="14" y="4"/>
                      <a:pt x="12" y="2"/>
                    </a:cubicBezTo>
                    <a:cubicBezTo>
                      <a:pt x="9" y="0"/>
                      <a:pt x="5" y="3"/>
                      <a:pt x="2" y="5"/>
                    </a:cubicBezTo>
                    <a:cubicBezTo>
                      <a:pt x="3" y="6"/>
                      <a:pt x="6" y="10"/>
                      <a:pt x="5" y="12"/>
                    </a:cubicBezTo>
                    <a:cubicBezTo>
                      <a:pt x="0" y="15"/>
                      <a:pt x="6" y="15"/>
                      <a:pt x="8" y="17"/>
                    </a:cubicBezTo>
                    <a:cubicBezTo>
                      <a:pt x="8" y="17"/>
                      <a:pt x="8" y="19"/>
                      <a:pt x="8" y="19"/>
                    </a:cubicBezTo>
                    <a:cubicBezTo>
                      <a:pt x="7" y="20"/>
                      <a:pt x="9" y="22"/>
                      <a:pt x="10" y="22"/>
                    </a:cubicBezTo>
                    <a:cubicBezTo>
                      <a:pt x="10" y="23"/>
                      <a:pt x="9" y="24"/>
                      <a:pt x="9" y="26"/>
                    </a:cubicBezTo>
                    <a:cubicBezTo>
                      <a:pt x="9" y="27"/>
                      <a:pt x="9" y="29"/>
                      <a:pt x="9" y="31"/>
                    </a:cubicBezTo>
                    <a:cubicBezTo>
                      <a:pt x="11" y="31"/>
                      <a:pt x="12" y="31"/>
                      <a:pt x="14" y="29"/>
                    </a:cubicBezTo>
                    <a:cubicBezTo>
                      <a:pt x="15" y="28"/>
                      <a:pt x="16" y="27"/>
                      <a:pt x="17" y="26"/>
                    </a:cubicBezTo>
                    <a:cubicBezTo>
                      <a:pt x="21" y="26"/>
                      <a:pt x="24" y="25"/>
                      <a:pt x="27" y="27"/>
                    </a:cubicBezTo>
                    <a:cubicBezTo>
                      <a:pt x="29" y="30"/>
                      <a:pt x="35" y="28"/>
                      <a:pt x="37" y="31"/>
                    </a:cubicBezTo>
                    <a:cubicBezTo>
                      <a:pt x="39" y="34"/>
                      <a:pt x="41" y="35"/>
                      <a:pt x="45" y="35"/>
                    </a:cubicBezTo>
                    <a:cubicBezTo>
                      <a:pt x="46" y="35"/>
                      <a:pt x="46" y="35"/>
                      <a:pt x="46" y="37"/>
                    </a:cubicBezTo>
                    <a:cubicBezTo>
                      <a:pt x="46" y="40"/>
                      <a:pt x="46" y="40"/>
                      <a:pt x="48" y="42"/>
                    </a:cubicBezTo>
                    <a:cubicBezTo>
                      <a:pt x="50" y="42"/>
                      <a:pt x="51" y="43"/>
                      <a:pt x="53" y="43"/>
                    </a:cubicBezTo>
                    <a:cubicBezTo>
                      <a:pt x="56" y="43"/>
                      <a:pt x="56" y="42"/>
                      <a:pt x="57" y="40"/>
                    </a:cubicBezTo>
                    <a:cubicBezTo>
                      <a:pt x="58" y="38"/>
                      <a:pt x="60" y="39"/>
                      <a:pt x="62" y="38"/>
                    </a:cubicBezTo>
                    <a:cubicBezTo>
                      <a:pt x="64" y="37"/>
                      <a:pt x="64" y="35"/>
                      <a:pt x="65" y="33"/>
                    </a:cubicBezTo>
                    <a:cubicBezTo>
                      <a:pt x="65" y="31"/>
                      <a:pt x="68" y="33"/>
                      <a:pt x="69" y="31"/>
                    </a:cubicBezTo>
                    <a:cubicBezTo>
                      <a:pt x="69" y="29"/>
                      <a:pt x="72" y="31"/>
                      <a:pt x="73" y="31"/>
                    </a:cubicBezTo>
                    <a:cubicBezTo>
                      <a:pt x="73" y="30"/>
                      <a:pt x="73" y="29"/>
                      <a:pt x="73" y="2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0" name="Freeform 696">
                <a:extLst>
                  <a:ext uri="{FF2B5EF4-FFF2-40B4-BE49-F238E27FC236}">
                    <a16:creationId xmlns:a16="http://schemas.microsoft.com/office/drawing/2014/main" id="{96B06863-EE97-4B9F-61A4-C5F5D7880888}"/>
                  </a:ext>
                </a:extLst>
              </p:cNvPr>
              <p:cNvSpPr>
                <a:spLocks/>
              </p:cNvSpPr>
              <p:nvPr/>
            </p:nvSpPr>
            <p:spPr bwMode="auto">
              <a:xfrm>
                <a:off x="14814846" y="7013435"/>
                <a:ext cx="372610" cy="251657"/>
              </a:xfrm>
              <a:custGeom>
                <a:avLst/>
                <a:gdLst>
                  <a:gd name="T0" fmla="*/ 30 w 40"/>
                  <a:gd name="T1" fmla="*/ 10 h 27"/>
                  <a:gd name="T2" fmla="*/ 25 w 40"/>
                  <a:gd name="T3" fmla="*/ 10 h 27"/>
                  <a:gd name="T4" fmla="*/ 21 w 40"/>
                  <a:gd name="T5" fmla="*/ 8 h 27"/>
                  <a:gd name="T6" fmla="*/ 19 w 40"/>
                  <a:gd name="T7" fmla="*/ 9 h 27"/>
                  <a:gd name="T8" fmla="*/ 17 w 40"/>
                  <a:gd name="T9" fmla="*/ 9 h 27"/>
                  <a:gd name="T10" fmla="*/ 10 w 40"/>
                  <a:gd name="T11" fmla="*/ 8 h 27"/>
                  <a:gd name="T12" fmla="*/ 12 w 40"/>
                  <a:gd name="T13" fmla="*/ 5 h 27"/>
                  <a:gd name="T14" fmla="*/ 16 w 40"/>
                  <a:gd name="T15" fmla="*/ 7 h 27"/>
                  <a:gd name="T16" fmla="*/ 19 w 40"/>
                  <a:gd name="T17" fmla="*/ 5 h 27"/>
                  <a:gd name="T18" fmla="*/ 16 w 40"/>
                  <a:gd name="T19" fmla="*/ 6 h 27"/>
                  <a:gd name="T20" fmla="*/ 16 w 40"/>
                  <a:gd name="T21" fmla="*/ 1 h 27"/>
                  <a:gd name="T22" fmla="*/ 14 w 40"/>
                  <a:gd name="T23" fmla="*/ 2 h 27"/>
                  <a:gd name="T24" fmla="*/ 10 w 40"/>
                  <a:gd name="T25" fmla="*/ 2 h 27"/>
                  <a:gd name="T26" fmla="*/ 8 w 40"/>
                  <a:gd name="T27" fmla="*/ 5 h 27"/>
                  <a:gd name="T28" fmla="*/ 6 w 40"/>
                  <a:gd name="T29" fmla="*/ 8 h 27"/>
                  <a:gd name="T30" fmla="*/ 1 w 40"/>
                  <a:gd name="T31" fmla="*/ 10 h 27"/>
                  <a:gd name="T32" fmla="*/ 4 w 40"/>
                  <a:gd name="T33" fmla="*/ 14 h 27"/>
                  <a:gd name="T34" fmla="*/ 4 w 40"/>
                  <a:gd name="T35" fmla="*/ 19 h 27"/>
                  <a:gd name="T36" fmla="*/ 4 w 40"/>
                  <a:gd name="T37" fmla="*/ 24 h 27"/>
                  <a:gd name="T38" fmla="*/ 9 w 40"/>
                  <a:gd name="T39" fmla="*/ 22 h 27"/>
                  <a:gd name="T40" fmla="*/ 12 w 40"/>
                  <a:gd name="T41" fmla="*/ 20 h 27"/>
                  <a:gd name="T42" fmla="*/ 17 w 40"/>
                  <a:gd name="T43" fmla="*/ 17 h 27"/>
                  <a:gd name="T44" fmla="*/ 20 w 40"/>
                  <a:gd name="T45" fmla="*/ 17 h 27"/>
                  <a:gd name="T46" fmla="*/ 22 w 40"/>
                  <a:gd name="T47" fmla="*/ 21 h 27"/>
                  <a:gd name="T48" fmla="*/ 21 w 40"/>
                  <a:gd name="T49" fmla="*/ 24 h 27"/>
                  <a:gd name="T50" fmla="*/ 27 w 40"/>
                  <a:gd name="T51" fmla="*/ 23 h 27"/>
                  <a:gd name="T52" fmla="*/ 32 w 40"/>
                  <a:gd name="T53" fmla="*/ 21 h 27"/>
                  <a:gd name="T54" fmla="*/ 39 w 40"/>
                  <a:gd name="T55" fmla="*/ 21 h 27"/>
                  <a:gd name="T56" fmla="*/ 38 w 40"/>
                  <a:gd name="T57" fmla="*/ 18 h 27"/>
                  <a:gd name="T58" fmla="*/ 36 w 40"/>
                  <a:gd name="T59" fmla="*/ 14 h 27"/>
                  <a:gd name="T60" fmla="*/ 32 w 40"/>
                  <a:gd name="T61" fmla="*/ 9 h 27"/>
                  <a:gd name="T62" fmla="*/ 30 w 40"/>
                  <a:gd name="T63" fmla="*/ 10 h 27"/>
                  <a:gd name="T64" fmla="*/ 30 w 40"/>
                  <a:gd name="T65"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 h="27">
                    <a:moveTo>
                      <a:pt x="30" y="10"/>
                    </a:moveTo>
                    <a:cubicBezTo>
                      <a:pt x="28" y="11"/>
                      <a:pt x="27" y="10"/>
                      <a:pt x="25" y="10"/>
                    </a:cubicBezTo>
                    <a:cubicBezTo>
                      <a:pt x="23" y="10"/>
                      <a:pt x="22" y="8"/>
                      <a:pt x="21" y="8"/>
                    </a:cubicBezTo>
                    <a:cubicBezTo>
                      <a:pt x="20" y="8"/>
                      <a:pt x="20" y="9"/>
                      <a:pt x="19" y="9"/>
                    </a:cubicBezTo>
                    <a:cubicBezTo>
                      <a:pt x="19" y="10"/>
                      <a:pt x="18" y="9"/>
                      <a:pt x="17" y="9"/>
                    </a:cubicBezTo>
                    <a:cubicBezTo>
                      <a:pt x="15" y="9"/>
                      <a:pt x="12" y="9"/>
                      <a:pt x="10" y="8"/>
                    </a:cubicBezTo>
                    <a:cubicBezTo>
                      <a:pt x="9" y="7"/>
                      <a:pt x="12" y="5"/>
                      <a:pt x="12" y="5"/>
                    </a:cubicBezTo>
                    <a:cubicBezTo>
                      <a:pt x="14" y="4"/>
                      <a:pt x="15" y="7"/>
                      <a:pt x="16" y="7"/>
                    </a:cubicBezTo>
                    <a:cubicBezTo>
                      <a:pt x="18" y="7"/>
                      <a:pt x="19" y="6"/>
                      <a:pt x="19" y="5"/>
                    </a:cubicBezTo>
                    <a:cubicBezTo>
                      <a:pt x="18" y="4"/>
                      <a:pt x="17" y="6"/>
                      <a:pt x="16" y="6"/>
                    </a:cubicBezTo>
                    <a:cubicBezTo>
                      <a:pt x="15" y="5"/>
                      <a:pt x="17" y="2"/>
                      <a:pt x="16" y="1"/>
                    </a:cubicBezTo>
                    <a:cubicBezTo>
                      <a:pt x="16" y="0"/>
                      <a:pt x="14" y="2"/>
                      <a:pt x="14" y="2"/>
                    </a:cubicBezTo>
                    <a:cubicBezTo>
                      <a:pt x="12" y="3"/>
                      <a:pt x="11" y="1"/>
                      <a:pt x="10" y="2"/>
                    </a:cubicBezTo>
                    <a:cubicBezTo>
                      <a:pt x="8" y="2"/>
                      <a:pt x="12" y="5"/>
                      <a:pt x="8" y="5"/>
                    </a:cubicBezTo>
                    <a:cubicBezTo>
                      <a:pt x="6" y="4"/>
                      <a:pt x="9" y="8"/>
                      <a:pt x="6" y="8"/>
                    </a:cubicBezTo>
                    <a:cubicBezTo>
                      <a:pt x="5" y="9"/>
                      <a:pt x="0" y="8"/>
                      <a:pt x="1" y="10"/>
                    </a:cubicBezTo>
                    <a:cubicBezTo>
                      <a:pt x="2" y="13"/>
                      <a:pt x="5" y="11"/>
                      <a:pt x="4" y="14"/>
                    </a:cubicBezTo>
                    <a:cubicBezTo>
                      <a:pt x="4" y="17"/>
                      <a:pt x="7" y="17"/>
                      <a:pt x="4" y="19"/>
                    </a:cubicBezTo>
                    <a:cubicBezTo>
                      <a:pt x="3" y="20"/>
                      <a:pt x="1" y="24"/>
                      <a:pt x="4" y="24"/>
                    </a:cubicBezTo>
                    <a:cubicBezTo>
                      <a:pt x="6" y="24"/>
                      <a:pt x="8" y="21"/>
                      <a:pt x="9" y="22"/>
                    </a:cubicBezTo>
                    <a:cubicBezTo>
                      <a:pt x="12" y="25"/>
                      <a:pt x="9" y="20"/>
                      <a:pt x="12" y="20"/>
                    </a:cubicBezTo>
                    <a:cubicBezTo>
                      <a:pt x="14" y="20"/>
                      <a:pt x="15" y="19"/>
                      <a:pt x="17" y="17"/>
                    </a:cubicBezTo>
                    <a:cubicBezTo>
                      <a:pt x="18" y="14"/>
                      <a:pt x="19" y="15"/>
                      <a:pt x="20" y="17"/>
                    </a:cubicBezTo>
                    <a:cubicBezTo>
                      <a:pt x="21" y="18"/>
                      <a:pt x="22" y="19"/>
                      <a:pt x="22" y="21"/>
                    </a:cubicBezTo>
                    <a:cubicBezTo>
                      <a:pt x="22" y="22"/>
                      <a:pt x="21" y="23"/>
                      <a:pt x="21" y="24"/>
                    </a:cubicBezTo>
                    <a:cubicBezTo>
                      <a:pt x="22" y="27"/>
                      <a:pt x="26" y="24"/>
                      <a:pt x="27" y="23"/>
                    </a:cubicBezTo>
                    <a:cubicBezTo>
                      <a:pt x="28" y="22"/>
                      <a:pt x="31" y="20"/>
                      <a:pt x="32" y="21"/>
                    </a:cubicBezTo>
                    <a:cubicBezTo>
                      <a:pt x="34" y="23"/>
                      <a:pt x="36" y="20"/>
                      <a:pt x="39" y="21"/>
                    </a:cubicBezTo>
                    <a:cubicBezTo>
                      <a:pt x="40" y="20"/>
                      <a:pt x="38" y="18"/>
                      <a:pt x="38" y="18"/>
                    </a:cubicBezTo>
                    <a:cubicBezTo>
                      <a:pt x="37" y="16"/>
                      <a:pt x="38" y="14"/>
                      <a:pt x="36" y="14"/>
                    </a:cubicBezTo>
                    <a:cubicBezTo>
                      <a:pt x="33" y="15"/>
                      <a:pt x="31" y="12"/>
                      <a:pt x="32" y="9"/>
                    </a:cubicBezTo>
                    <a:cubicBezTo>
                      <a:pt x="32" y="9"/>
                      <a:pt x="31" y="9"/>
                      <a:pt x="30" y="10"/>
                    </a:cubicBezTo>
                    <a:cubicBezTo>
                      <a:pt x="29" y="10"/>
                      <a:pt x="31" y="9"/>
                      <a:pt x="30"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1" name="Freeform 697">
                <a:extLst>
                  <a:ext uri="{FF2B5EF4-FFF2-40B4-BE49-F238E27FC236}">
                    <a16:creationId xmlns:a16="http://schemas.microsoft.com/office/drawing/2014/main" id="{B2A4FE61-12FD-C434-44C9-A5DDB6605AC3}"/>
                  </a:ext>
                </a:extLst>
              </p:cNvPr>
              <p:cNvSpPr>
                <a:spLocks/>
              </p:cNvSpPr>
              <p:nvPr/>
            </p:nvSpPr>
            <p:spPr bwMode="auto">
              <a:xfrm>
                <a:off x="14515484" y="7230053"/>
                <a:ext cx="773889" cy="691265"/>
              </a:xfrm>
              <a:custGeom>
                <a:avLst/>
                <a:gdLst>
                  <a:gd name="T0" fmla="*/ 8 w 83"/>
                  <a:gd name="T1" fmla="*/ 51 h 74"/>
                  <a:gd name="T2" fmla="*/ 9 w 83"/>
                  <a:gd name="T3" fmla="*/ 54 h 74"/>
                  <a:gd name="T4" fmla="*/ 11 w 83"/>
                  <a:gd name="T5" fmla="*/ 57 h 74"/>
                  <a:gd name="T6" fmla="*/ 5 w 83"/>
                  <a:gd name="T7" fmla="*/ 61 h 74"/>
                  <a:gd name="T8" fmla="*/ 3 w 83"/>
                  <a:gd name="T9" fmla="*/ 64 h 74"/>
                  <a:gd name="T10" fmla="*/ 6 w 83"/>
                  <a:gd name="T11" fmla="*/ 66 h 74"/>
                  <a:gd name="T12" fmla="*/ 13 w 83"/>
                  <a:gd name="T13" fmla="*/ 64 h 74"/>
                  <a:gd name="T14" fmla="*/ 19 w 83"/>
                  <a:gd name="T15" fmla="*/ 65 h 74"/>
                  <a:gd name="T16" fmla="*/ 23 w 83"/>
                  <a:gd name="T17" fmla="*/ 65 h 74"/>
                  <a:gd name="T18" fmla="*/ 28 w 83"/>
                  <a:gd name="T19" fmla="*/ 64 h 74"/>
                  <a:gd name="T20" fmla="*/ 29 w 83"/>
                  <a:gd name="T21" fmla="*/ 67 h 74"/>
                  <a:gd name="T22" fmla="*/ 32 w 83"/>
                  <a:gd name="T23" fmla="*/ 69 h 74"/>
                  <a:gd name="T24" fmla="*/ 33 w 83"/>
                  <a:gd name="T25" fmla="*/ 73 h 74"/>
                  <a:gd name="T26" fmla="*/ 34 w 83"/>
                  <a:gd name="T27" fmla="*/ 71 h 74"/>
                  <a:gd name="T28" fmla="*/ 36 w 83"/>
                  <a:gd name="T29" fmla="*/ 73 h 74"/>
                  <a:gd name="T30" fmla="*/ 43 w 83"/>
                  <a:gd name="T31" fmla="*/ 71 h 74"/>
                  <a:gd name="T32" fmla="*/ 46 w 83"/>
                  <a:gd name="T33" fmla="*/ 70 h 74"/>
                  <a:gd name="T34" fmla="*/ 50 w 83"/>
                  <a:gd name="T35" fmla="*/ 70 h 74"/>
                  <a:gd name="T36" fmla="*/ 48 w 83"/>
                  <a:gd name="T37" fmla="*/ 64 h 74"/>
                  <a:gd name="T38" fmla="*/ 46 w 83"/>
                  <a:gd name="T39" fmla="*/ 61 h 74"/>
                  <a:gd name="T40" fmla="*/ 44 w 83"/>
                  <a:gd name="T41" fmla="*/ 57 h 74"/>
                  <a:gd name="T42" fmla="*/ 46 w 83"/>
                  <a:gd name="T43" fmla="*/ 52 h 74"/>
                  <a:gd name="T44" fmla="*/ 49 w 83"/>
                  <a:gd name="T45" fmla="*/ 52 h 74"/>
                  <a:gd name="T46" fmla="*/ 52 w 83"/>
                  <a:gd name="T47" fmla="*/ 52 h 74"/>
                  <a:gd name="T48" fmla="*/ 57 w 83"/>
                  <a:gd name="T49" fmla="*/ 46 h 74"/>
                  <a:gd name="T50" fmla="*/ 60 w 83"/>
                  <a:gd name="T51" fmla="*/ 44 h 74"/>
                  <a:gd name="T52" fmla="*/ 62 w 83"/>
                  <a:gd name="T53" fmla="*/ 41 h 74"/>
                  <a:gd name="T54" fmla="*/ 65 w 83"/>
                  <a:gd name="T55" fmla="*/ 39 h 74"/>
                  <a:gd name="T56" fmla="*/ 66 w 83"/>
                  <a:gd name="T57" fmla="*/ 37 h 74"/>
                  <a:gd name="T58" fmla="*/ 69 w 83"/>
                  <a:gd name="T59" fmla="*/ 33 h 74"/>
                  <a:gd name="T60" fmla="*/ 71 w 83"/>
                  <a:gd name="T61" fmla="*/ 27 h 74"/>
                  <a:gd name="T62" fmla="*/ 66 w 83"/>
                  <a:gd name="T63" fmla="*/ 23 h 74"/>
                  <a:gd name="T64" fmla="*/ 65 w 83"/>
                  <a:gd name="T65" fmla="*/ 16 h 74"/>
                  <a:gd name="T66" fmla="*/ 70 w 83"/>
                  <a:gd name="T67" fmla="*/ 14 h 74"/>
                  <a:gd name="T68" fmla="*/ 74 w 83"/>
                  <a:gd name="T69" fmla="*/ 15 h 74"/>
                  <a:gd name="T70" fmla="*/ 77 w 83"/>
                  <a:gd name="T71" fmla="*/ 13 h 74"/>
                  <a:gd name="T72" fmla="*/ 83 w 83"/>
                  <a:gd name="T73" fmla="*/ 10 h 74"/>
                  <a:gd name="T74" fmla="*/ 76 w 83"/>
                  <a:gd name="T75" fmla="*/ 6 h 74"/>
                  <a:gd name="T76" fmla="*/ 74 w 83"/>
                  <a:gd name="T77" fmla="*/ 2 h 74"/>
                  <a:gd name="T78" fmla="*/ 71 w 83"/>
                  <a:gd name="T79" fmla="*/ 0 h 74"/>
                  <a:gd name="T80" fmla="*/ 65 w 83"/>
                  <a:gd name="T81" fmla="*/ 1 h 74"/>
                  <a:gd name="T82" fmla="*/ 56 w 83"/>
                  <a:gd name="T83" fmla="*/ 4 h 74"/>
                  <a:gd name="T84" fmla="*/ 53 w 83"/>
                  <a:gd name="T85" fmla="*/ 8 h 74"/>
                  <a:gd name="T86" fmla="*/ 51 w 83"/>
                  <a:gd name="T87" fmla="*/ 13 h 74"/>
                  <a:gd name="T88" fmla="*/ 48 w 83"/>
                  <a:gd name="T89" fmla="*/ 18 h 74"/>
                  <a:gd name="T90" fmla="*/ 47 w 83"/>
                  <a:gd name="T91" fmla="*/ 21 h 74"/>
                  <a:gd name="T92" fmla="*/ 43 w 83"/>
                  <a:gd name="T93" fmla="*/ 24 h 74"/>
                  <a:gd name="T94" fmla="*/ 41 w 83"/>
                  <a:gd name="T95" fmla="*/ 30 h 74"/>
                  <a:gd name="T96" fmla="*/ 38 w 83"/>
                  <a:gd name="T97" fmla="*/ 30 h 74"/>
                  <a:gd name="T98" fmla="*/ 34 w 83"/>
                  <a:gd name="T99" fmla="*/ 32 h 74"/>
                  <a:gd name="T100" fmla="*/ 30 w 83"/>
                  <a:gd name="T101" fmla="*/ 33 h 74"/>
                  <a:gd name="T102" fmla="*/ 27 w 83"/>
                  <a:gd name="T103" fmla="*/ 37 h 74"/>
                  <a:gd name="T104" fmla="*/ 22 w 83"/>
                  <a:gd name="T105" fmla="*/ 42 h 74"/>
                  <a:gd name="T106" fmla="*/ 13 w 83"/>
                  <a:gd name="T107" fmla="*/ 43 h 74"/>
                  <a:gd name="T108" fmla="*/ 0 w 83"/>
                  <a:gd name="T109" fmla="*/ 40 h 74"/>
                  <a:gd name="T110" fmla="*/ 3 w 83"/>
                  <a:gd name="T111" fmla="*/ 46 h 74"/>
                  <a:gd name="T112" fmla="*/ 8 w 83"/>
                  <a:gd name="T113" fmla="*/ 5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 h="74">
                    <a:moveTo>
                      <a:pt x="8" y="51"/>
                    </a:moveTo>
                    <a:cubicBezTo>
                      <a:pt x="8" y="52"/>
                      <a:pt x="8" y="53"/>
                      <a:pt x="9" y="54"/>
                    </a:cubicBezTo>
                    <a:cubicBezTo>
                      <a:pt x="10" y="55"/>
                      <a:pt x="11" y="56"/>
                      <a:pt x="11" y="57"/>
                    </a:cubicBezTo>
                    <a:cubicBezTo>
                      <a:pt x="11" y="58"/>
                      <a:pt x="6" y="60"/>
                      <a:pt x="5" y="61"/>
                    </a:cubicBezTo>
                    <a:cubicBezTo>
                      <a:pt x="4" y="61"/>
                      <a:pt x="3" y="62"/>
                      <a:pt x="3" y="64"/>
                    </a:cubicBezTo>
                    <a:cubicBezTo>
                      <a:pt x="3" y="66"/>
                      <a:pt x="3" y="66"/>
                      <a:pt x="6" y="66"/>
                    </a:cubicBezTo>
                    <a:cubicBezTo>
                      <a:pt x="8" y="65"/>
                      <a:pt x="11" y="65"/>
                      <a:pt x="13" y="64"/>
                    </a:cubicBezTo>
                    <a:cubicBezTo>
                      <a:pt x="15" y="64"/>
                      <a:pt x="17" y="64"/>
                      <a:pt x="19" y="65"/>
                    </a:cubicBezTo>
                    <a:cubicBezTo>
                      <a:pt x="20" y="65"/>
                      <a:pt x="22" y="65"/>
                      <a:pt x="23" y="65"/>
                    </a:cubicBezTo>
                    <a:cubicBezTo>
                      <a:pt x="25" y="65"/>
                      <a:pt x="26" y="64"/>
                      <a:pt x="28" y="64"/>
                    </a:cubicBezTo>
                    <a:cubicBezTo>
                      <a:pt x="29" y="64"/>
                      <a:pt x="29" y="66"/>
                      <a:pt x="29" y="67"/>
                    </a:cubicBezTo>
                    <a:cubicBezTo>
                      <a:pt x="30" y="68"/>
                      <a:pt x="31" y="68"/>
                      <a:pt x="32" y="69"/>
                    </a:cubicBezTo>
                    <a:cubicBezTo>
                      <a:pt x="32" y="70"/>
                      <a:pt x="33" y="72"/>
                      <a:pt x="33" y="73"/>
                    </a:cubicBezTo>
                    <a:cubicBezTo>
                      <a:pt x="35" y="74"/>
                      <a:pt x="34" y="72"/>
                      <a:pt x="34" y="71"/>
                    </a:cubicBezTo>
                    <a:cubicBezTo>
                      <a:pt x="35" y="71"/>
                      <a:pt x="36" y="73"/>
                      <a:pt x="36" y="73"/>
                    </a:cubicBezTo>
                    <a:cubicBezTo>
                      <a:pt x="38" y="72"/>
                      <a:pt x="40" y="70"/>
                      <a:pt x="43" y="71"/>
                    </a:cubicBezTo>
                    <a:cubicBezTo>
                      <a:pt x="44" y="71"/>
                      <a:pt x="45" y="71"/>
                      <a:pt x="46" y="70"/>
                    </a:cubicBezTo>
                    <a:cubicBezTo>
                      <a:pt x="47" y="70"/>
                      <a:pt x="49" y="70"/>
                      <a:pt x="50" y="70"/>
                    </a:cubicBezTo>
                    <a:cubicBezTo>
                      <a:pt x="51" y="69"/>
                      <a:pt x="49" y="64"/>
                      <a:pt x="48" y="64"/>
                    </a:cubicBezTo>
                    <a:cubicBezTo>
                      <a:pt x="47" y="63"/>
                      <a:pt x="46" y="63"/>
                      <a:pt x="46" y="61"/>
                    </a:cubicBezTo>
                    <a:cubicBezTo>
                      <a:pt x="46" y="59"/>
                      <a:pt x="45" y="58"/>
                      <a:pt x="44" y="57"/>
                    </a:cubicBezTo>
                    <a:cubicBezTo>
                      <a:pt x="41" y="56"/>
                      <a:pt x="45" y="54"/>
                      <a:pt x="46" y="52"/>
                    </a:cubicBezTo>
                    <a:cubicBezTo>
                      <a:pt x="47" y="52"/>
                      <a:pt x="47" y="51"/>
                      <a:pt x="49" y="52"/>
                    </a:cubicBezTo>
                    <a:cubicBezTo>
                      <a:pt x="51" y="54"/>
                      <a:pt x="50" y="52"/>
                      <a:pt x="52" y="52"/>
                    </a:cubicBezTo>
                    <a:cubicBezTo>
                      <a:pt x="56" y="51"/>
                      <a:pt x="55" y="48"/>
                      <a:pt x="57" y="46"/>
                    </a:cubicBezTo>
                    <a:cubicBezTo>
                      <a:pt x="58" y="45"/>
                      <a:pt x="60" y="45"/>
                      <a:pt x="60" y="44"/>
                    </a:cubicBezTo>
                    <a:cubicBezTo>
                      <a:pt x="61" y="43"/>
                      <a:pt x="62" y="42"/>
                      <a:pt x="62" y="41"/>
                    </a:cubicBezTo>
                    <a:cubicBezTo>
                      <a:pt x="62" y="40"/>
                      <a:pt x="64" y="39"/>
                      <a:pt x="65" y="39"/>
                    </a:cubicBezTo>
                    <a:cubicBezTo>
                      <a:pt x="66" y="39"/>
                      <a:pt x="66" y="37"/>
                      <a:pt x="66" y="37"/>
                    </a:cubicBezTo>
                    <a:cubicBezTo>
                      <a:pt x="66" y="34"/>
                      <a:pt x="70" y="36"/>
                      <a:pt x="69" y="33"/>
                    </a:cubicBezTo>
                    <a:cubicBezTo>
                      <a:pt x="69" y="30"/>
                      <a:pt x="68" y="29"/>
                      <a:pt x="71" y="27"/>
                    </a:cubicBezTo>
                    <a:cubicBezTo>
                      <a:pt x="72" y="27"/>
                      <a:pt x="67" y="24"/>
                      <a:pt x="66" y="23"/>
                    </a:cubicBezTo>
                    <a:cubicBezTo>
                      <a:pt x="65" y="21"/>
                      <a:pt x="66" y="18"/>
                      <a:pt x="65" y="16"/>
                    </a:cubicBezTo>
                    <a:cubicBezTo>
                      <a:pt x="65" y="13"/>
                      <a:pt x="68" y="13"/>
                      <a:pt x="70" y="14"/>
                    </a:cubicBezTo>
                    <a:cubicBezTo>
                      <a:pt x="71" y="14"/>
                      <a:pt x="73" y="15"/>
                      <a:pt x="74" y="15"/>
                    </a:cubicBezTo>
                    <a:cubicBezTo>
                      <a:pt x="76" y="15"/>
                      <a:pt x="76" y="14"/>
                      <a:pt x="77" y="13"/>
                    </a:cubicBezTo>
                    <a:cubicBezTo>
                      <a:pt x="80" y="13"/>
                      <a:pt x="81" y="13"/>
                      <a:pt x="83" y="10"/>
                    </a:cubicBezTo>
                    <a:cubicBezTo>
                      <a:pt x="80" y="9"/>
                      <a:pt x="77" y="8"/>
                      <a:pt x="76" y="6"/>
                    </a:cubicBezTo>
                    <a:cubicBezTo>
                      <a:pt x="75" y="5"/>
                      <a:pt x="75" y="3"/>
                      <a:pt x="74" y="2"/>
                    </a:cubicBezTo>
                    <a:cubicBezTo>
                      <a:pt x="73" y="1"/>
                      <a:pt x="72" y="1"/>
                      <a:pt x="71" y="0"/>
                    </a:cubicBezTo>
                    <a:cubicBezTo>
                      <a:pt x="69" y="0"/>
                      <a:pt x="66" y="1"/>
                      <a:pt x="65" y="1"/>
                    </a:cubicBezTo>
                    <a:cubicBezTo>
                      <a:pt x="61" y="0"/>
                      <a:pt x="59" y="2"/>
                      <a:pt x="56" y="4"/>
                    </a:cubicBezTo>
                    <a:cubicBezTo>
                      <a:pt x="53" y="5"/>
                      <a:pt x="51" y="5"/>
                      <a:pt x="53" y="8"/>
                    </a:cubicBezTo>
                    <a:cubicBezTo>
                      <a:pt x="55" y="10"/>
                      <a:pt x="53" y="12"/>
                      <a:pt x="51" y="13"/>
                    </a:cubicBezTo>
                    <a:cubicBezTo>
                      <a:pt x="49" y="15"/>
                      <a:pt x="52" y="19"/>
                      <a:pt x="48" y="18"/>
                    </a:cubicBezTo>
                    <a:cubicBezTo>
                      <a:pt x="43" y="18"/>
                      <a:pt x="47" y="19"/>
                      <a:pt x="47" y="21"/>
                    </a:cubicBezTo>
                    <a:cubicBezTo>
                      <a:pt x="48" y="22"/>
                      <a:pt x="44" y="23"/>
                      <a:pt x="43" y="24"/>
                    </a:cubicBezTo>
                    <a:cubicBezTo>
                      <a:pt x="42" y="26"/>
                      <a:pt x="42" y="30"/>
                      <a:pt x="41" y="30"/>
                    </a:cubicBezTo>
                    <a:cubicBezTo>
                      <a:pt x="40" y="31"/>
                      <a:pt x="39" y="30"/>
                      <a:pt x="38" y="30"/>
                    </a:cubicBezTo>
                    <a:cubicBezTo>
                      <a:pt x="36" y="30"/>
                      <a:pt x="35" y="31"/>
                      <a:pt x="34" y="32"/>
                    </a:cubicBezTo>
                    <a:cubicBezTo>
                      <a:pt x="32" y="33"/>
                      <a:pt x="31" y="32"/>
                      <a:pt x="30" y="33"/>
                    </a:cubicBezTo>
                    <a:cubicBezTo>
                      <a:pt x="28" y="34"/>
                      <a:pt x="28" y="35"/>
                      <a:pt x="27" y="37"/>
                    </a:cubicBezTo>
                    <a:cubicBezTo>
                      <a:pt x="27" y="40"/>
                      <a:pt x="25" y="41"/>
                      <a:pt x="22" y="42"/>
                    </a:cubicBezTo>
                    <a:cubicBezTo>
                      <a:pt x="19" y="43"/>
                      <a:pt x="16" y="43"/>
                      <a:pt x="13" y="43"/>
                    </a:cubicBezTo>
                    <a:cubicBezTo>
                      <a:pt x="8" y="43"/>
                      <a:pt x="4" y="42"/>
                      <a:pt x="0" y="40"/>
                    </a:cubicBezTo>
                    <a:cubicBezTo>
                      <a:pt x="1" y="42"/>
                      <a:pt x="2" y="44"/>
                      <a:pt x="3" y="46"/>
                    </a:cubicBezTo>
                    <a:cubicBezTo>
                      <a:pt x="4" y="47"/>
                      <a:pt x="8" y="48"/>
                      <a:pt x="8" y="5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2" name="Freeform 698">
                <a:extLst>
                  <a:ext uri="{FF2B5EF4-FFF2-40B4-BE49-F238E27FC236}">
                    <a16:creationId xmlns:a16="http://schemas.microsoft.com/office/drawing/2014/main" id="{B9F15DA4-F8B5-E15C-2AF2-9A3061635B52}"/>
                  </a:ext>
                </a:extLst>
              </p:cNvPr>
              <p:cNvSpPr>
                <a:spLocks/>
              </p:cNvSpPr>
              <p:nvPr/>
            </p:nvSpPr>
            <p:spPr bwMode="auto">
              <a:xfrm>
                <a:off x="14477266" y="7144043"/>
                <a:ext cx="700638" cy="496944"/>
              </a:xfrm>
              <a:custGeom>
                <a:avLst/>
                <a:gdLst>
                  <a:gd name="T0" fmla="*/ 72 w 75"/>
                  <a:gd name="T1" fmla="*/ 7 h 53"/>
                  <a:gd name="T2" fmla="*/ 69 w 75"/>
                  <a:gd name="T3" fmla="*/ 8 h 53"/>
                  <a:gd name="T4" fmla="*/ 67 w 75"/>
                  <a:gd name="T5" fmla="*/ 7 h 53"/>
                  <a:gd name="T6" fmla="*/ 62 w 75"/>
                  <a:gd name="T7" fmla="*/ 10 h 53"/>
                  <a:gd name="T8" fmla="*/ 57 w 75"/>
                  <a:gd name="T9" fmla="*/ 11 h 53"/>
                  <a:gd name="T10" fmla="*/ 57 w 75"/>
                  <a:gd name="T11" fmla="*/ 4 h 53"/>
                  <a:gd name="T12" fmla="*/ 54 w 75"/>
                  <a:gd name="T13" fmla="*/ 1 h 53"/>
                  <a:gd name="T14" fmla="*/ 50 w 75"/>
                  <a:gd name="T15" fmla="*/ 6 h 53"/>
                  <a:gd name="T16" fmla="*/ 47 w 75"/>
                  <a:gd name="T17" fmla="*/ 8 h 53"/>
                  <a:gd name="T18" fmla="*/ 44 w 75"/>
                  <a:gd name="T19" fmla="*/ 8 h 53"/>
                  <a:gd name="T20" fmla="*/ 39 w 75"/>
                  <a:gd name="T21" fmla="*/ 10 h 53"/>
                  <a:gd name="T22" fmla="*/ 34 w 75"/>
                  <a:gd name="T23" fmla="*/ 7 h 53"/>
                  <a:gd name="T24" fmla="*/ 28 w 75"/>
                  <a:gd name="T25" fmla="*/ 6 h 53"/>
                  <a:gd name="T26" fmla="*/ 27 w 75"/>
                  <a:gd name="T27" fmla="*/ 8 h 53"/>
                  <a:gd name="T28" fmla="*/ 24 w 75"/>
                  <a:gd name="T29" fmla="*/ 9 h 53"/>
                  <a:gd name="T30" fmla="*/ 21 w 75"/>
                  <a:gd name="T31" fmla="*/ 14 h 53"/>
                  <a:gd name="T32" fmla="*/ 15 w 75"/>
                  <a:gd name="T33" fmla="*/ 17 h 53"/>
                  <a:gd name="T34" fmla="*/ 11 w 75"/>
                  <a:gd name="T35" fmla="*/ 19 h 53"/>
                  <a:gd name="T36" fmla="*/ 5 w 75"/>
                  <a:gd name="T37" fmla="*/ 16 h 53"/>
                  <a:gd name="T38" fmla="*/ 4 w 75"/>
                  <a:gd name="T39" fmla="*/ 23 h 53"/>
                  <a:gd name="T40" fmla="*/ 3 w 75"/>
                  <a:gd name="T41" fmla="*/ 29 h 53"/>
                  <a:gd name="T42" fmla="*/ 2 w 75"/>
                  <a:gd name="T43" fmla="*/ 33 h 53"/>
                  <a:gd name="T44" fmla="*/ 3 w 75"/>
                  <a:gd name="T45" fmla="*/ 37 h 53"/>
                  <a:gd name="T46" fmla="*/ 4 w 75"/>
                  <a:gd name="T47" fmla="*/ 40 h 53"/>
                  <a:gd name="T48" fmla="*/ 8 w 75"/>
                  <a:gd name="T49" fmla="*/ 43 h 53"/>
                  <a:gd name="T50" fmla="*/ 4 w 75"/>
                  <a:gd name="T51" fmla="*/ 49 h 53"/>
                  <a:gd name="T52" fmla="*/ 29 w 75"/>
                  <a:gd name="T53" fmla="*/ 50 h 53"/>
                  <a:gd name="T54" fmla="*/ 32 w 75"/>
                  <a:gd name="T55" fmla="*/ 43 h 53"/>
                  <a:gd name="T56" fmla="*/ 39 w 75"/>
                  <a:gd name="T57" fmla="*/ 40 h 53"/>
                  <a:gd name="T58" fmla="*/ 43 w 75"/>
                  <a:gd name="T59" fmla="*/ 39 h 53"/>
                  <a:gd name="T60" fmla="*/ 45 w 75"/>
                  <a:gd name="T61" fmla="*/ 39 h 53"/>
                  <a:gd name="T62" fmla="*/ 47 w 75"/>
                  <a:gd name="T63" fmla="*/ 33 h 53"/>
                  <a:gd name="T64" fmla="*/ 51 w 75"/>
                  <a:gd name="T65" fmla="*/ 30 h 53"/>
                  <a:gd name="T66" fmla="*/ 51 w 75"/>
                  <a:gd name="T67" fmla="*/ 27 h 53"/>
                  <a:gd name="T68" fmla="*/ 55 w 75"/>
                  <a:gd name="T69" fmla="*/ 26 h 53"/>
                  <a:gd name="T70" fmla="*/ 55 w 75"/>
                  <a:gd name="T71" fmla="*/ 23 h 53"/>
                  <a:gd name="T72" fmla="*/ 58 w 75"/>
                  <a:gd name="T73" fmla="*/ 19 h 53"/>
                  <a:gd name="T74" fmla="*/ 56 w 75"/>
                  <a:gd name="T75" fmla="*/ 14 h 53"/>
                  <a:gd name="T76" fmla="*/ 63 w 75"/>
                  <a:gd name="T77" fmla="*/ 11 h 53"/>
                  <a:gd name="T78" fmla="*/ 70 w 75"/>
                  <a:gd name="T79" fmla="*/ 10 h 53"/>
                  <a:gd name="T80" fmla="*/ 74 w 75"/>
                  <a:gd name="T81" fmla="*/ 9 h 53"/>
                  <a:gd name="T82" fmla="*/ 75 w 75"/>
                  <a:gd name="T83" fmla="*/ 7 h 53"/>
                  <a:gd name="T84" fmla="*/ 72 w 75"/>
                  <a:gd name="T85" fmla="*/ 7 h 53"/>
                  <a:gd name="T86" fmla="*/ 72 w 75"/>
                  <a:gd name="T87"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5" h="53">
                    <a:moveTo>
                      <a:pt x="72" y="7"/>
                    </a:moveTo>
                    <a:cubicBezTo>
                      <a:pt x="71" y="7"/>
                      <a:pt x="70" y="9"/>
                      <a:pt x="69" y="8"/>
                    </a:cubicBezTo>
                    <a:cubicBezTo>
                      <a:pt x="68" y="8"/>
                      <a:pt x="68" y="6"/>
                      <a:pt x="67" y="7"/>
                    </a:cubicBezTo>
                    <a:cubicBezTo>
                      <a:pt x="65" y="7"/>
                      <a:pt x="63" y="9"/>
                      <a:pt x="62" y="10"/>
                    </a:cubicBezTo>
                    <a:cubicBezTo>
                      <a:pt x="61" y="10"/>
                      <a:pt x="59" y="12"/>
                      <a:pt x="57" y="11"/>
                    </a:cubicBezTo>
                    <a:cubicBezTo>
                      <a:pt x="56" y="10"/>
                      <a:pt x="59" y="6"/>
                      <a:pt x="57" y="4"/>
                    </a:cubicBezTo>
                    <a:cubicBezTo>
                      <a:pt x="57" y="4"/>
                      <a:pt x="55" y="0"/>
                      <a:pt x="54" y="1"/>
                    </a:cubicBezTo>
                    <a:cubicBezTo>
                      <a:pt x="53" y="3"/>
                      <a:pt x="52" y="5"/>
                      <a:pt x="50" y="6"/>
                    </a:cubicBezTo>
                    <a:cubicBezTo>
                      <a:pt x="48" y="7"/>
                      <a:pt x="47" y="6"/>
                      <a:pt x="47" y="8"/>
                    </a:cubicBezTo>
                    <a:cubicBezTo>
                      <a:pt x="46" y="11"/>
                      <a:pt x="45" y="7"/>
                      <a:pt x="44" y="8"/>
                    </a:cubicBezTo>
                    <a:cubicBezTo>
                      <a:pt x="42" y="9"/>
                      <a:pt x="41" y="10"/>
                      <a:pt x="39" y="10"/>
                    </a:cubicBezTo>
                    <a:cubicBezTo>
                      <a:pt x="37" y="9"/>
                      <a:pt x="35" y="8"/>
                      <a:pt x="34" y="7"/>
                    </a:cubicBezTo>
                    <a:cubicBezTo>
                      <a:pt x="33" y="7"/>
                      <a:pt x="28" y="6"/>
                      <a:pt x="28" y="6"/>
                    </a:cubicBezTo>
                    <a:cubicBezTo>
                      <a:pt x="27" y="7"/>
                      <a:pt x="28" y="8"/>
                      <a:pt x="27" y="8"/>
                    </a:cubicBezTo>
                    <a:cubicBezTo>
                      <a:pt x="26" y="8"/>
                      <a:pt x="24" y="8"/>
                      <a:pt x="24" y="9"/>
                    </a:cubicBezTo>
                    <a:cubicBezTo>
                      <a:pt x="23" y="11"/>
                      <a:pt x="23" y="13"/>
                      <a:pt x="21" y="14"/>
                    </a:cubicBezTo>
                    <a:cubicBezTo>
                      <a:pt x="18" y="16"/>
                      <a:pt x="17" y="15"/>
                      <a:pt x="15" y="17"/>
                    </a:cubicBezTo>
                    <a:cubicBezTo>
                      <a:pt x="14" y="19"/>
                      <a:pt x="12" y="19"/>
                      <a:pt x="11" y="19"/>
                    </a:cubicBezTo>
                    <a:cubicBezTo>
                      <a:pt x="10" y="18"/>
                      <a:pt x="5" y="17"/>
                      <a:pt x="5" y="16"/>
                    </a:cubicBezTo>
                    <a:cubicBezTo>
                      <a:pt x="5" y="19"/>
                      <a:pt x="5" y="21"/>
                      <a:pt x="4" y="23"/>
                    </a:cubicBezTo>
                    <a:cubicBezTo>
                      <a:pt x="2" y="25"/>
                      <a:pt x="0" y="27"/>
                      <a:pt x="3" y="29"/>
                    </a:cubicBezTo>
                    <a:cubicBezTo>
                      <a:pt x="4" y="30"/>
                      <a:pt x="2" y="31"/>
                      <a:pt x="2" y="33"/>
                    </a:cubicBezTo>
                    <a:cubicBezTo>
                      <a:pt x="2" y="34"/>
                      <a:pt x="2" y="36"/>
                      <a:pt x="3" y="37"/>
                    </a:cubicBezTo>
                    <a:cubicBezTo>
                      <a:pt x="3" y="39"/>
                      <a:pt x="2" y="40"/>
                      <a:pt x="4" y="40"/>
                    </a:cubicBezTo>
                    <a:cubicBezTo>
                      <a:pt x="7" y="41"/>
                      <a:pt x="8" y="40"/>
                      <a:pt x="8" y="43"/>
                    </a:cubicBezTo>
                    <a:cubicBezTo>
                      <a:pt x="8" y="45"/>
                      <a:pt x="5" y="48"/>
                      <a:pt x="4" y="49"/>
                    </a:cubicBezTo>
                    <a:cubicBezTo>
                      <a:pt x="12" y="53"/>
                      <a:pt x="21" y="52"/>
                      <a:pt x="29" y="50"/>
                    </a:cubicBezTo>
                    <a:cubicBezTo>
                      <a:pt x="32" y="49"/>
                      <a:pt x="31" y="45"/>
                      <a:pt x="32" y="43"/>
                    </a:cubicBezTo>
                    <a:cubicBezTo>
                      <a:pt x="33" y="41"/>
                      <a:pt x="37" y="42"/>
                      <a:pt x="39" y="40"/>
                    </a:cubicBezTo>
                    <a:cubicBezTo>
                      <a:pt x="40" y="40"/>
                      <a:pt x="41" y="39"/>
                      <a:pt x="43" y="39"/>
                    </a:cubicBezTo>
                    <a:cubicBezTo>
                      <a:pt x="43" y="39"/>
                      <a:pt x="45" y="40"/>
                      <a:pt x="45" y="39"/>
                    </a:cubicBezTo>
                    <a:cubicBezTo>
                      <a:pt x="46" y="37"/>
                      <a:pt x="46" y="35"/>
                      <a:pt x="47" y="33"/>
                    </a:cubicBezTo>
                    <a:cubicBezTo>
                      <a:pt x="48" y="32"/>
                      <a:pt x="52" y="31"/>
                      <a:pt x="51" y="30"/>
                    </a:cubicBezTo>
                    <a:cubicBezTo>
                      <a:pt x="51" y="29"/>
                      <a:pt x="47" y="27"/>
                      <a:pt x="51" y="27"/>
                    </a:cubicBezTo>
                    <a:cubicBezTo>
                      <a:pt x="52" y="27"/>
                      <a:pt x="54" y="28"/>
                      <a:pt x="55" y="26"/>
                    </a:cubicBezTo>
                    <a:cubicBezTo>
                      <a:pt x="55" y="25"/>
                      <a:pt x="54" y="24"/>
                      <a:pt x="55" y="23"/>
                    </a:cubicBezTo>
                    <a:cubicBezTo>
                      <a:pt x="55" y="21"/>
                      <a:pt x="58" y="21"/>
                      <a:pt x="58" y="19"/>
                    </a:cubicBezTo>
                    <a:cubicBezTo>
                      <a:pt x="58" y="17"/>
                      <a:pt x="55" y="16"/>
                      <a:pt x="56" y="14"/>
                    </a:cubicBezTo>
                    <a:cubicBezTo>
                      <a:pt x="58" y="13"/>
                      <a:pt x="61" y="12"/>
                      <a:pt x="63" y="11"/>
                    </a:cubicBezTo>
                    <a:cubicBezTo>
                      <a:pt x="65" y="9"/>
                      <a:pt x="68" y="10"/>
                      <a:pt x="70" y="10"/>
                    </a:cubicBezTo>
                    <a:cubicBezTo>
                      <a:pt x="71" y="10"/>
                      <a:pt x="73" y="10"/>
                      <a:pt x="74" y="9"/>
                    </a:cubicBezTo>
                    <a:cubicBezTo>
                      <a:pt x="74" y="9"/>
                      <a:pt x="75" y="8"/>
                      <a:pt x="75" y="7"/>
                    </a:cubicBezTo>
                    <a:cubicBezTo>
                      <a:pt x="74" y="7"/>
                      <a:pt x="73" y="7"/>
                      <a:pt x="72" y="7"/>
                    </a:cubicBezTo>
                    <a:cubicBezTo>
                      <a:pt x="71" y="8"/>
                      <a:pt x="73" y="7"/>
                      <a:pt x="72" y="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3" name="Freeform 699">
                <a:extLst>
                  <a:ext uri="{FF2B5EF4-FFF2-40B4-BE49-F238E27FC236}">
                    <a16:creationId xmlns:a16="http://schemas.microsoft.com/office/drawing/2014/main" id="{202CDF0A-2CB0-FE51-8D40-9F566C35370A}"/>
                  </a:ext>
                </a:extLst>
              </p:cNvPr>
              <p:cNvSpPr>
                <a:spLocks/>
              </p:cNvSpPr>
              <p:nvPr/>
            </p:nvSpPr>
            <p:spPr bwMode="auto">
              <a:xfrm>
                <a:off x="14413572" y="6742664"/>
                <a:ext cx="25477" cy="38227"/>
              </a:xfrm>
              <a:custGeom>
                <a:avLst/>
                <a:gdLst>
                  <a:gd name="T0" fmla="*/ 3 w 3"/>
                  <a:gd name="T1" fmla="*/ 2 h 4"/>
                  <a:gd name="T2" fmla="*/ 1 w 3"/>
                  <a:gd name="T3" fmla="*/ 1 h 4"/>
                  <a:gd name="T4" fmla="*/ 3 w 3"/>
                  <a:gd name="T5" fmla="*/ 4 h 4"/>
                  <a:gd name="T6" fmla="*/ 3 w 3"/>
                  <a:gd name="T7" fmla="*/ 2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0"/>
                      <a:pt x="1" y="1"/>
                    </a:cubicBezTo>
                    <a:cubicBezTo>
                      <a:pt x="0" y="2"/>
                      <a:pt x="2" y="3"/>
                      <a:pt x="3" y="4"/>
                    </a:cubicBezTo>
                    <a:cubicBezTo>
                      <a:pt x="3" y="3"/>
                      <a:pt x="3" y="2"/>
                      <a:pt x="3" y="2"/>
                    </a:cubicBezTo>
                    <a:cubicBezTo>
                      <a:pt x="2" y="1"/>
                      <a:pt x="3" y="2"/>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4" name="Freeform 700">
                <a:extLst>
                  <a:ext uri="{FF2B5EF4-FFF2-40B4-BE49-F238E27FC236}">
                    <a16:creationId xmlns:a16="http://schemas.microsoft.com/office/drawing/2014/main" id="{F6456143-F0A0-5B7A-D9E5-EB0994A14655}"/>
                  </a:ext>
                </a:extLst>
              </p:cNvPr>
              <p:cNvSpPr>
                <a:spLocks noEditPoints="1"/>
              </p:cNvSpPr>
              <p:nvPr/>
            </p:nvSpPr>
            <p:spPr bwMode="auto">
              <a:xfrm>
                <a:off x="13824398" y="6153340"/>
                <a:ext cx="1894907" cy="907882"/>
              </a:xfrm>
              <a:custGeom>
                <a:avLst/>
                <a:gdLst>
                  <a:gd name="T0" fmla="*/ 194 w 203"/>
                  <a:gd name="T1" fmla="*/ 37 h 97"/>
                  <a:gd name="T2" fmla="*/ 177 w 203"/>
                  <a:gd name="T3" fmla="*/ 31 h 97"/>
                  <a:gd name="T4" fmla="*/ 163 w 203"/>
                  <a:gd name="T5" fmla="*/ 19 h 97"/>
                  <a:gd name="T6" fmla="*/ 154 w 203"/>
                  <a:gd name="T7" fmla="*/ 7 h 97"/>
                  <a:gd name="T8" fmla="*/ 137 w 203"/>
                  <a:gd name="T9" fmla="*/ 10 h 97"/>
                  <a:gd name="T10" fmla="*/ 129 w 203"/>
                  <a:gd name="T11" fmla="*/ 8 h 97"/>
                  <a:gd name="T12" fmla="*/ 112 w 203"/>
                  <a:gd name="T13" fmla="*/ 2 h 97"/>
                  <a:gd name="T14" fmla="*/ 76 w 203"/>
                  <a:gd name="T15" fmla="*/ 10 h 97"/>
                  <a:gd name="T16" fmla="*/ 75 w 203"/>
                  <a:gd name="T17" fmla="*/ 20 h 97"/>
                  <a:gd name="T18" fmla="*/ 74 w 203"/>
                  <a:gd name="T19" fmla="*/ 31 h 97"/>
                  <a:gd name="T20" fmla="*/ 60 w 203"/>
                  <a:gd name="T21" fmla="*/ 29 h 97"/>
                  <a:gd name="T22" fmla="*/ 48 w 203"/>
                  <a:gd name="T23" fmla="*/ 32 h 97"/>
                  <a:gd name="T24" fmla="*/ 37 w 203"/>
                  <a:gd name="T25" fmla="*/ 27 h 97"/>
                  <a:gd name="T26" fmla="*/ 22 w 203"/>
                  <a:gd name="T27" fmla="*/ 25 h 97"/>
                  <a:gd name="T28" fmla="*/ 13 w 203"/>
                  <a:gd name="T29" fmla="*/ 32 h 97"/>
                  <a:gd name="T30" fmla="*/ 3 w 203"/>
                  <a:gd name="T31" fmla="*/ 38 h 97"/>
                  <a:gd name="T32" fmla="*/ 4 w 203"/>
                  <a:gd name="T33" fmla="*/ 47 h 97"/>
                  <a:gd name="T34" fmla="*/ 14 w 203"/>
                  <a:gd name="T35" fmla="*/ 57 h 97"/>
                  <a:gd name="T36" fmla="*/ 17 w 203"/>
                  <a:gd name="T37" fmla="*/ 57 h 97"/>
                  <a:gd name="T38" fmla="*/ 36 w 203"/>
                  <a:gd name="T39" fmla="*/ 63 h 97"/>
                  <a:gd name="T40" fmla="*/ 33 w 203"/>
                  <a:gd name="T41" fmla="*/ 66 h 97"/>
                  <a:gd name="T42" fmla="*/ 22 w 203"/>
                  <a:gd name="T43" fmla="*/ 72 h 97"/>
                  <a:gd name="T44" fmla="*/ 31 w 203"/>
                  <a:gd name="T45" fmla="*/ 82 h 97"/>
                  <a:gd name="T46" fmla="*/ 48 w 203"/>
                  <a:gd name="T47" fmla="*/ 90 h 97"/>
                  <a:gd name="T48" fmla="*/ 50 w 203"/>
                  <a:gd name="T49" fmla="*/ 68 h 97"/>
                  <a:gd name="T50" fmla="*/ 64 w 203"/>
                  <a:gd name="T51" fmla="*/ 62 h 97"/>
                  <a:gd name="T52" fmla="*/ 72 w 203"/>
                  <a:gd name="T53" fmla="*/ 66 h 97"/>
                  <a:gd name="T54" fmla="*/ 84 w 203"/>
                  <a:gd name="T55" fmla="*/ 76 h 97"/>
                  <a:gd name="T56" fmla="*/ 100 w 203"/>
                  <a:gd name="T57" fmla="*/ 81 h 97"/>
                  <a:gd name="T58" fmla="*/ 107 w 203"/>
                  <a:gd name="T59" fmla="*/ 91 h 97"/>
                  <a:gd name="T60" fmla="*/ 123 w 203"/>
                  <a:gd name="T61" fmla="*/ 85 h 97"/>
                  <a:gd name="T62" fmla="*/ 137 w 203"/>
                  <a:gd name="T63" fmla="*/ 83 h 97"/>
                  <a:gd name="T64" fmla="*/ 153 w 203"/>
                  <a:gd name="T65" fmla="*/ 81 h 97"/>
                  <a:gd name="T66" fmla="*/ 172 w 203"/>
                  <a:gd name="T67" fmla="*/ 76 h 97"/>
                  <a:gd name="T68" fmla="*/ 175 w 203"/>
                  <a:gd name="T69" fmla="*/ 66 h 97"/>
                  <a:gd name="T70" fmla="*/ 182 w 203"/>
                  <a:gd name="T71" fmla="*/ 60 h 97"/>
                  <a:gd name="T72" fmla="*/ 193 w 203"/>
                  <a:gd name="T73" fmla="*/ 56 h 97"/>
                  <a:gd name="T74" fmla="*/ 202 w 203"/>
                  <a:gd name="T75" fmla="*/ 44 h 97"/>
                  <a:gd name="T76" fmla="*/ 201 w 203"/>
                  <a:gd name="T77" fmla="*/ 39 h 97"/>
                  <a:gd name="T78" fmla="*/ 140 w 203"/>
                  <a:gd name="T79" fmla="*/ 65 h 97"/>
                  <a:gd name="T80" fmla="*/ 141 w 203"/>
                  <a:gd name="T81" fmla="*/ 59 h 97"/>
                  <a:gd name="T82" fmla="*/ 148 w 203"/>
                  <a:gd name="T83" fmla="*/ 58 h 97"/>
                  <a:gd name="T84" fmla="*/ 156 w 203"/>
                  <a:gd name="T85" fmla="*/ 58 h 97"/>
                  <a:gd name="T86" fmla="*/ 165 w 203"/>
                  <a:gd name="T87" fmla="*/ 5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3" h="97">
                    <a:moveTo>
                      <a:pt x="201" y="39"/>
                    </a:moveTo>
                    <a:cubicBezTo>
                      <a:pt x="201" y="38"/>
                      <a:pt x="197" y="39"/>
                      <a:pt x="197" y="39"/>
                    </a:cubicBezTo>
                    <a:cubicBezTo>
                      <a:pt x="195" y="39"/>
                      <a:pt x="194" y="38"/>
                      <a:pt x="194" y="37"/>
                    </a:cubicBezTo>
                    <a:cubicBezTo>
                      <a:pt x="193" y="35"/>
                      <a:pt x="191" y="35"/>
                      <a:pt x="191" y="34"/>
                    </a:cubicBezTo>
                    <a:cubicBezTo>
                      <a:pt x="190" y="33"/>
                      <a:pt x="189" y="30"/>
                      <a:pt x="186" y="30"/>
                    </a:cubicBezTo>
                    <a:cubicBezTo>
                      <a:pt x="183" y="30"/>
                      <a:pt x="180" y="33"/>
                      <a:pt x="177" y="31"/>
                    </a:cubicBezTo>
                    <a:cubicBezTo>
                      <a:pt x="176" y="30"/>
                      <a:pt x="175" y="29"/>
                      <a:pt x="174" y="28"/>
                    </a:cubicBezTo>
                    <a:cubicBezTo>
                      <a:pt x="173" y="28"/>
                      <a:pt x="171" y="31"/>
                      <a:pt x="170" y="31"/>
                    </a:cubicBezTo>
                    <a:cubicBezTo>
                      <a:pt x="169" y="32"/>
                      <a:pt x="163" y="21"/>
                      <a:pt x="163" y="19"/>
                    </a:cubicBezTo>
                    <a:cubicBezTo>
                      <a:pt x="161" y="17"/>
                      <a:pt x="160" y="14"/>
                      <a:pt x="157" y="13"/>
                    </a:cubicBezTo>
                    <a:cubicBezTo>
                      <a:pt x="156" y="12"/>
                      <a:pt x="155" y="11"/>
                      <a:pt x="154" y="11"/>
                    </a:cubicBezTo>
                    <a:cubicBezTo>
                      <a:pt x="152" y="10"/>
                      <a:pt x="154" y="8"/>
                      <a:pt x="154" y="7"/>
                    </a:cubicBezTo>
                    <a:cubicBezTo>
                      <a:pt x="154" y="6"/>
                      <a:pt x="147" y="10"/>
                      <a:pt x="146" y="11"/>
                    </a:cubicBezTo>
                    <a:cubicBezTo>
                      <a:pt x="145" y="11"/>
                      <a:pt x="137" y="14"/>
                      <a:pt x="137" y="13"/>
                    </a:cubicBezTo>
                    <a:cubicBezTo>
                      <a:pt x="137" y="11"/>
                      <a:pt x="139" y="10"/>
                      <a:pt x="137" y="10"/>
                    </a:cubicBezTo>
                    <a:cubicBezTo>
                      <a:pt x="136" y="9"/>
                      <a:pt x="135" y="8"/>
                      <a:pt x="134" y="9"/>
                    </a:cubicBezTo>
                    <a:cubicBezTo>
                      <a:pt x="134" y="9"/>
                      <a:pt x="134" y="10"/>
                      <a:pt x="133" y="9"/>
                    </a:cubicBezTo>
                    <a:cubicBezTo>
                      <a:pt x="131" y="8"/>
                      <a:pt x="132" y="7"/>
                      <a:pt x="129" y="8"/>
                    </a:cubicBezTo>
                    <a:cubicBezTo>
                      <a:pt x="126" y="10"/>
                      <a:pt x="126" y="7"/>
                      <a:pt x="126" y="5"/>
                    </a:cubicBezTo>
                    <a:cubicBezTo>
                      <a:pt x="127" y="1"/>
                      <a:pt x="121" y="0"/>
                      <a:pt x="118" y="0"/>
                    </a:cubicBezTo>
                    <a:cubicBezTo>
                      <a:pt x="116" y="0"/>
                      <a:pt x="114" y="1"/>
                      <a:pt x="112" y="2"/>
                    </a:cubicBezTo>
                    <a:cubicBezTo>
                      <a:pt x="110" y="3"/>
                      <a:pt x="108" y="4"/>
                      <a:pt x="105" y="4"/>
                    </a:cubicBezTo>
                    <a:cubicBezTo>
                      <a:pt x="97" y="6"/>
                      <a:pt x="89" y="9"/>
                      <a:pt x="81" y="9"/>
                    </a:cubicBezTo>
                    <a:cubicBezTo>
                      <a:pt x="79" y="9"/>
                      <a:pt x="77" y="9"/>
                      <a:pt x="76" y="10"/>
                    </a:cubicBezTo>
                    <a:cubicBezTo>
                      <a:pt x="75" y="11"/>
                      <a:pt x="77" y="14"/>
                      <a:pt x="79" y="14"/>
                    </a:cubicBezTo>
                    <a:cubicBezTo>
                      <a:pt x="83" y="17"/>
                      <a:pt x="76" y="16"/>
                      <a:pt x="74" y="17"/>
                    </a:cubicBezTo>
                    <a:cubicBezTo>
                      <a:pt x="72" y="18"/>
                      <a:pt x="75" y="19"/>
                      <a:pt x="75" y="20"/>
                    </a:cubicBezTo>
                    <a:cubicBezTo>
                      <a:pt x="75" y="22"/>
                      <a:pt x="71" y="22"/>
                      <a:pt x="71" y="23"/>
                    </a:cubicBezTo>
                    <a:cubicBezTo>
                      <a:pt x="71" y="26"/>
                      <a:pt x="79" y="25"/>
                      <a:pt x="78" y="29"/>
                    </a:cubicBezTo>
                    <a:cubicBezTo>
                      <a:pt x="77" y="30"/>
                      <a:pt x="76" y="31"/>
                      <a:pt x="74" y="31"/>
                    </a:cubicBezTo>
                    <a:cubicBezTo>
                      <a:pt x="73" y="31"/>
                      <a:pt x="70" y="31"/>
                      <a:pt x="69" y="31"/>
                    </a:cubicBezTo>
                    <a:cubicBezTo>
                      <a:pt x="67" y="32"/>
                      <a:pt x="68" y="33"/>
                      <a:pt x="66" y="32"/>
                    </a:cubicBezTo>
                    <a:cubicBezTo>
                      <a:pt x="64" y="31"/>
                      <a:pt x="62" y="29"/>
                      <a:pt x="60" y="29"/>
                    </a:cubicBezTo>
                    <a:cubicBezTo>
                      <a:pt x="59" y="28"/>
                      <a:pt x="57" y="30"/>
                      <a:pt x="56" y="30"/>
                    </a:cubicBezTo>
                    <a:cubicBezTo>
                      <a:pt x="54" y="29"/>
                      <a:pt x="53" y="29"/>
                      <a:pt x="51" y="30"/>
                    </a:cubicBezTo>
                    <a:cubicBezTo>
                      <a:pt x="50" y="31"/>
                      <a:pt x="49" y="33"/>
                      <a:pt x="48" y="32"/>
                    </a:cubicBezTo>
                    <a:cubicBezTo>
                      <a:pt x="47" y="32"/>
                      <a:pt x="44" y="29"/>
                      <a:pt x="43" y="30"/>
                    </a:cubicBezTo>
                    <a:cubicBezTo>
                      <a:pt x="42" y="30"/>
                      <a:pt x="42" y="33"/>
                      <a:pt x="41" y="31"/>
                    </a:cubicBezTo>
                    <a:cubicBezTo>
                      <a:pt x="40" y="29"/>
                      <a:pt x="39" y="28"/>
                      <a:pt x="37" y="27"/>
                    </a:cubicBezTo>
                    <a:cubicBezTo>
                      <a:pt x="35" y="26"/>
                      <a:pt x="33" y="26"/>
                      <a:pt x="32" y="25"/>
                    </a:cubicBezTo>
                    <a:cubicBezTo>
                      <a:pt x="29" y="24"/>
                      <a:pt x="29" y="26"/>
                      <a:pt x="27" y="26"/>
                    </a:cubicBezTo>
                    <a:cubicBezTo>
                      <a:pt x="25" y="27"/>
                      <a:pt x="24" y="24"/>
                      <a:pt x="22" y="25"/>
                    </a:cubicBezTo>
                    <a:cubicBezTo>
                      <a:pt x="21" y="26"/>
                      <a:pt x="21" y="27"/>
                      <a:pt x="20" y="27"/>
                    </a:cubicBezTo>
                    <a:cubicBezTo>
                      <a:pt x="19" y="28"/>
                      <a:pt x="17" y="28"/>
                      <a:pt x="16" y="28"/>
                    </a:cubicBezTo>
                    <a:cubicBezTo>
                      <a:pt x="15" y="29"/>
                      <a:pt x="13" y="31"/>
                      <a:pt x="13" y="32"/>
                    </a:cubicBezTo>
                    <a:cubicBezTo>
                      <a:pt x="12" y="33"/>
                      <a:pt x="14" y="36"/>
                      <a:pt x="12" y="36"/>
                    </a:cubicBezTo>
                    <a:cubicBezTo>
                      <a:pt x="10" y="37"/>
                      <a:pt x="7" y="31"/>
                      <a:pt x="6" y="34"/>
                    </a:cubicBezTo>
                    <a:cubicBezTo>
                      <a:pt x="5" y="36"/>
                      <a:pt x="4" y="36"/>
                      <a:pt x="3" y="38"/>
                    </a:cubicBezTo>
                    <a:cubicBezTo>
                      <a:pt x="2" y="40"/>
                      <a:pt x="6" y="40"/>
                      <a:pt x="4" y="42"/>
                    </a:cubicBezTo>
                    <a:cubicBezTo>
                      <a:pt x="3" y="43"/>
                      <a:pt x="0" y="45"/>
                      <a:pt x="2" y="46"/>
                    </a:cubicBezTo>
                    <a:cubicBezTo>
                      <a:pt x="3" y="46"/>
                      <a:pt x="4" y="47"/>
                      <a:pt x="4" y="47"/>
                    </a:cubicBezTo>
                    <a:cubicBezTo>
                      <a:pt x="5" y="48"/>
                      <a:pt x="4" y="49"/>
                      <a:pt x="5" y="50"/>
                    </a:cubicBezTo>
                    <a:cubicBezTo>
                      <a:pt x="7" y="51"/>
                      <a:pt x="9" y="49"/>
                      <a:pt x="11" y="51"/>
                    </a:cubicBezTo>
                    <a:cubicBezTo>
                      <a:pt x="12" y="52"/>
                      <a:pt x="14" y="55"/>
                      <a:pt x="14" y="57"/>
                    </a:cubicBezTo>
                    <a:cubicBezTo>
                      <a:pt x="13" y="57"/>
                      <a:pt x="10" y="56"/>
                      <a:pt x="13" y="58"/>
                    </a:cubicBezTo>
                    <a:cubicBezTo>
                      <a:pt x="14" y="59"/>
                      <a:pt x="14" y="60"/>
                      <a:pt x="16" y="58"/>
                    </a:cubicBezTo>
                    <a:cubicBezTo>
                      <a:pt x="16" y="57"/>
                      <a:pt x="16" y="57"/>
                      <a:pt x="17" y="57"/>
                    </a:cubicBezTo>
                    <a:cubicBezTo>
                      <a:pt x="22" y="57"/>
                      <a:pt x="24" y="54"/>
                      <a:pt x="29" y="56"/>
                    </a:cubicBezTo>
                    <a:cubicBezTo>
                      <a:pt x="31" y="57"/>
                      <a:pt x="33" y="54"/>
                      <a:pt x="34" y="56"/>
                    </a:cubicBezTo>
                    <a:cubicBezTo>
                      <a:pt x="35" y="57"/>
                      <a:pt x="37" y="61"/>
                      <a:pt x="36" y="63"/>
                    </a:cubicBezTo>
                    <a:cubicBezTo>
                      <a:pt x="35" y="63"/>
                      <a:pt x="33" y="64"/>
                      <a:pt x="35" y="64"/>
                    </a:cubicBezTo>
                    <a:cubicBezTo>
                      <a:pt x="35" y="65"/>
                      <a:pt x="35" y="65"/>
                      <a:pt x="35" y="65"/>
                    </a:cubicBezTo>
                    <a:cubicBezTo>
                      <a:pt x="34" y="66"/>
                      <a:pt x="33" y="66"/>
                      <a:pt x="33" y="66"/>
                    </a:cubicBezTo>
                    <a:cubicBezTo>
                      <a:pt x="30" y="66"/>
                      <a:pt x="22" y="64"/>
                      <a:pt x="24" y="69"/>
                    </a:cubicBezTo>
                    <a:cubicBezTo>
                      <a:pt x="25" y="71"/>
                      <a:pt x="24" y="71"/>
                      <a:pt x="22" y="70"/>
                    </a:cubicBezTo>
                    <a:cubicBezTo>
                      <a:pt x="20" y="69"/>
                      <a:pt x="21" y="71"/>
                      <a:pt x="22" y="72"/>
                    </a:cubicBezTo>
                    <a:cubicBezTo>
                      <a:pt x="24" y="72"/>
                      <a:pt x="24" y="75"/>
                      <a:pt x="25" y="76"/>
                    </a:cubicBezTo>
                    <a:cubicBezTo>
                      <a:pt x="27" y="77"/>
                      <a:pt x="24" y="79"/>
                      <a:pt x="27" y="79"/>
                    </a:cubicBezTo>
                    <a:cubicBezTo>
                      <a:pt x="28" y="79"/>
                      <a:pt x="30" y="81"/>
                      <a:pt x="31" y="82"/>
                    </a:cubicBezTo>
                    <a:cubicBezTo>
                      <a:pt x="34" y="82"/>
                      <a:pt x="31" y="85"/>
                      <a:pt x="31" y="87"/>
                    </a:cubicBezTo>
                    <a:cubicBezTo>
                      <a:pt x="34" y="85"/>
                      <a:pt x="38" y="82"/>
                      <a:pt x="42" y="85"/>
                    </a:cubicBezTo>
                    <a:cubicBezTo>
                      <a:pt x="44" y="87"/>
                      <a:pt x="45" y="90"/>
                      <a:pt x="48" y="90"/>
                    </a:cubicBezTo>
                    <a:cubicBezTo>
                      <a:pt x="50" y="90"/>
                      <a:pt x="49" y="88"/>
                      <a:pt x="49" y="87"/>
                    </a:cubicBezTo>
                    <a:cubicBezTo>
                      <a:pt x="49" y="84"/>
                      <a:pt x="49" y="81"/>
                      <a:pt x="49" y="78"/>
                    </a:cubicBezTo>
                    <a:cubicBezTo>
                      <a:pt x="49" y="76"/>
                      <a:pt x="48" y="68"/>
                      <a:pt x="50" y="68"/>
                    </a:cubicBezTo>
                    <a:cubicBezTo>
                      <a:pt x="52" y="67"/>
                      <a:pt x="55" y="66"/>
                      <a:pt x="57" y="65"/>
                    </a:cubicBezTo>
                    <a:cubicBezTo>
                      <a:pt x="59" y="65"/>
                      <a:pt x="61" y="64"/>
                      <a:pt x="62" y="64"/>
                    </a:cubicBezTo>
                    <a:cubicBezTo>
                      <a:pt x="63" y="63"/>
                      <a:pt x="62" y="61"/>
                      <a:pt x="64" y="62"/>
                    </a:cubicBezTo>
                    <a:cubicBezTo>
                      <a:pt x="65" y="62"/>
                      <a:pt x="68" y="64"/>
                      <a:pt x="68" y="62"/>
                    </a:cubicBezTo>
                    <a:cubicBezTo>
                      <a:pt x="68" y="61"/>
                      <a:pt x="70" y="60"/>
                      <a:pt x="71" y="62"/>
                    </a:cubicBezTo>
                    <a:cubicBezTo>
                      <a:pt x="72" y="63"/>
                      <a:pt x="71" y="64"/>
                      <a:pt x="72" y="66"/>
                    </a:cubicBezTo>
                    <a:cubicBezTo>
                      <a:pt x="72" y="67"/>
                      <a:pt x="73" y="69"/>
                      <a:pt x="72" y="70"/>
                    </a:cubicBezTo>
                    <a:cubicBezTo>
                      <a:pt x="73" y="71"/>
                      <a:pt x="74" y="71"/>
                      <a:pt x="75" y="72"/>
                    </a:cubicBezTo>
                    <a:cubicBezTo>
                      <a:pt x="78" y="75"/>
                      <a:pt x="80" y="77"/>
                      <a:pt x="84" y="76"/>
                    </a:cubicBezTo>
                    <a:cubicBezTo>
                      <a:pt x="86" y="76"/>
                      <a:pt x="88" y="77"/>
                      <a:pt x="90" y="77"/>
                    </a:cubicBezTo>
                    <a:cubicBezTo>
                      <a:pt x="92" y="77"/>
                      <a:pt x="93" y="75"/>
                      <a:pt x="95" y="75"/>
                    </a:cubicBezTo>
                    <a:cubicBezTo>
                      <a:pt x="97" y="76"/>
                      <a:pt x="99" y="79"/>
                      <a:pt x="100" y="81"/>
                    </a:cubicBezTo>
                    <a:cubicBezTo>
                      <a:pt x="101" y="82"/>
                      <a:pt x="100" y="83"/>
                      <a:pt x="100" y="85"/>
                    </a:cubicBezTo>
                    <a:cubicBezTo>
                      <a:pt x="100" y="87"/>
                      <a:pt x="103" y="88"/>
                      <a:pt x="103" y="90"/>
                    </a:cubicBezTo>
                    <a:cubicBezTo>
                      <a:pt x="103" y="91"/>
                      <a:pt x="106" y="91"/>
                      <a:pt x="107" y="91"/>
                    </a:cubicBezTo>
                    <a:cubicBezTo>
                      <a:pt x="109" y="91"/>
                      <a:pt x="109" y="91"/>
                      <a:pt x="110" y="93"/>
                    </a:cubicBezTo>
                    <a:cubicBezTo>
                      <a:pt x="112" y="97"/>
                      <a:pt x="114" y="92"/>
                      <a:pt x="116" y="90"/>
                    </a:cubicBezTo>
                    <a:cubicBezTo>
                      <a:pt x="117" y="87"/>
                      <a:pt x="121" y="87"/>
                      <a:pt x="123" y="85"/>
                    </a:cubicBezTo>
                    <a:cubicBezTo>
                      <a:pt x="125" y="85"/>
                      <a:pt x="125" y="85"/>
                      <a:pt x="126" y="84"/>
                    </a:cubicBezTo>
                    <a:cubicBezTo>
                      <a:pt x="127" y="81"/>
                      <a:pt x="128" y="82"/>
                      <a:pt x="130" y="82"/>
                    </a:cubicBezTo>
                    <a:cubicBezTo>
                      <a:pt x="132" y="82"/>
                      <a:pt x="136" y="85"/>
                      <a:pt x="137" y="83"/>
                    </a:cubicBezTo>
                    <a:cubicBezTo>
                      <a:pt x="137" y="81"/>
                      <a:pt x="137" y="80"/>
                      <a:pt x="139" y="79"/>
                    </a:cubicBezTo>
                    <a:cubicBezTo>
                      <a:pt x="141" y="78"/>
                      <a:pt x="143" y="80"/>
                      <a:pt x="145" y="80"/>
                    </a:cubicBezTo>
                    <a:cubicBezTo>
                      <a:pt x="147" y="81"/>
                      <a:pt x="151" y="81"/>
                      <a:pt x="153" y="81"/>
                    </a:cubicBezTo>
                    <a:cubicBezTo>
                      <a:pt x="159" y="81"/>
                      <a:pt x="164" y="83"/>
                      <a:pt x="170" y="84"/>
                    </a:cubicBezTo>
                    <a:cubicBezTo>
                      <a:pt x="169" y="82"/>
                      <a:pt x="171" y="81"/>
                      <a:pt x="173" y="79"/>
                    </a:cubicBezTo>
                    <a:cubicBezTo>
                      <a:pt x="174" y="78"/>
                      <a:pt x="173" y="78"/>
                      <a:pt x="172" y="76"/>
                    </a:cubicBezTo>
                    <a:cubicBezTo>
                      <a:pt x="171" y="75"/>
                      <a:pt x="171" y="73"/>
                      <a:pt x="171" y="71"/>
                    </a:cubicBezTo>
                    <a:cubicBezTo>
                      <a:pt x="170" y="71"/>
                      <a:pt x="170" y="67"/>
                      <a:pt x="169" y="68"/>
                    </a:cubicBezTo>
                    <a:cubicBezTo>
                      <a:pt x="170" y="67"/>
                      <a:pt x="173" y="67"/>
                      <a:pt x="175" y="66"/>
                    </a:cubicBezTo>
                    <a:cubicBezTo>
                      <a:pt x="178" y="66"/>
                      <a:pt x="180" y="68"/>
                      <a:pt x="182" y="66"/>
                    </a:cubicBezTo>
                    <a:cubicBezTo>
                      <a:pt x="183" y="66"/>
                      <a:pt x="181" y="65"/>
                      <a:pt x="181" y="64"/>
                    </a:cubicBezTo>
                    <a:cubicBezTo>
                      <a:pt x="180" y="63"/>
                      <a:pt x="181" y="61"/>
                      <a:pt x="182" y="60"/>
                    </a:cubicBezTo>
                    <a:cubicBezTo>
                      <a:pt x="183" y="59"/>
                      <a:pt x="184" y="53"/>
                      <a:pt x="185" y="54"/>
                    </a:cubicBezTo>
                    <a:cubicBezTo>
                      <a:pt x="187" y="55"/>
                      <a:pt x="188" y="56"/>
                      <a:pt x="190" y="56"/>
                    </a:cubicBezTo>
                    <a:cubicBezTo>
                      <a:pt x="191" y="55"/>
                      <a:pt x="192" y="57"/>
                      <a:pt x="193" y="56"/>
                    </a:cubicBezTo>
                    <a:cubicBezTo>
                      <a:pt x="194" y="56"/>
                      <a:pt x="196" y="55"/>
                      <a:pt x="197" y="54"/>
                    </a:cubicBezTo>
                    <a:cubicBezTo>
                      <a:pt x="198" y="53"/>
                      <a:pt x="196" y="51"/>
                      <a:pt x="196" y="49"/>
                    </a:cubicBezTo>
                    <a:cubicBezTo>
                      <a:pt x="197" y="46"/>
                      <a:pt x="200" y="47"/>
                      <a:pt x="202" y="44"/>
                    </a:cubicBezTo>
                    <a:cubicBezTo>
                      <a:pt x="202" y="43"/>
                      <a:pt x="202" y="43"/>
                      <a:pt x="203" y="42"/>
                    </a:cubicBezTo>
                    <a:cubicBezTo>
                      <a:pt x="203" y="41"/>
                      <a:pt x="202" y="40"/>
                      <a:pt x="201" y="39"/>
                    </a:cubicBezTo>
                    <a:cubicBezTo>
                      <a:pt x="201" y="38"/>
                      <a:pt x="202" y="39"/>
                      <a:pt x="201" y="39"/>
                    </a:cubicBezTo>
                    <a:close/>
                    <a:moveTo>
                      <a:pt x="148" y="58"/>
                    </a:moveTo>
                    <a:cubicBezTo>
                      <a:pt x="146" y="58"/>
                      <a:pt x="143" y="61"/>
                      <a:pt x="142" y="62"/>
                    </a:cubicBezTo>
                    <a:cubicBezTo>
                      <a:pt x="141" y="62"/>
                      <a:pt x="140" y="64"/>
                      <a:pt x="140" y="65"/>
                    </a:cubicBezTo>
                    <a:cubicBezTo>
                      <a:pt x="140" y="66"/>
                      <a:pt x="141" y="67"/>
                      <a:pt x="141" y="67"/>
                    </a:cubicBezTo>
                    <a:cubicBezTo>
                      <a:pt x="140" y="68"/>
                      <a:pt x="138" y="64"/>
                      <a:pt x="138" y="63"/>
                    </a:cubicBezTo>
                    <a:cubicBezTo>
                      <a:pt x="138" y="61"/>
                      <a:pt x="139" y="60"/>
                      <a:pt x="141" y="59"/>
                    </a:cubicBezTo>
                    <a:cubicBezTo>
                      <a:pt x="143" y="58"/>
                      <a:pt x="145" y="57"/>
                      <a:pt x="147" y="57"/>
                    </a:cubicBezTo>
                    <a:cubicBezTo>
                      <a:pt x="147" y="57"/>
                      <a:pt x="152" y="58"/>
                      <a:pt x="152" y="58"/>
                    </a:cubicBezTo>
                    <a:cubicBezTo>
                      <a:pt x="151" y="59"/>
                      <a:pt x="148" y="58"/>
                      <a:pt x="148" y="58"/>
                    </a:cubicBezTo>
                    <a:cubicBezTo>
                      <a:pt x="146" y="58"/>
                      <a:pt x="149" y="58"/>
                      <a:pt x="148" y="58"/>
                    </a:cubicBezTo>
                    <a:close/>
                    <a:moveTo>
                      <a:pt x="165" y="59"/>
                    </a:moveTo>
                    <a:cubicBezTo>
                      <a:pt x="164" y="61"/>
                      <a:pt x="157" y="60"/>
                      <a:pt x="156" y="58"/>
                    </a:cubicBezTo>
                    <a:cubicBezTo>
                      <a:pt x="156" y="58"/>
                      <a:pt x="160" y="58"/>
                      <a:pt x="160" y="58"/>
                    </a:cubicBezTo>
                    <a:cubicBezTo>
                      <a:pt x="162" y="58"/>
                      <a:pt x="163" y="58"/>
                      <a:pt x="165" y="57"/>
                    </a:cubicBezTo>
                    <a:cubicBezTo>
                      <a:pt x="165" y="57"/>
                      <a:pt x="165" y="59"/>
                      <a:pt x="165" y="59"/>
                    </a:cubicBezTo>
                    <a:cubicBezTo>
                      <a:pt x="164" y="60"/>
                      <a:pt x="165" y="58"/>
                      <a:pt x="165" y="5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5" name="Freeform 701">
                <a:extLst>
                  <a:ext uri="{FF2B5EF4-FFF2-40B4-BE49-F238E27FC236}">
                    <a16:creationId xmlns:a16="http://schemas.microsoft.com/office/drawing/2014/main" id="{9FD75DF0-E580-AC2B-A5FE-934A169DED64}"/>
                  </a:ext>
                </a:extLst>
              </p:cNvPr>
              <p:cNvSpPr>
                <a:spLocks/>
              </p:cNvSpPr>
              <p:nvPr/>
            </p:nvSpPr>
            <p:spPr bwMode="auto">
              <a:xfrm>
                <a:off x="14849878" y="7284206"/>
                <a:ext cx="1308918" cy="1395268"/>
              </a:xfrm>
              <a:custGeom>
                <a:avLst/>
                <a:gdLst>
                  <a:gd name="T0" fmla="*/ 121 w 140"/>
                  <a:gd name="T1" fmla="*/ 66 h 149"/>
                  <a:gd name="T2" fmla="*/ 129 w 140"/>
                  <a:gd name="T3" fmla="*/ 54 h 149"/>
                  <a:gd name="T4" fmla="*/ 137 w 140"/>
                  <a:gd name="T5" fmla="*/ 46 h 149"/>
                  <a:gd name="T6" fmla="*/ 135 w 140"/>
                  <a:gd name="T7" fmla="*/ 41 h 149"/>
                  <a:gd name="T8" fmla="*/ 127 w 140"/>
                  <a:gd name="T9" fmla="*/ 37 h 149"/>
                  <a:gd name="T10" fmla="*/ 119 w 140"/>
                  <a:gd name="T11" fmla="*/ 43 h 149"/>
                  <a:gd name="T12" fmla="*/ 106 w 140"/>
                  <a:gd name="T13" fmla="*/ 51 h 149"/>
                  <a:gd name="T14" fmla="*/ 100 w 140"/>
                  <a:gd name="T15" fmla="*/ 45 h 149"/>
                  <a:gd name="T16" fmla="*/ 92 w 140"/>
                  <a:gd name="T17" fmla="*/ 52 h 149"/>
                  <a:gd name="T18" fmla="*/ 77 w 140"/>
                  <a:gd name="T19" fmla="*/ 47 h 149"/>
                  <a:gd name="T20" fmla="*/ 62 w 140"/>
                  <a:gd name="T21" fmla="*/ 41 h 149"/>
                  <a:gd name="T22" fmla="*/ 63 w 140"/>
                  <a:gd name="T23" fmla="*/ 32 h 149"/>
                  <a:gd name="T24" fmla="*/ 52 w 140"/>
                  <a:gd name="T25" fmla="*/ 22 h 149"/>
                  <a:gd name="T26" fmla="*/ 55 w 140"/>
                  <a:gd name="T27" fmla="*/ 12 h 149"/>
                  <a:gd name="T28" fmla="*/ 50 w 140"/>
                  <a:gd name="T29" fmla="*/ 2 h 149"/>
                  <a:gd name="T30" fmla="*/ 40 w 140"/>
                  <a:gd name="T31" fmla="*/ 8 h 149"/>
                  <a:gd name="T32" fmla="*/ 30 w 140"/>
                  <a:gd name="T33" fmla="*/ 12 h 149"/>
                  <a:gd name="T34" fmla="*/ 33 w 140"/>
                  <a:gd name="T35" fmla="*/ 22 h 149"/>
                  <a:gd name="T36" fmla="*/ 29 w 140"/>
                  <a:gd name="T37" fmla="*/ 33 h 149"/>
                  <a:gd name="T38" fmla="*/ 19 w 140"/>
                  <a:gd name="T39" fmla="*/ 44 h 149"/>
                  <a:gd name="T40" fmla="*/ 7 w 140"/>
                  <a:gd name="T41" fmla="*/ 50 h 149"/>
                  <a:gd name="T42" fmla="*/ 14 w 140"/>
                  <a:gd name="T43" fmla="*/ 64 h 149"/>
                  <a:gd name="T44" fmla="*/ 5 w 140"/>
                  <a:gd name="T45" fmla="*/ 64 h 149"/>
                  <a:gd name="T46" fmla="*/ 11 w 140"/>
                  <a:gd name="T47" fmla="*/ 72 h 149"/>
                  <a:gd name="T48" fmla="*/ 11 w 140"/>
                  <a:gd name="T49" fmla="*/ 82 h 149"/>
                  <a:gd name="T50" fmla="*/ 19 w 140"/>
                  <a:gd name="T51" fmla="*/ 78 h 149"/>
                  <a:gd name="T52" fmla="*/ 23 w 140"/>
                  <a:gd name="T53" fmla="*/ 75 h 149"/>
                  <a:gd name="T54" fmla="*/ 22 w 140"/>
                  <a:gd name="T55" fmla="*/ 78 h 149"/>
                  <a:gd name="T56" fmla="*/ 24 w 140"/>
                  <a:gd name="T57" fmla="*/ 82 h 149"/>
                  <a:gd name="T58" fmla="*/ 24 w 140"/>
                  <a:gd name="T59" fmla="*/ 95 h 149"/>
                  <a:gd name="T60" fmla="*/ 26 w 140"/>
                  <a:gd name="T61" fmla="*/ 107 h 149"/>
                  <a:gd name="T62" fmla="*/ 39 w 140"/>
                  <a:gd name="T63" fmla="*/ 134 h 149"/>
                  <a:gd name="T64" fmla="*/ 50 w 140"/>
                  <a:gd name="T65" fmla="*/ 143 h 149"/>
                  <a:gd name="T66" fmla="*/ 57 w 140"/>
                  <a:gd name="T67" fmla="*/ 132 h 149"/>
                  <a:gd name="T68" fmla="*/ 65 w 140"/>
                  <a:gd name="T69" fmla="*/ 107 h 149"/>
                  <a:gd name="T70" fmla="*/ 81 w 140"/>
                  <a:gd name="T71" fmla="*/ 93 h 149"/>
                  <a:gd name="T72" fmla="*/ 91 w 140"/>
                  <a:gd name="T73" fmla="*/ 84 h 149"/>
                  <a:gd name="T74" fmla="*/ 98 w 140"/>
                  <a:gd name="T75" fmla="*/ 74 h 149"/>
                  <a:gd name="T76" fmla="*/ 101 w 140"/>
                  <a:gd name="T77" fmla="*/ 78 h 149"/>
                  <a:gd name="T78" fmla="*/ 100 w 140"/>
                  <a:gd name="T79" fmla="*/ 58 h 149"/>
                  <a:gd name="T80" fmla="*/ 104 w 140"/>
                  <a:gd name="T81" fmla="*/ 57 h 149"/>
                  <a:gd name="T82" fmla="*/ 114 w 140"/>
                  <a:gd name="T83" fmla="*/ 60 h 149"/>
                  <a:gd name="T84" fmla="*/ 115 w 140"/>
                  <a:gd name="T85" fmla="*/ 68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0" h="149">
                    <a:moveTo>
                      <a:pt x="117" y="76"/>
                    </a:moveTo>
                    <a:cubicBezTo>
                      <a:pt x="121" y="77"/>
                      <a:pt x="119" y="73"/>
                      <a:pt x="120" y="71"/>
                    </a:cubicBezTo>
                    <a:cubicBezTo>
                      <a:pt x="120" y="69"/>
                      <a:pt x="121" y="67"/>
                      <a:pt x="121" y="66"/>
                    </a:cubicBezTo>
                    <a:cubicBezTo>
                      <a:pt x="122" y="65"/>
                      <a:pt x="124" y="67"/>
                      <a:pt x="125" y="65"/>
                    </a:cubicBezTo>
                    <a:cubicBezTo>
                      <a:pt x="126" y="63"/>
                      <a:pt x="126" y="61"/>
                      <a:pt x="126" y="59"/>
                    </a:cubicBezTo>
                    <a:cubicBezTo>
                      <a:pt x="127" y="57"/>
                      <a:pt x="129" y="56"/>
                      <a:pt x="129" y="54"/>
                    </a:cubicBezTo>
                    <a:cubicBezTo>
                      <a:pt x="129" y="52"/>
                      <a:pt x="132" y="50"/>
                      <a:pt x="133" y="49"/>
                    </a:cubicBezTo>
                    <a:cubicBezTo>
                      <a:pt x="136" y="46"/>
                      <a:pt x="135" y="49"/>
                      <a:pt x="137" y="50"/>
                    </a:cubicBezTo>
                    <a:cubicBezTo>
                      <a:pt x="137" y="50"/>
                      <a:pt x="137" y="46"/>
                      <a:pt x="137" y="46"/>
                    </a:cubicBezTo>
                    <a:cubicBezTo>
                      <a:pt x="137" y="45"/>
                      <a:pt x="140" y="45"/>
                      <a:pt x="138" y="43"/>
                    </a:cubicBezTo>
                    <a:cubicBezTo>
                      <a:pt x="137" y="43"/>
                      <a:pt x="135" y="43"/>
                      <a:pt x="134" y="43"/>
                    </a:cubicBezTo>
                    <a:cubicBezTo>
                      <a:pt x="134" y="42"/>
                      <a:pt x="135" y="41"/>
                      <a:pt x="135" y="41"/>
                    </a:cubicBezTo>
                    <a:cubicBezTo>
                      <a:pt x="136" y="40"/>
                      <a:pt x="135" y="39"/>
                      <a:pt x="134" y="38"/>
                    </a:cubicBezTo>
                    <a:cubicBezTo>
                      <a:pt x="133" y="37"/>
                      <a:pt x="133" y="37"/>
                      <a:pt x="132" y="38"/>
                    </a:cubicBezTo>
                    <a:cubicBezTo>
                      <a:pt x="130" y="39"/>
                      <a:pt x="129" y="38"/>
                      <a:pt x="127" y="37"/>
                    </a:cubicBezTo>
                    <a:cubicBezTo>
                      <a:pt x="126" y="37"/>
                      <a:pt x="124" y="39"/>
                      <a:pt x="124" y="40"/>
                    </a:cubicBezTo>
                    <a:cubicBezTo>
                      <a:pt x="123" y="41"/>
                      <a:pt x="122" y="40"/>
                      <a:pt x="121" y="41"/>
                    </a:cubicBezTo>
                    <a:cubicBezTo>
                      <a:pt x="120" y="41"/>
                      <a:pt x="119" y="42"/>
                      <a:pt x="119" y="43"/>
                    </a:cubicBezTo>
                    <a:cubicBezTo>
                      <a:pt x="117" y="45"/>
                      <a:pt x="116" y="46"/>
                      <a:pt x="114" y="45"/>
                    </a:cubicBezTo>
                    <a:cubicBezTo>
                      <a:pt x="113" y="46"/>
                      <a:pt x="114" y="48"/>
                      <a:pt x="115" y="49"/>
                    </a:cubicBezTo>
                    <a:cubicBezTo>
                      <a:pt x="117" y="53"/>
                      <a:pt x="108" y="50"/>
                      <a:pt x="106" y="51"/>
                    </a:cubicBezTo>
                    <a:cubicBezTo>
                      <a:pt x="105" y="52"/>
                      <a:pt x="102" y="51"/>
                      <a:pt x="101" y="50"/>
                    </a:cubicBezTo>
                    <a:cubicBezTo>
                      <a:pt x="100" y="49"/>
                      <a:pt x="101" y="47"/>
                      <a:pt x="101" y="47"/>
                    </a:cubicBezTo>
                    <a:cubicBezTo>
                      <a:pt x="101" y="47"/>
                      <a:pt x="101" y="44"/>
                      <a:pt x="100" y="45"/>
                    </a:cubicBezTo>
                    <a:cubicBezTo>
                      <a:pt x="98" y="45"/>
                      <a:pt x="96" y="45"/>
                      <a:pt x="96" y="48"/>
                    </a:cubicBezTo>
                    <a:cubicBezTo>
                      <a:pt x="97" y="49"/>
                      <a:pt x="98" y="52"/>
                      <a:pt x="97" y="52"/>
                    </a:cubicBezTo>
                    <a:cubicBezTo>
                      <a:pt x="95" y="52"/>
                      <a:pt x="94" y="54"/>
                      <a:pt x="92" y="52"/>
                    </a:cubicBezTo>
                    <a:cubicBezTo>
                      <a:pt x="91" y="50"/>
                      <a:pt x="90" y="53"/>
                      <a:pt x="89" y="52"/>
                    </a:cubicBezTo>
                    <a:cubicBezTo>
                      <a:pt x="86" y="51"/>
                      <a:pt x="85" y="51"/>
                      <a:pt x="82" y="50"/>
                    </a:cubicBezTo>
                    <a:cubicBezTo>
                      <a:pt x="80" y="49"/>
                      <a:pt x="79" y="47"/>
                      <a:pt x="77" y="47"/>
                    </a:cubicBezTo>
                    <a:cubicBezTo>
                      <a:pt x="74" y="48"/>
                      <a:pt x="74" y="47"/>
                      <a:pt x="72" y="46"/>
                    </a:cubicBezTo>
                    <a:cubicBezTo>
                      <a:pt x="70" y="45"/>
                      <a:pt x="68" y="46"/>
                      <a:pt x="67" y="45"/>
                    </a:cubicBezTo>
                    <a:cubicBezTo>
                      <a:pt x="65" y="43"/>
                      <a:pt x="63" y="42"/>
                      <a:pt x="62" y="41"/>
                    </a:cubicBezTo>
                    <a:cubicBezTo>
                      <a:pt x="60" y="40"/>
                      <a:pt x="59" y="40"/>
                      <a:pt x="60" y="38"/>
                    </a:cubicBezTo>
                    <a:cubicBezTo>
                      <a:pt x="61" y="37"/>
                      <a:pt x="60" y="35"/>
                      <a:pt x="62" y="34"/>
                    </a:cubicBezTo>
                    <a:cubicBezTo>
                      <a:pt x="64" y="33"/>
                      <a:pt x="65" y="34"/>
                      <a:pt x="63" y="32"/>
                    </a:cubicBezTo>
                    <a:cubicBezTo>
                      <a:pt x="61" y="31"/>
                      <a:pt x="59" y="29"/>
                      <a:pt x="57" y="28"/>
                    </a:cubicBezTo>
                    <a:cubicBezTo>
                      <a:pt x="56" y="28"/>
                      <a:pt x="55" y="26"/>
                      <a:pt x="53" y="26"/>
                    </a:cubicBezTo>
                    <a:cubicBezTo>
                      <a:pt x="53" y="26"/>
                      <a:pt x="53" y="23"/>
                      <a:pt x="52" y="22"/>
                    </a:cubicBezTo>
                    <a:cubicBezTo>
                      <a:pt x="47" y="17"/>
                      <a:pt x="57" y="23"/>
                      <a:pt x="57" y="19"/>
                    </a:cubicBezTo>
                    <a:cubicBezTo>
                      <a:pt x="57" y="17"/>
                      <a:pt x="56" y="17"/>
                      <a:pt x="54" y="15"/>
                    </a:cubicBezTo>
                    <a:cubicBezTo>
                      <a:pt x="53" y="14"/>
                      <a:pt x="53" y="13"/>
                      <a:pt x="55" y="12"/>
                    </a:cubicBezTo>
                    <a:cubicBezTo>
                      <a:pt x="57" y="12"/>
                      <a:pt x="56" y="9"/>
                      <a:pt x="58" y="8"/>
                    </a:cubicBezTo>
                    <a:cubicBezTo>
                      <a:pt x="59" y="7"/>
                      <a:pt x="61" y="6"/>
                      <a:pt x="60" y="4"/>
                    </a:cubicBezTo>
                    <a:cubicBezTo>
                      <a:pt x="58" y="1"/>
                      <a:pt x="53" y="0"/>
                      <a:pt x="50" y="2"/>
                    </a:cubicBezTo>
                    <a:cubicBezTo>
                      <a:pt x="49" y="3"/>
                      <a:pt x="49" y="3"/>
                      <a:pt x="47" y="4"/>
                    </a:cubicBezTo>
                    <a:cubicBezTo>
                      <a:pt x="46" y="4"/>
                      <a:pt x="46" y="6"/>
                      <a:pt x="45" y="7"/>
                    </a:cubicBezTo>
                    <a:cubicBezTo>
                      <a:pt x="43" y="8"/>
                      <a:pt x="41" y="7"/>
                      <a:pt x="40" y="8"/>
                    </a:cubicBezTo>
                    <a:cubicBezTo>
                      <a:pt x="39" y="9"/>
                      <a:pt x="37" y="9"/>
                      <a:pt x="35" y="8"/>
                    </a:cubicBezTo>
                    <a:cubicBezTo>
                      <a:pt x="33" y="8"/>
                      <a:pt x="32" y="7"/>
                      <a:pt x="30" y="8"/>
                    </a:cubicBezTo>
                    <a:cubicBezTo>
                      <a:pt x="28" y="8"/>
                      <a:pt x="29" y="11"/>
                      <a:pt x="30" y="12"/>
                    </a:cubicBezTo>
                    <a:cubicBezTo>
                      <a:pt x="30" y="14"/>
                      <a:pt x="30" y="16"/>
                      <a:pt x="30" y="17"/>
                    </a:cubicBezTo>
                    <a:cubicBezTo>
                      <a:pt x="31" y="19"/>
                      <a:pt x="33" y="19"/>
                      <a:pt x="35" y="20"/>
                    </a:cubicBezTo>
                    <a:cubicBezTo>
                      <a:pt x="36" y="22"/>
                      <a:pt x="34" y="22"/>
                      <a:pt x="33" y="22"/>
                    </a:cubicBezTo>
                    <a:cubicBezTo>
                      <a:pt x="32" y="24"/>
                      <a:pt x="33" y="26"/>
                      <a:pt x="33" y="28"/>
                    </a:cubicBezTo>
                    <a:cubicBezTo>
                      <a:pt x="33" y="29"/>
                      <a:pt x="31" y="29"/>
                      <a:pt x="31" y="29"/>
                    </a:cubicBezTo>
                    <a:cubicBezTo>
                      <a:pt x="29" y="30"/>
                      <a:pt x="31" y="33"/>
                      <a:pt x="29" y="33"/>
                    </a:cubicBezTo>
                    <a:cubicBezTo>
                      <a:pt x="27" y="34"/>
                      <a:pt x="26" y="35"/>
                      <a:pt x="26" y="36"/>
                    </a:cubicBezTo>
                    <a:cubicBezTo>
                      <a:pt x="25" y="38"/>
                      <a:pt x="24" y="38"/>
                      <a:pt x="22" y="39"/>
                    </a:cubicBezTo>
                    <a:cubicBezTo>
                      <a:pt x="20" y="40"/>
                      <a:pt x="20" y="43"/>
                      <a:pt x="19" y="44"/>
                    </a:cubicBezTo>
                    <a:cubicBezTo>
                      <a:pt x="18" y="46"/>
                      <a:pt x="16" y="45"/>
                      <a:pt x="15" y="47"/>
                    </a:cubicBezTo>
                    <a:cubicBezTo>
                      <a:pt x="13" y="48"/>
                      <a:pt x="12" y="44"/>
                      <a:pt x="11" y="46"/>
                    </a:cubicBezTo>
                    <a:cubicBezTo>
                      <a:pt x="10" y="47"/>
                      <a:pt x="6" y="49"/>
                      <a:pt x="7" y="50"/>
                    </a:cubicBezTo>
                    <a:cubicBezTo>
                      <a:pt x="7" y="52"/>
                      <a:pt x="10" y="52"/>
                      <a:pt x="10" y="54"/>
                    </a:cubicBezTo>
                    <a:cubicBezTo>
                      <a:pt x="9" y="57"/>
                      <a:pt x="11" y="57"/>
                      <a:pt x="13" y="58"/>
                    </a:cubicBezTo>
                    <a:cubicBezTo>
                      <a:pt x="13" y="60"/>
                      <a:pt x="14" y="62"/>
                      <a:pt x="14" y="64"/>
                    </a:cubicBezTo>
                    <a:cubicBezTo>
                      <a:pt x="14" y="64"/>
                      <a:pt x="11" y="64"/>
                      <a:pt x="10" y="64"/>
                    </a:cubicBezTo>
                    <a:cubicBezTo>
                      <a:pt x="9" y="64"/>
                      <a:pt x="8" y="65"/>
                      <a:pt x="7" y="65"/>
                    </a:cubicBezTo>
                    <a:cubicBezTo>
                      <a:pt x="7" y="65"/>
                      <a:pt x="6" y="64"/>
                      <a:pt x="5" y="64"/>
                    </a:cubicBezTo>
                    <a:cubicBezTo>
                      <a:pt x="4" y="64"/>
                      <a:pt x="0" y="66"/>
                      <a:pt x="0" y="67"/>
                    </a:cubicBezTo>
                    <a:cubicBezTo>
                      <a:pt x="2" y="69"/>
                      <a:pt x="3" y="70"/>
                      <a:pt x="5" y="72"/>
                    </a:cubicBezTo>
                    <a:cubicBezTo>
                      <a:pt x="5" y="72"/>
                      <a:pt x="11" y="72"/>
                      <a:pt x="11" y="72"/>
                    </a:cubicBezTo>
                    <a:cubicBezTo>
                      <a:pt x="11" y="73"/>
                      <a:pt x="9" y="74"/>
                      <a:pt x="8" y="74"/>
                    </a:cubicBezTo>
                    <a:cubicBezTo>
                      <a:pt x="7" y="75"/>
                      <a:pt x="4" y="73"/>
                      <a:pt x="4" y="75"/>
                    </a:cubicBezTo>
                    <a:cubicBezTo>
                      <a:pt x="4" y="77"/>
                      <a:pt x="9" y="80"/>
                      <a:pt x="11" y="82"/>
                    </a:cubicBezTo>
                    <a:cubicBezTo>
                      <a:pt x="12" y="83"/>
                      <a:pt x="13" y="83"/>
                      <a:pt x="15" y="83"/>
                    </a:cubicBezTo>
                    <a:cubicBezTo>
                      <a:pt x="17" y="82"/>
                      <a:pt x="20" y="81"/>
                      <a:pt x="21" y="79"/>
                    </a:cubicBezTo>
                    <a:cubicBezTo>
                      <a:pt x="21" y="79"/>
                      <a:pt x="20" y="78"/>
                      <a:pt x="19" y="78"/>
                    </a:cubicBezTo>
                    <a:cubicBezTo>
                      <a:pt x="19" y="77"/>
                      <a:pt x="20" y="77"/>
                      <a:pt x="20" y="77"/>
                    </a:cubicBezTo>
                    <a:cubicBezTo>
                      <a:pt x="21" y="76"/>
                      <a:pt x="20" y="75"/>
                      <a:pt x="21" y="75"/>
                    </a:cubicBezTo>
                    <a:cubicBezTo>
                      <a:pt x="21" y="75"/>
                      <a:pt x="23" y="75"/>
                      <a:pt x="23" y="75"/>
                    </a:cubicBezTo>
                    <a:cubicBezTo>
                      <a:pt x="23" y="76"/>
                      <a:pt x="21" y="76"/>
                      <a:pt x="22" y="77"/>
                    </a:cubicBezTo>
                    <a:cubicBezTo>
                      <a:pt x="22" y="77"/>
                      <a:pt x="23" y="77"/>
                      <a:pt x="23" y="77"/>
                    </a:cubicBezTo>
                    <a:cubicBezTo>
                      <a:pt x="23" y="78"/>
                      <a:pt x="22" y="78"/>
                      <a:pt x="22" y="78"/>
                    </a:cubicBezTo>
                    <a:cubicBezTo>
                      <a:pt x="21" y="78"/>
                      <a:pt x="23" y="78"/>
                      <a:pt x="23" y="78"/>
                    </a:cubicBezTo>
                    <a:cubicBezTo>
                      <a:pt x="23" y="79"/>
                      <a:pt x="22" y="79"/>
                      <a:pt x="22" y="80"/>
                    </a:cubicBezTo>
                    <a:cubicBezTo>
                      <a:pt x="21" y="80"/>
                      <a:pt x="23" y="81"/>
                      <a:pt x="24" y="82"/>
                    </a:cubicBezTo>
                    <a:cubicBezTo>
                      <a:pt x="25" y="83"/>
                      <a:pt x="23" y="85"/>
                      <a:pt x="22" y="87"/>
                    </a:cubicBezTo>
                    <a:cubicBezTo>
                      <a:pt x="22" y="88"/>
                      <a:pt x="23" y="89"/>
                      <a:pt x="24" y="90"/>
                    </a:cubicBezTo>
                    <a:cubicBezTo>
                      <a:pt x="24" y="92"/>
                      <a:pt x="24" y="93"/>
                      <a:pt x="24" y="95"/>
                    </a:cubicBezTo>
                    <a:cubicBezTo>
                      <a:pt x="24" y="97"/>
                      <a:pt x="23" y="100"/>
                      <a:pt x="23" y="101"/>
                    </a:cubicBezTo>
                    <a:cubicBezTo>
                      <a:pt x="23" y="101"/>
                      <a:pt x="24" y="99"/>
                      <a:pt x="24" y="99"/>
                    </a:cubicBezTo>
                    <a:cubicBezTo>
                      <a:pt x="25" y="100"/>
                      <a:pt x="26" y="106"/>
                      <a:pt x="26" y="107"/>
                    </a:cubicBezTo>
                    <a:cubicBezTo>
                      <a:pt x="27" y="109"/>
                      <a:pt x="29" y="112"/>
                      <a:pt x="30" y="115"/>
                    </a:cubicBezTo>
                    <a:cubicBezTo>
                      <a:pt x="31" y="118"/>
                      <a:pt x="31" y="121"/>
                      <a:pt x="32" y="124"/>
                    </a:cubicBezTo>
                    <a:cubicBezTo>
                      <a:pt x="34" y="128"/>
                      <a:pt x="37" y="131"/>
                      <a:pt x="39" y="134"/>
                    </a:cubicBezTo>
                    <a:cubicBezTo>
                      <a:pt x="40" y="137"/>
                      <a:pt x="40" y="140"/>
                      <a:pt x="41" y="143"/>
                    </a:cubicBezTo>
                    <a:cubicBezTo>
                      <a:pt x="43" y="146"/>
                      <a:pt x="45" y="149"/>
                      <a:pt x="48" y="146"/>
                    </a:cubicBezTo>
                    <a:cubicBezTo>
                      <a:pt x="50" y="145"/>
                      <a:pt x="50" y="144"/>
                      <a:pt x="50" y="143"/>
                    </a:cubicBezTo>
                    <a:cubicBezTo>
                      <a:pt x="50" y="141"/>
                      <a:pt x="52" y="140"/>
                      <a:pt x="53" y="139"/>
                    </a:cubicBezTo>
                    <a:cubicBezTo>
                      <a:pt x="54" y="138"/>
                      <a:pt x="56" y="138"/>
                      <a:pt x="57" y="137"/>
                    </a:cubicBezTo>
                    <a:cubicBezTo>
                      <a:pt x="58" y="136"/>
                      <a:pt x="57" y="133"/>
                      <a:pt x="57" y="132"/>
                    </a:cubicBezTo>
                    <a:cubicBezTo>
                      <a:pt x="56" y="128"/>
                      <a:pt x="61" y="125"/>
                      <a:pt x="60" y="122"/>
                    </a:cubicBezTo>
                    <a:cubicBezTo>
                      <a:pt x="59" y="119"/>
                      <a:pt x="58" y="116"/>
                      <a:pt x="58" y="113"/>
                    </a:cubicBezTo>
                    <a:cubicBezTo>
                      <a:pt x="58" y="109"/>
                      <a:pt x="62" y="108"/>
                      <a:pt x="65" y="107"/>
                    </a:cubicBezTo>
                    <a:cubicBezTo>
                      <a:pt x="66" y="106"/>
                      <a:pt x="69" y="106"/>
                      <a:pt x="69" y="105"/>
                    </a:cubicBezTo>
                    <a:cubicBezTo>
                      <a:pt x="70" y="103"/>
                      <a:pt x="71" y="102"/>
                      <a:pt x="72" y="101"/>
                    </a:cubicBezTo>
                    <a:cubicBezTo>
                      <a:pt x="75" y="98"/>
                      <a:pt x="78" y="95"/>
                      <a:pt x="81" y="93"/>
                    </a:cubicBezTo>
                    <a:cubicBezTo>
                      <a:pt x="82" y="92"/>
                      <a:pt x="83" y="90"/>
                      <a:pt x="84" y="89"/>
                    </a:cubicBezTo>
                    <a:cubicBezTo>
                      <a:pt x="85" y="88"/>
                      <a:pt x="87" y="88"/>
                      <a:pt x="88" y="87"/>
                    </a:cubicBezTo>
                    <a:cubicBezTo>
                      <a:pt x="89" y="86"/>
                      <a:pt x="90" y="85"/>
                      <a:pt x="91" y="84"/>
                    </a:cubicBezTo>
                    <a:cubicBezTo>
                      <a:pt x="92" y="83"/>
                      <a:pt x="90" y="82"/>
                      <a:pt x="90" y="81"/>
                    </a:cubicBezTo>
                    <a:cubicBezTo>
                      <a:pt x="91" y="79"/>
                      <a:pt x="94" y="79"/>
                      <a:pt x="95" y="78"/>
                    </a:cubicBezTo>
                    <a:cubicBezTo>
                      <a:pt x="96" y="78"/>
                      <a:pt x="98" y="75"/>
                      <a:pt x="98" y="74"/>
                    </a:cubicBezTo>
                    <a:cubicBezTo>
                      <a:pt x="98" y="76"/>
                      <a:pt x="96" y="76"/>
                      <a:pt x="97" y="78"/>
                    </a:cubicBezTo>
                    <a:cubicBezTo>
                      <a:pt x="99" y="79"/>
                      <a:pt x="100" y="76"/>
                      <a:pt x="100" y="76"/>
                    </a:cubicBezTo>
                    <a:cubicBezTo>
                      <a:pt x="101" y="77"/>
                      <a:pt x="100" y="78"/>
                      <a:pt x="101" y="78"/>
                    </a:cubicBezTo>
                    <a:cubicBezTo>
                      <a:pt x="102" y="75"/>
                      <a:pt x="101" y="72"/>
                      <a:pt x="99" y="69"/>
                    </a:cubicBezTo>
                    <a:cubicBezTo>
                      <a:pt x="98" y="67"/>
                      <a:pt x="96" y="65"/>
                      <a:pt x="97" y="62"/>
                    </a:cubicBezTo>
                    <a:cubicBezTo>
                      <a:pt x="98" y="59"/>
                      <a:pt x="103" y="61"/>
                      <a:pt x="100" y="58"/>
                    </a:cubicBezTo>
                    <a:cubicBezTo>
                      <a:pt x="99" y="57"/>
                      <a:pt x="97" y="56"/>
                      <a:pt x="98" y="54"/>
                    </a:cubicBezTo>
                    <a:cubicBezTo>
                      <a:pt x="99" y="53"/>
                      <a:pt x="100" y="54"/>
                      <a:pt x="102" y="55"/>
                    </a:cubicBezTo>
                    <a:cubicBezTo>
                      <a:pt x="103" y="56"/>
                      <a:pt x="104" y="55"/>
                      <a:pt x="104" y="57"/>
                    </a:cubicBezTo>
                    <a:cubicBezTo>
                      <a:pt x="104" y="58"/>
                      <a:pt x="104" y="59"/>
                      <a:pt x="106" y="60"/>
                    </a:cubicBezTo>
                    <a:cubicBezTo>
                      <a:pt x="107" y="60"/>
                      <a:pt x="109" y="60"/>
                      <a:pt x="110" y="60"/>
                    </a:cubicBezTo>
                    <a:cubicBezTo>
                      <a:pt x="111" y="60"/>
                      <a:pt x="113" y="61"/>
                      <a:pt x="114" y="60"/>
                    </a:cubicBezTo>
                    <a:cubicBezTo>
                      <a:pt x="119" y="59"/>
                      <a:pt x="115" y="65"/>
                      <a:pt x="113" y="66"/>
                    </a:cubicBezTo>
                    <a:cubicBezTo>
                      <a:pt x="110" y="66"/>
                      <a:pt x="112" y="70"/>
                      <a:pt x="112" y="71"/>
                    </a:cubicBezTo>
                    <a:cubicBezTo>
                      <a:pt x="113" y="71"/>
                      <a:pt x="115" y="67"/>
                      <a:pt x="115" y="68"/>
                    </a:cubicBezTo>
                    <a:cubicBezTo>
                      <a:pt x="115" y="71"/>
                      <a:pt x="117" y="74"/>
                      <a:pt x="117" y="7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6" name="Freeform 702">
                <a:extLst>
                  <a:ext uri="{FF2B5EF4-FFF2-40B4-BE49-F238E27FC236}">
                    <a16:creationId xmlns:a16="http://schemas.microsoft.com/office/drawing/2014/main" id="{C41F423A-A1B1-1436-7A95-3B9163AEA22E}"/>
                  </a:ext>
                </a:extLst>
              </p:cNvPr>
              <p:cNvSpPr>
                <a:spLocks/>
              </p:cNvSpPr>
              <p:nvPr/>
            </p:nvSpPr>
            <p:spPr bwMode="auto">
              <a:xfrm>
                <a:off x="15926311" y="7669658"/>
                <a:ext cx="382165" cy="917438"/>
              </a:xfrm>
              <a:custGeom>
                <a:avLst/>
                <a:gdLst>
                  <a:gd name="T0" fmla="*/ 37 w 41"/>
                  <a:gd name="T1" fmla="*/ 37 h 98"/>
                  <a:gd name="T2" fmla="*/ 34 w 41"/>
                  <a:gd name="T3" fmla="*/ 35 h 98"/>
                  <a:gd name="T4" fmla="*/ 31 w 41"/>
                  <a:gd name="T5" fmla="*/ 29 h 98"/>
                  <a:gd name="T6" fmla="*/ 32 w 41"/>
                  <a:gd name="T7" fmla="*/ 25 h 98"/>
                  <a:gd name="T8" fmla="*/ 25 w 41"/>
                  <a:gd name="T9" fmla="*/ 22 h 98"/>
                  <a:gd name="T10" fmla="*/ 30 w 41"/>
                  <a:gd name="T11" fmla="*/ 10 h 98"/>
                  <a:gd name="T12" fmla="*/ 28 w 41"/>
                  <a:gd name="T13" fmla="*/ 6 h 98"/>
                  <a:gd name="T14" fmla="*/ 23 w 41"/>
                  <a:gd name="T15" fmla="*/ 2 h 98"/>
                  <a:gd name="T16" fmla="*/ 22 w 41"/>
                  <a:gd name="T17" fmla="*/ 9 h 98"/>
                  <a:gd name="T18" fmla="*/ 18 w 41"/>
                  <a:gd name="T19" fmla="*/ 9 h 98"/>
                  <a:gd name="T20" fmla="*/ 13 w 41"/>
                  <a:gd name="T21" fmla="*/ 15 h 98"/>
                  <a:gd name="T22" fmla="*/ 11 w 41"/>
                  <a:gd name="T23" fmla="*/ 21 h 98"/>
                  <a:gd name="T24" fmla="*/ 6 w 41"/>
                  <a:gd name="T25" fmla="*/ 25 h 98"/>
                  <a:gd name="T26" fmla="*/ 2 w 41"/>
                  <a:gd name="T27" fmla="*/ 35 h 98"/>
                  <a:gd name="T28" fmla="*/ 0 w 41"/>
                  <a:gd name="T29" fmla="*/ 40 h 98"/>
                  <a:gd name="T30" fmla="*/ 4 w 41"/>
                  <a:gd name="T31" fmla="*/ 44 h 98"/>
                  <a:gd name="T32" fmla="*/ 7 w 41"/>
                  <a:gd name="T33" fmla="*/ 52 h 98"/>
                  <a:gd name="T34" fmla="*/ 11 w 41"/>
                  <a:gd name="T35" fmla="*/ 58 h 98"/>
                  <a:gd name="T36" fmla="*/ 11 w 41"/>
                  <a:gd name="T37" fmla="*/ 64 h 98"/>
                  <a:gd name="T38" fmla="*/ 12 w 41"/>
                  <a:gd name="T39" fmla="*/ 66 h 98"/>
                  <a:gd name="T40" fmla="*/ 14 w 41"/>
                  <a:gd name="T41" fmla="*/ 66 h 98"/>
                  <a:gd name="T42" fmla="*/ 17 w 41"/>
                  <a:gd name="T43" fmla="*/ 65 h 98"/>
                  <a:gd name="T44" fmla="*/ 22 w 41"/>
                  <a:gd name="T45" fmla="*/ 64 h 98"/>
                  <a:gd name="T46" fmla="*/ 25 w 41"/>
                  <a:gd name="T47" fmla="*/ 72 h 98"/>
                  <a:gd name="T48" fmla="*/ 29 w 41"/>
                  <a:gd name="T49" fmla="*/ 80 h 98"/>
                  <a:gd name="T50" fmla="*/ 30 w 41"/>
                  <a:gd name="T51" fmla="*/ 85 h 98"/>
                  <a:gd name="T52" fmla="*/ 29 w 41"/>
                  <a:gd name="T53" fmla="*/ 88 h 98"/>
                  <a:gd name="T54" fmla="*/ 29 w 41"/>
                  <a:gd name="T55" fmla="*/ 98 h 98"/>
                  <a:gd name="T56" fmla="*/ 34 w 41"/>
                  <a:gd name="T57" fmla="*/ 85 h 98"/>
                  <a:gd name="T58" fmla="*/ 28 w 41"/>
                  <a:gd name="T59" fmla="*/ 71 h 98"/>
                  <a:gd name="T60" fmla="*/ 30 w 41"/>
                  <a:gd name="T61" fmla="*/ 65 h 98"/>
                  <a:gd name="T62" fmla="*/ 26 w 41"/>
                  <a:gd name="T63" fmla="*/ 49 h 98"/>
                  <a:gd name="T64" fmla="*/ 34 w 41"/>
                  <a:gd name="T65" fmla="*/ 44 h 98"/>
                  <a:gd name="T66" fmla="*/ 41 w 41"/>
                  <a:gd name="T67" fmla="*/ 3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98">
                    <a:moveTo>
                      <a:pt x="39" y="38"/>
                    </a:moveTo>
                    <a:cubicBezTo>
                      <a:pt x="38" y="38"/>
                      <a:pt x="37" y="39"/>
                      <a:pt x="37" y="37"/>
                    </a:cubicBezTo>
                    <a:cubicBezTo>
                      <a:pt x="37" y="37"/>
                      <a:pt x="37" y="36"/>
                      <a:pt x="37" y="36"/>
                    </a:cubicBezTo>
                    <a:cubicBezTo>
                      <a:pt x="37" y="35"/>
                      <a:pt x="34" y="35"/>
                      <a:pt x="34" y="35"/>
                    </a:cubicBezTo>
                    <a:cubicBezTo>
                      <a:pt x="33" y="34"/>
                      <a:pt x="34" y="32"/>
                      <a:pt x="34" y="31"/>
                    </a:cubicBezTo>
                    <a:cubicBezTo>
                      <a:pt x="35" y="29"/>
                      <a:pt x="32" y="30"/>
                      <a:pt x="31" y="29"/>
                    </a:cubicBezTo>
                    <a:cubicBezTo>
                      <a:pt x="31" y="28"/>
                      <a:pt x="30" y="28"/>
                      <a:pt x="30" y="27"/>
                    </a:cubicBezTo>
                    <a:cubicBezTo>
                      <a:pt x="30" y="26"/>
                      <a:pt x="32" y="25"/>
                      <a:pt x="32" y="25"/>
                    </a:cubicBezTo>
                    <a:cubicBezTo>
                      <a:pt x="31" y="23"/>
                      <a:pt x="25" y="26"/>
                      <a:pt x="24" y="25"/>
                    </a:cubicBezTo>
                    <a:cubicBezTo>
                      <a:pt x="24" y="25"/>
                      <a:pt x="25" y="23"/>
                      <a:pt x="25" y="22"/>
                    </a:cubicBezTo>
                    <a:cubicBezTo>
                      <a:pt x="24" y="21"/>
                      <a:pt x="27" y="19"/>
                      <a:pt x="27" y="18"/>
                    </a:cubicBezTo>
                    <a:cubicBezTo>
                      <a:pt x="29" y="15"/>
                      <a:pt x="31" y="13"/>
                      <a:pt x="30" y="10"/>
                    </a:cubicBezTo>
                    <a:cubicBezTo>
                      <a:pt x="30" y="9"/>
                      <a:pt x="31" y="8"/>
                      <a:pt x="31" y="7"/>
                    </a:cubicBezTo>
                    <a:cubicBezTo>
                      <a:pt x="31" y="5"/>
                      <a:pt x="29" y="7"/>
                      <a:pt x="28" y="6"/>
                    </a:cubicBezTo>
                    <a:cubicBezTo>
                      <a:pt x="28" y="4"/>
                      <a:pt x="27" y="3"/>
                      <a:pt x="27" y="2"/>
                    </a:cubicBezTo>
                    <a:cubicBezTo>
                      <a:pt x="25" y="0"/>
                      <a:pt x="25" y="3"/>
                      <a:pt x="23" y="2"/>
                    </a:cubicBezTo>
                    <a:cubicBezTo>
                      <a:pt x="24" y="4"/>
                      <a:pt x="22" y="4"/>
                      <a:pt x="22" y="5"/>
                    </a:cubicBezTo>
                    <a:cubicBezTo>
                      <a:pt x="22" y="5"/>
                      <a:pt x="22" y="9"/>
                      <a:pt x="22" y="9"/>
                    </a:cubicBezTo>
                    <a:cubicBezTo>
                      <a:pt x="21" y="9"/>
                      <a:pt x="21" y="7"/>
                      <a:pt x="21" y="7"/>
                    </a:cubicBezTo>
                    <a:cubicBezTo>
                      <a:pt x="19" y="7"/>
                      <a:pt x="18" y="8"/>
                      <a:pt x="18" y="9"/>
                    </a:cubicBezTo>
                    <a:cubicBezTo>
                      <a:pt x="17" y="10"/>
                      <a:pt x="15" y="10"/>
                      <a:pt x="14" y="11"/>
                    </a:cubicBezTo>
                    <a:cubicBezTo>
                      <a:pt x="13" y="12"/>
                      <a:pt x="14" y="14"/>
                      <a:pt x="13" y="15"/>
                    </a:cubicBezTo>
                    <a:cubicBezTo>
                      <a:pt x="13" y="16"/>
                      <a:pt x="12" y="17"/>
                      <a:pt x="11" y="18"/>
                    </a:cubicBezTo>
                    <a:cubicBezTo>
                      <a:pt x="11" y="19"/>
                      <a:pt x="11" y="20"/>
                      <a:pt x="11" y="21"/>
                    </a:cubicBezTo>
                    <a:cubicBezTo>
                      <a:pt x="11" y="23"/>
                      <a:pt x="10" y="25"/>
                      <a:pt x="9" y="25"/>
                    </a:cubicBezTo>
                    <a:cubicBezTo>
                      <a:pt x="8" y="25"/>
                      <a:pt x="7" y="25"/>
                      <a:pt x="6" y="25"/>
                    </a:cubicBezTo>
                    <a:cubicBezTo>
                      <a:pt x="5" y="27"/>
                      <a:pt x="6" y="35"/>
                      <a:pt x="4" y="35"/>
                    </a:cubicBezTo>
                    <a:cubicBezTo>
                      <a:pt x="4" y="35"/>
                      <a:pt x="2" y="35"/>
                      <a:pt x="2" y="35"/>
                    </a:cubicBezTo>
                    <a:cubicBezTo>
                      <a:pt x="2" y="36"/>
                      <a:pt x="2" y="37"/>
                      <a:pt x="2" y="37"/>
                    </a:cubicBezTo>
                    <a:cubicBezTo>
                      <a:pt x="2" y="38"/>
                      <a:pt x="1" y="39"/>
                      <a:pt x="0" y="40"/>
                    </a:cubicBezTo>
                    <a:cubicBezTo>
                      <a:pt x="0" y="41"/>
                      <a:pt x="4" y="46"/>
                      <a:pt x="5" y="47"/>
                    </a:cubicBezTo>
                    <a:cubicBezTo>
                      <a:pt x="5" y="47"/>
                      <a:pt x="4" y="44"/>
                      <a:pt x="4" y="44"/>
                    </a:cubicBezTo>
                    <a:cubicBezTo>
                      <a:pt x="4" y="44"/>
                      <a:pt x="7" y="48"/>
                      <a:pt x="7" y="48"/>
                    </a:cubicBezTo>
                    <a:cubicBezTo>
                      <a:pt x="8" y="50"/>
                      <a:pt x="6" y="50"/>
                      <a:pt x="7" y="52"/>
                    </a:cubicBezTo>
                    <a:cubicBezTo>
                      <a:pt x="6" y="51"/>
                      <a:pt x="8" y="51"/>
                      <a:pt x="9" y="52"/>
                    </a:cubicBezTo>
                    <a:cubicBezTo>
                      <a:pt x="10" y="54"/>
                      <a:pt x="11" y="56"/>
                      <a:pt x="11" y="58"/>
                    </a:cubicBezTo>
                    <a:cubicBezTo>
                      <a:pt x="11" y="58"/>
                      <a:pt x="10" y="67"/>
                      <a:pt x="10" y="67"/>
                    </a:cubicBezTo>
                    <a:cubicBezTo>
                      <a:pt x="11" y="67"/>
                      <a:pt x="11" y="64"/>
                      <a:pt x="11" y="64"/>
                    </a:cubicBezTo>
                    <a:cubicBezTo>
                      <a:pt x="11" y="64"/>
                      <a:pt x="11" y="67"/>
                      <a:pt x="11" y="67"/>
                    </a:cubicBezTo>
                    <a:cubicBezTo>
                      <a:pt x="11" y="67"/>
                      <a:pt x="12" y="66"/>
                      <a:pt x="12" y="66"/>
                    </a:cubicBezTo>
                    <a:cubicBezTo>
                      <a:pt x="12" y="66"/>
                      <a:pt x="12" y="68"/>
                      <a:pt x="12" y="68"/>
                    </a:cubicBezTo>
                    <a:cubicBezTo>
                      <a:pt x="13" y="68"/>
                      <a:pt x="13" y="66"/>
                      <a:pt x="14" y="66"/>
                    </a:cubicBezTo>
                    <a:cubicBezTo>
                      <a:pt x="14" y="66"/>
                      <a:pt x="14" y="67"/>
                      <a:pt x="14" y="67"/>
                    </a:cubicBezTo>
                    <a:cubicBezTo>
                      <a:pt x="14" y="67"/>
                      <a:pt x="17" y="66"/>
                      <a:pt x="17" y="65"/>
                    </a:cubicBezTo>
                    <a:cubicBezTo>
                      <a:pt x="18" y="65"/>
                      <a:pt x="23" y="62"/>
                      <a:pt x="21" y="61"/>
                    </a:cubicBezTo>
                    <a:cubicBezTo>
                      <a:pt x="22" y="61"/>
                      <a:pt x="21" y="63"/>
                      <a:pt x="22" y="64"/>
                    </a:cubicBezTo>
                    <a:cubicBezTo>
                      <a:pt x="23" y="64"/>
                      <a:pt x="24" y="64"/>
                      <a:pt x="24" y="65"/>
                    </a:cubicBezTo>
                    <a:cubicBezTo>
                      <a:pt x="25" y="67"/>
                      <a:pt x="25" y="70"/>
                      <a:pt x="25" y="72"/>
                    </a:cubicBezTo>
                    <a:cubicBezTo>
                      <a:pt x="26" y="75"/>
                      <a:pt x="26" y="77"/>
                      <a:pt x="28" y="79"/>
                    </a:cubicBezTo>
                    <a:cubicBezTo>
                      <a:pt x="28" y="79"/>
                      <a:pt x="29" y="80"/>
                      <a:pt x="29" y="80"/>
                    </a:cubicBezTo>
                    <a:cubicBezTo>
                      <a:pt x="29" y="82"/>
                      <a:pt x="30" y="82"/>
                      <a:pt x="30" y="82"/>
                    </a:cubicBezTo>
                    <a:cubicBezTo>
                      <a:pt x="31" y="83"/>
                      <a:pt x="29" y="85"/>
                      <a:pt x="30" y="85"/>
                    </a:cubicBezTo>
                    <a:cubicBezTo>
                      <a:pt x="30" y="85"/>
                      <a:pt x="30" y="85"/>
                      <a:pt x="31" y="85"/>
                    </a:cubicBezTo>
                    <a:cubicBezTo>
                      <a:pt x="31" y="86"/>
                      <a:pt x="29" y="87"/>
                      <a:pt x="29" y="88"/>
                    </a:cubicBezTo>
                    <a:cubicBezTo>
                      <a:pt x="29" y="90"/>
                      <a:pt x="30" y="88"/>
                      <a:pt x="31" y="89"/>
                    </a:cubicBezTo>
                    <a:cubicBezTo>
                      <a:pt x="31" y="89"/>
                      <a:pt x="29" y="97"/>
                      <a:pt x="29" y="98"/>
                    </a:cubicBezTo>
                    <a:cubicBezTo>
                      <a:pt x="31" y="96"/>
                      <a:pt x="32" y="92"/>
                      <a:pt x="33" y="90"/>
                    </a:cubicBezTo>
                    <a:cubicBezTo>
                      <a:pt x="34" y="88"/>
                      <a:pt x="35" y="87"/>
                      <a:pt x="34" y="85"/>
                    </a:cubicBezTo>
                    <a:cubicBezTo>
                      <a:pt x="33" y="83"/>
                      <a:pt x="33" y="82"/>
                      <a:pt x="33" y="80"/>
                    </a:cubicBezTo>
                    <a:cubicBezTo>
                      <a:pt x="32" y="78"/>
                      <a:pt x="27" y="74"/>
                      <a:pt x="28" y="71"/>
                    </a:cubicBezTo>
                    <a:cubicBezTo>
                      <a:pt x="28" y="71"/>
                      <a:pt x="30" y="70"/>
                      <a:pt x="30" y="69"/>
                    </a:cubicBezTo>
                    <a:cubicBezTo>
                      <a:pt x="29" y="67"/>
                      <a:pt x="30" y="67"/>
                      <a:pt x="30" y="65"/>
                    </a:cubicBezTo>
                    <a:cubicBezTo>
                      <a:pt x="31" y="62"/>
                      <a:pt x="27" y="60"/>
                      <a:pt x="26" y="58"/>
                    </a:cubicBezTo>
                    <a:cubicBezTo>
                      <a:pt x="23" y="56"/>
                      <a:pt x="25" y="52"/>
                      <a:pt x="26" y="49"/>
                    </a:cubicBezTo>
                    <a:cubicBezTo>
                      <a:pt x="26" y="47"/>
                      <a:pt x="27" y="47"/>
                      <a:pt x="29" y="47"/>
                    </a:cubicBezTo>
                    <a:cubicBezTo>
                      <a:pt x="31" y="47"/>
                      <a:pt x="33" y="45"/>
                      <a:pt x="34" y="44"/>
                    </a:cubicBezTo>
                    <a:cubicBezTo>
                      <a:pt x="36" y="43"/>
                      <a:pt x="37" y="44"/>
                      <a:pt x="39" y="42"/>
                    </a:cubicBezTo>
                    <a:cubicBezTo>
                      <a:pt x="40" y="40"/>
                      <a:pt x="41" y="39"/>
                      <a:pt x="41" y="38"/>
                    </a:cubicBezTo>
                    <a:cubicBezTo>
                      <a:pt x="41" y="38"/>
                      <a:pt x="40" y="38"/>
                      <a:pt x="39" y="3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7" name="Freeform 703">
                <a:extLst>
                  <a:ext uri="{FF2B5EF4-FFF2-40B4-BE49-F238E27FC236}">
                    <a16:creationId xmlns:a16="http://schemas.microsoft.com/office/drawing/2014/main" id="{BF57253E-A4B6-2E33-8E6B-E0D843DA67E3}"/>
                  </a:ext>
                </a:extLst>
              </p:cNvPr>
              <p:cNvSpPr>
                <a:spLocks/>
              </p:cNvSpPr>
              <p:nvPr/>
            </p:nvSpPr>
            <p:spPr bwMode="auto">
              <a:xfrm>
                <a:off x="15747967" y="7781150"/>
                <a:ext cx="213379" cy="261215"/>
              </a:xfrm>
              <a:custGeom>
                <a:avLst/>
                <a:gdLst>
                  <a:gd name="T0" fmla="*/ 21 w 23"/>
                  <a:gd name="T1" fmla="*/ 26 h 28"/>
                  <a:gd name="T2" fmla="*/ 20 w 23"/>
                  <a:gd name="T3" fmla="*/ 17 h 28"/>
                  <a:gd name="T4" fmla="*/ 18 w 23"/>
                  <a:gd name="T5" fmla="*/ 16 h 28"/>
                  <a:gd name="T6" fmla="*/ 16 w 23"/>
                  <a:gd name="T7" fmla="*/ 18 h 28"/>
                  <a:gd name="T8" fmla="*/ 17 w 23"/>
                  <a:gd name="T9" fmla="*/ 13 h 28"/>
                  <a:gd name="T10" fmla="*/ 18 w 23"/>
                  <a:gd name="T11" fmla="*/ 7 h 28"/>
                  <a:gd name="T12" fmla="*/ 14 w 23"/>
                  <a:gd name="T13" fmla="*/ 7 h 28"/>
                  <a:gd name="T14" fmla="*/ 10 w 23"/>
                  <a:gd name="T15" fmla="*/ 7 h 28"/>
                  <a:gd name="T16" fmla="*/ 8 w 23"/>
                  <a:gd name="T17" fmla="*/ 4 h 28"/>
                  <a:gd name="T18" fmla="*/ 6 w 23"/>
                  <a:gd name="T19" fmla="*/ 2 h 28"/>
                  <a:gd name="T20" fmla="*/ 2 w 23"/>
                  <a:gd name="T21" fmla="*/ 1 h 28"/>
                  <a:gd name="T22" fmla="*/ 4 w 23"/>
                  <a:gd name="T23" fmla="*/ 5 h 28"/>
                  <a:gd name="T24" fmla="*/ 1 w 23"/>
                  <a:gd name="T25" fmla="*/ 9 h 28"/>
                  <a:gd name="T26" fmla="*/ 3 w 23"/>
                  <a:gd name="T27" fmla="*/ 16 h 28"/>
                  <a:gd name="T28" fmla="*/ 5 w 23"/>
                  <a:gd name="T29" fmla="*/ 25 h 28"/>
                  <a:gd name="T30" fmla="*/ 6 w 23"/>
                  <a:gd name="T31" fmla="*/ 22 h 28"/>
                  <a:gd name="T32" fmla="*/ 7 w 23"/>
                  <a:gd name="T33" fmla="*/ 24 h 28"/>
                  <a:gd name="T34" fmla="*/ 7 w 23"/>
                  <a:gd name="T35" fmla="*/ 23 h 28"/>
                  <a:gd name="T36" fmla="*/ 8 w 23"/>
                  <a:gd name="T37" fmla="*/ 21 h 28"/>
                  <a:gd name="T38" fmla="*/ 13 w 23"/>
                  <a:gd name="T39" fmla="*/ 22 h 28"/>
                  <a:gd name="T40" fmla="*/ 11 w 23"/>
                  <a:gd name="T41" fmla="*/ 16 h 28"/>
                  <a:gd name="T42" fmla="*/ 13 w 23"/>
                  <a:gd name="T43" fmla="*/ 19 h 28"/>
                  <a:gd name="T44" fmla="*/ 17 w 23"/>
                  <a:gd name="T45" fmla="*/ 20 h 28"/>
                  <a:gd name="T46" fmla="*/ 18 w 23"/>
                  <a:gd name="T47" fmla="*/ 22 h 28"/>
                  <a:gd name="T48" fmla="*/ 19 w 23"/>
                  <a:gd name="T49" fmla="*/ 28 h 28"/>
                  <a:gd name="T50" fmla="*/ 21 w 23"/>
                  <a:gd name="T51" fmla="*/ 26 h 28"/>
                  <a:gd name="T52" fmla="*/ 21 w 23"/>
                  <a:gd name="T53" fmla="*/ 2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8">
                    <a:moveTo>
                      <a:pt x="21" y="26"/>
                    </a:moveTo>
                    <a:cubicBezTo>
                      <a:pt x="22" y="24"/>
                      <a:pt x="20" y="19"/>
                      <a:pt x="20" y="17"/>
                    </a:cubicBezTo>
                    <a:cubicBezTo>
                      <a:pt x="20" y="17"/>
                      <a:pt x="19" y="13"/>
                      <a:pt x="18" y="16"/>
                    </a:cubicBezTo>
                    <a:cubicBezTo>
                      <a:pt x="18" y="16"/>
                      <a:pt x="17" y="17"/>
                      <a:pt x="16" y="18"/>
                    </a:cubicBezTo>
                    <a:cubicBezTo>
                      <a:pt x="16" y="17"/>
                      <a:pt x="14" y="13"/>
                      <a:pt x="17" y="13"/>
                    </a:cubicBezTo>
                    <a:cubicBezTo>
                      <a:pt x="19" y="12"/>
                      <a:pt x="23" y="6"/>
                      <a:pt x="18" y="7"/>
                    </a:cubicBezTo>
                    <a:cubicBezTo>
                      <a:pt x="17" y="8"/>
                      <a:pt x="15" y="7"/>
                      <a:pt x="14" y="7"/>
                    </a:cubicBezTo>
                    <a:cubicBezTo>
                      <a:pt x="13" y="7"/>
                      <a:pt x="11" y="7"/>
                      <a:pt x="10" y="7"/>
                    </a:cubicBezTo>
                    <a:cubicBezTo>
                      <a:pt x="8" y="6"/>
                      <a:pt x="8" y="5"/>
                      <a:pt x="8" y="4"/>
                    </a:cubicBezTo>
                    <a:cubicBezTo>
                      <a:pt x="8" y="2"/>
                      <a:pt x="7" y="3"/>
                      <a:pt x="6" y="2"/>
                    </a:cubicBezTo>
                    <a:cubicBezTo>
                      <a:pt x="4" y="1"/>
                      <a:pt x="3" y="0"/>
                      <a:pt x="2" y="1"/>
                    </a:cubicBezTo>
                    <a:cubicBezTo>
                      <a:pt x="1" y="3"/>
                      <a:pt x="3" y="4"/>
                      <a:pt x="4" y="5"/>
                    </a:cubicBezTo>
                    <a:cubicBezTo>
                      <a:pt x="7" y="8"/>
                      <a:pt x="2" y="6"/>
                      <a:pt x="1" y="9"/>
                    </a:cubicBezTo>
                    <a:cubicBezTo>
                      <a:pt x="0" y="12"/>
                      <a:pt x="2" y="14"/>
                      <a:pt x="3" y="16"/>
                    </a:cubicBezTo>
                    <a:cubicBezTo>
                      <a:pt x="5" y="19"/>
                      <a:pt x="6" y="22"/>
                      <a:pt x="5" y="25"/>
                    </a:cubicBezTo>
                    <a:cubicBezTo>
                      <a:pt x="6" y="26"/>
                      <a:pt x="6" y="23"/>
                      <a:pt x="6" y="22"/>
                    </a:cubicBezTo>
                    <a:cubicBezTo>
                      <a:pt x="6" y="23"/>
                      <a:pt x="6" y="24"/>
                      <a:pt x="7" y="24"/>
                    </a:cubicBezTo>
                    <a:cubicBezTo>
                      <a:pt x="7" y="24"/>
                      <a:pt x="7" y="23"/>
                      <a:pt x="7" y="23"/>
                    </a:cubicBezTo>
                    <a:cubicBezTo>
                      <a:pt x="8" y="26"/>
                      <a:pt x="8" y="23"/>
                      <a:pt x="8" y="21"/>
                    </a:cubicBezTo>
                    <a:cubicBezTo>
                      <a:pt x="8" y="22"/>
                      <a:pt x="12" y="25"/>
                      <a:pt x="13" y="22"/>
                    </a:cubicBezTo>
                    <a:cubicBezTo>
                      <a:pt x="13" y="21"/>
                      <a:pt x="12" y="16"/>
                      <a:pt x="11" y="16"/>
                    </a:cubicBezTo>
                    <a:cubicBezTo>
                      <a:pt x="12" y="16"/>
                      <a:pt x="13" y="18"/>
                      <a:pt x="13" y="19"/>
                    </a:cubicBezTo>
                    <a:cubicBezTo>
                      <a:pt x="14" y="20"/>
                      <a:pt x="17" y="18"/>
                      <a:pt x="17" y="20"/>
                    </a:cubicBezTo>
                    <a:cubicBezTo>
                      <a:pt x="17" y="21"/>
                      <a:pt x="18" y="20"/>
                      <a:pt x="18" y="22"/>
                    </a:cubicBezTo>
                    <a:cubicBezTo>
                      <a:pt x="18" y="24"/>
                      <a:pt x="18" y="26"/>
                      <a:pt x="19" y="28"/>
                    </a:cubicBezTo>
                    <a:cubicBezTo>
                      <a:pt x="20" y="27"/>
                      <a:pt x="20" y="27"/>
                      <a:pt x="21" y="26"/>
                    </a:cubicBezTo>
                    <a:cubicBezTo>
                      <a:pt x="22" y="25"/>
                      <a:pt x="20" y="27"/>
                      <a:pt x="21" y="2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8" name="Freeform 704">
                <a:extLst>
                  <a:ext uri="{FF2B5EF4-FFF2-40B4-BE49-F238E27FC236}">
                    <a16:creationId xmlns:a16="http://schemas.microsoft.com/office/drawing/2014/main" id="{7130C33E-5CC7-0C03-4797-507D1CF764DD}"/>
                  </a:ext>
                </a:extLst>
              </p:cNvPr>
              <p:cNvSpPr>
                <a:spLocks/>
              </p:cNvSpPr>
              <p:nvPr/>
            </p:nvSpPr>
            <p:spPr bwMode="auto">
              <a:xfrm>
                <a:off x="16149241" y="8071036"/>
                <a:ext cx="391721" cy="719934"/>
              </a:xfrm>
              <a:custGeom>
                <a:avLst/>
                <a:gdLst>
                  <a:gd name="T0" fmla="*/ 40 w 42"/>
                  <a:gd name="T1" fmla="*/ 30 h 77"/>
                  <a:gd name="T2" fmla="*/ 41 w 42"/>
                  <a:gd name="T3" fmla="*/ 27 h 77"/>
                  <a:gd name="T4" fmla="*/ 39 w 42"/>
                  <a:gd name="T5" fmla="*/ 24 h 77"/>
                  <a:gd name="T6" fmla="*/ 36 w 42"/>
                  <a:gd name="T7" fmla="*/ 20 h 77"/>
                  <a:gd name="T8" fmla="*/ 35 w 42"/>
                  <a:gd name="T9" fmla="*/ 15 h 77"/>
                  <a:gd name="T10" fmla="*/ 30 w 42"/>
                  <a:gd name="T11" fmla="*/ 12 h 77"/>
                  <a:gd name="T12" fmla="*/ 25 w 42"/>
                  <a:gd name="T13" fmla="*/ 14 h 77"/>
                  <a:gd name="T14" fmla="*/ 21 w 42"/>
                  <a:gd name="T15" fmla="*/ 14 h 77"/>
                  <a:gd name="T16" fmla="*/ 17 w 42"/>
                  <a:gd name="T17" fmla="*/ 16 h 77"/>
                  <a:gd name="T18" fmla="*/ 19 w 42"/>
                  <a:gd name="T19" fmla="*/ 12 h 77"/>
                  <a:gd name="T20" fmla="*/ 19 w 42"/>
                  <a:gd name="T21" fmla="*/ 9 h 77"/>
                  <a:gd name="T22" fmla="*/ 18 w 42"/>
                  <a:gd name="T23" fmla="*/ 5 h 77"/>
                  <a:gd name="T24" fmla="*/ 15 w 42"/>
                  <a:gd name="T25" fmla="*/ 4 h 77"/>
                  <a:gd name="T26" fmla="*/ 9 w 42"/>
                  <a:gd name="T27" fmla="*/ 1 h 77"/>
                  <a:gd name="T28" fmla="*/ 4 w 42"/>
                  <a:gd name="T29" fmla="*/ 4 h 77"/>
                  <a:gd name="T30" fmla="*/ 1 w 42"/>
                  <a:gd name="T31" fmla="*/ 8 h 77"/>
                  <a:gd name="T32" fmla="*/ 0 w 42"/>
                  <a:gd name="T33" fmla="*/ 13 h 77"/>
                  <a:gd name="T34" fmla="*/ 3 w 42"/>
                  <a:gd name="T35" fmla="*/ 16 h 77"/>
                  <a:gd name="T36" fmla="*/ 6 w 42"/>
                  <a:gd name="T37" fmla="*/ 20 h 77"/>
                  <a:gd name="T38" fmla="*/ 5 w 42"/>
                  <a:gd name="T39" fmla="*/ 24 h 77"/>
                  <a:gd name="T40" fmla="*/ 5 w 42"/>
                  <a:gd name="T41" fmla="*/ 27 h 77"/>
                  <a:gd name="T42" fmla="*/ 4 w 42"/>
                  <a:gd name="T43" fmla="*/ 28 h 77"/>
                  <a:gd name="T44" fmla="*/ 6 w 42"/>
                  <a:gd name="T45" fmla="*/ 33 h 77"/>
                  <a:gd name="T46" fmla="*/ 9 w 42"/>
                  <a:gd name="T47" fmla="*/ 37 h 77"/>
                  <a:gd name="T48" fmla="*/ 10 w 42"/>
                  <a:gd name="T49" fmla="*/ 42 h 77"/>
                  <a:gd name="T50" fmla="*/ 6 w 42"/>
                  <a:gd name="T51" fmla="*/ 52 h 77"/>
                  <a:gd name="T52" fmla="*/ 5 w 42"/>
                  <a:gd name="T53" fmla="*/ 55 h 77"/>
                  <a:gd name="T54" fmla="*/ 4 w 42"/>
                  <a:gd name="T55" fmla="*/ 58 h 77"/>
                  <a:gd name="T56" fmla="*/ 5 w 42"/>
                  <a:gd name="T57" fmla="*/ 62 h 77"/>
                  <a:gd name="T58" fmla="*/ 11 w 42"/>
                  <a:gd name="T59" fmla="*/ 69 h 77"/>
                  <a:gd name="T60" fmla="*/ 13 w 42"/>
                  <a:gd name="T61" fmla="*/ 72 h 77"/>
                  <a:gd name="T62" fmla="*/ 16 w 42"/>
                  <a:gd name="T63" fmla="*/ 72 h 77"/>
                  <a:gd name="T64" fmla="*/ 18 w 42"/>
                  <a:gd name="T65" fmla="*/ 74 h 77"/>
                  <a:gd name="T66" fmla="*/ 19 w 42"/>
                  <a:gd name="T67" fmla="*/ 76 h 77"/>
                  <a:gd name="T68" fmla="*/ 21 w 42"/>
                  <a:gd name="T69" fmla="*/ 76 h 77"/>
                  <a:gd name="T70" fmla="*/ 23 w 42"/>
                  <a:gd name="T71" fmla="*/ 74 h 77"/>
                  <a:gd name="T72" fmla="*/ 16 w 42"/>
                  <a:gd name="T73" fmla="*/ 69 h 77"/>
                  <a:gd name="T74" fmla="*/ 13 w 42"/>
                  <a:gd name="T75" fmla="*/ 67 h 77"/>
                  <a:gd name="T76" fmla="*/ 15 w 42"/>
                  <a:gd name="T77" fmla="*/ 67 h 77"/>
                  <a:gd name="T78" fmla="*/ 12 w 42"/>
                  <a:gd name="T79" fmla="*/ 60 h 77"/>
                  <a:gd name="T80" fmla="*/ 11 w 42"/>
                  <a:gd name="T81" fmla="*/ 58 h 77"/>
                  <a:gd name="T82" fmla="*/ 9 w 42"/>
                  <a:gd name="T83" fmla="*/ 56 h 77"/>
                  <a:gd name="T84" fmla="*/ 11 w 42"/>
                  <a:gd name="T85" fmla="*/ 48 h 77"/>
                  <a:gd name="T86" fmla="*/ 13 w 42"/>
                  <a:gd name="T87" fmla="*/ 43 h 77"/>
                  <a:gd name="T88" fmla="*/ 14 w 42"/>
                  <a:gd name="T89" fmla="*/ 36 h 77"/>
                  <a:gd name="T90" fmla="*/ 17 w 42"/>
                  <a:gd name="T91" fmla="*/ 40 h 77"/>
                  <a:gd name="T92" fmla="*/ 22 w 42"/>
                  <a:gd name="T93" fmla="*/ 41 h 77"/>
                  <a:gd name="T94" fmla="*/ 27 w 42"/>
                  <a:gd name="T95" fmla="*/ 44 h 77"/>
                  <a:gd name="T96" fmla="*/ 24 w 42"/>
                  <a:gd name="T97" fmla="*/ 38 h 77"/>
                  <a:gd name="T98" fmla="*/ 28 w 42"/>
                  <a:gd name="T99" fmla="*/ 33 h 77"/>
                  <a:gd name="T100" fmla="*/ 34 w 42"/>
                  <a:gd name="T101" fmla="*/ 32 h 77"/>
                  <a:gd name="T102" fmla="*/ 38 w 42"/>
                  <a:gd name="T103" fmla="*/ 33 h 77"/>
                  <a:gd name="T104" fmla="*/ 40 w 42"/>
                  <a:gd name="T105" fmla="*/ 30 h 77"/>
                  <a:gd name="T106" fmla="*/ 40 w 42"/>
                  <a:gd name="T107" fmla="*/ 3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7">
                    <a:moveTo>
                      <a:pt x="40" y="30"/>
                    </a:moveTo>
                    <a:cubicBezTo>
                      <a:pt x="41" y="30"/>
                      <a:pt x="40" y="28"/>
                      <a:pt x="41" y="27"/>
                    </a:cubicBezTo>
                    <a:cubicBezTo>
                      <a:pt x="42" y="26"/>
                      <a:pt x="40" y="24"/>
                      <a:pt x="39" y="24"/>
                    </a:cubicBezTo>
                    <a:cubicBezTo>
                      <a:pt x="38" y="23"/>
                      <a:pt x="36" y="22"/>
                      <a:pt x="36" y="20"/>
                    </a:cubicBezTo>
                    <a:cubicBezTo>
                      <a:pt x="36" y="18"/>
                      <a:pt x="37" y="17"/>
                      <a:pt x="35" y="15"/>
                    </a:cubicBezTo>
                    <a:cubicBezTo>
                      <a:pt x="34" y="14"/>
                      <a:pt x="32" y="12"/>
                      <a:pt x="30" y="12"/>
                    </a:cubicBezTo>
                    <a:cubicBezTo>
                      <a:pt x="28" y="12"/>
                      <a:pt x="27" y="14"/>
                      <a:pt x="25" y="14"/>
                    </a:cubicBezTo>
                    <a:cubicBezTo>
                      <a:pt x="23" y="13"/>
                      <a:pt x="23" y="13"/>
                      <a:pt x="21" y="14"/>
                    </a:cubicBezTo>
                    <a:cubicBezTo>
                      <a:pt x="21" y="14"/>
                      <a:pt x="18" y="17"/>
                      <a:pt x="17" y="16"/>
                    </a:cubicBezTo>
                    <a:cubicBezTo>
                      <a:pt x="17" y="15"/>
                      <a:pt x="20" y="13"/>
                      <a:pt x="19" y="12"/>
                    </a:cubicBezTo>
                    <a:cubicBezTo>
                      <a:pt x="17" y="11"/>
                      <a:pt x="19" y="10"/>
                      <a:pt x="19" y="9"/>
                    </a:cubicBezTo>
                    <a:cubicBezTo>
                      <a:pt x="19" y="8"/>
                      <a:pt x="19" y="5"/>
                      <a:pt x="18" y="5"/>
                    </a:cubicBezTo>
                    <a:cubicBezTo>
                      <a:pt x="16" y="6"/>
                      <a:pt x="14" y="6"/>
                      <a:pt x="15" y="4"/>
                    </a:cubicBezTo>
                    <a:cubicBezTo>
                      <a:pt x="16" y="0"/>
                      <a:pt x="11" y="0"/>
                      <a:pt x="9" y="1"/>
                    </a:cubicBezTo>
                    <a:cubicBezTo>
                      <a:pt x="8" y="3"/>
                      <a:pt x="6" y="4"/>
                      <a:pt x="4" y="4"/>
                    </a:cubicBezTo>
                    <a:cubicBezTo>
                      <a:pt x="2" y="4"/>
                      <a:pt x="1" y="7"/>
                      <a:pt x="1" y="8"/>
                    </a:cubicBezTo>
                    <a:cubicBezTo>
                      <a:pt x="1" y="10"/>
                      <a:pt x="0" y="11"/>
                      <a:pt x="0" y="13"/>
                    </a:cubicBezTo>
                    <a:cubicBezTo>
                      <a:pt x="0" y="15"/>
                      <a:pt x="1" y="15"/>
                      <a:pt x="3" y="16"/>
                    </a:cubicBezTo>
                    <a:cubicBezTo>
                      <a:pt x="4" y="18"/>
                      <a:pt x="5" y="19"/>
                      <a:pt x="6" y="20"/>
                    </a:cubicBezTo>
                    <a:cubicBezTo>
                      <a:pt x="7" y="22"/>
                      <a:pt x="5" y="23"/>
                      <a:pt x="5" y="24"/>
                    </a:cubicBezTo>
                    <a:cubicBezTo>
                      <a:pt x="5" y="25"/>
                      <a:pt x="6" y="26"/>
                      <a:pt x="5" y="27"/>
                    </a:cubicBezTo>
                    <a:cubicBezTo>
                      <a:pt x="5" y="27"/>
                      <a:pt x="4" y="27"/>
                      <a:pt x="4" y="28"/>
                    </a:cubicBezTo>
                    <a:cubicBezTo>
                      <a:pt x="3" y="29"/>
                      <a:pt x="5" y="32"/>
                      <a:pt x="6" y="33"/>
                    </a:cubicBezTo>
                    <a:cubicBezTo>
                      <a:pt x="7" y="34"/>
                      <a:pt x="8" y="35"/>
                      <a:pt x="9" y="37"/>
                    </a:cubicBezTo>
                    <a:cubicBezTo>
                      <a:pt x="9" y="39"/>
                      <a:pt x="9" y="40"/>
                      <a:pt x="10" y="42"/>
                    </a:cubicBezTo>
                    <a:cubicBezTo>
                      <a:pt x="11" y="46"/>
                      <a:pt x="8" y="49"/>
                      <a:pt x="6" y="52"/>
                    </a:cubicBezTo>
                    <a:cubicBezTo>
                      <a:pt x="6" y="53"/>
                      <a:pt x="5" y="54"/>
                      <a:pt x="5" y="55"/>
                    </a:cubicBezTo>
                    <a:cubicBezTo>
                      <a:pt x="4" y="56"/>
                      <a:pt x="4" y="57"/>
                      <a:pt x="4" y="58"/>
                    </a:cubicBezTo>
                    <a:cubicBezTo>
                      <a:pt x="4" y="59"/>
                      <a:pt x="3" y="62"/>
                      <a:pt x="5" y="62"/>
                    </a:cubicBezTo>
                    <a:cubicBezTo>
                      <a:pt x="8" y="64"/>
                      <a:pt x="9" y="67"/>
                      <a:pt x="11" y="69"/>
                    </a:cubicBezTo>
                    <a:cubicBezTo>
                      <a:pt x="12" y="70"/>
                      <a:pt x="12" y="71"/>
                      <a:pt x="13" y="72"/>
                    </a:cubicBezTo>
                    <a:cubicBezTo>
                      <a:pt x="14" y="72"/>
                      <a:pt x="15" y="72"/>
                      <a:pt x="16" y="72"/>
                    </a:cubicBezTo>
                    <a:cubicBezTo>
                      <a:pt x="17" y="73"/>
                      <a:pt x="18" y="73"/>
                      <a:pt x="18" y="74"/>
                    </a:cubicBezTo>
                    <a:cubicBezTo>
                      <a:pt x="18" y="75"/>
                      <a:pt x="18" y="76"/>
                      <a:pt x="19" y="76"/>
                    </a:cubicBezTo>
                    <a:cubicBezTo>
                      <a:pt x="19" y="77"/>
                      <a:pt x="20" y="76"/>
                      <a:pt x="21" y="76"/>
                    </a:cubicBezTo>
                    <a:cubicBezTo>
                      <a:pt x="22" y="76"/>
                      <a:pt x="23" y="74"/>
                      <a:pt x="23" y="74"/>
                    </a:cubicBezTo>
                    <a:cubicBezTo>
                      <a:pt x="21" y="71"/>
                      <a:pt x="20" y="70"/>
                      <a:pt x="16" y="69"/>
                    </a:cubicBezTo>
                    <a:cubicBezTo>
                      <a:pt x="15" y="69"/>
                      <a:pt x="14" y="68"/>
                      <a:pt x="13" y="67"/>
                    </a:cubicBezTo>
                    <a:cubicBezTo>
                      <a:pt x="13" y="65"/>
                      <a:pt x="14" y="67"/>
                      <a:pt x="15" y="67"/>
                    </a:cubicBezTo>
                    <a:cubicBezTo>
                      <a:pt x="14" y="67"/>
                      <a:pt x="12" y="61"/>
                      <a:pt x="12" y="60"/>
                    </a:cubicBezTo>
                    <a:cubicBezTo>
                      <a:pt x="12" y="59"/>
                      <a:pt x="12" y="59"/>
                      <a:pt x="11" y="58"/>
                    </a:cubicBezTo>
                    <a:cubicBezTo>
                      <a:pt x="10" y="58"/>
                      <a:pt x="9" y="57"/>
                      <a:pt x="9" y="56"/>
                    </a:cubicBezTo>
                    <a:cubicBezTo>
                      <a:pt x="8" y="53"/>
                      <a:pt x="10" y="50"/>
                      <a:pt x="11" y="48"/>
                    </a:cubicBezTo>
                    <a:cubicBezTo>
                      <a:pt x="11" y="46"/>
                      <a:pt x="13" y="44"/>
                      <a:pt x="13" y="43"/>
                    </a:cubicBezTo>
                    <a:cubicBezTo>
                      <a:pt x="13" y="41"/>
                      <a:pt x="12" y="37"/>
                      <a:pt x="14" y="36"/>
                    </a:cubicBezTo>
                    <a:cubicBezTo>
                      <a:pt x="17" y="36"/>
                      <a:pt x="17" y="37"/>
                      <a:pt x="17" y="40"/>
                    </a:cubicBezTo>
                    <a:cubicBezTo>
                      <a:pt x="16" y="42"/>
                      <a:pt x="20" y="41"/>
                      <a:pt x="22" y="41"/>
                    </a:cubicBezTo>
                    <a:cubicBezTo>
                      <a:pt x="23" y="41"/>
                      <a:pt x="26" y="43"/>
                      <a:pt x="27" y="44"/>
                    </a:cubicBezTo>
                    <a:cubicBezTo>
                      <a:pt x="27" y="42"/>
                      <a:pt x="25" y="41"/>
                      <a:pt x="24" y="38"/>
                    </a:cubicBezTo>
                    <a:cubicBezTo>
                      <a:pt x="24" y="36"/>
                      <a:pt x="26" y="35"/>
                      <a:pt x="28" y="33"/>
                    </a:cubicBezTo>
                    <a:cubicBezTo>
                      <a:pt x="29" y="32"/>
                      <a:pt x="32" y="32"/>
                      <a:pt x="34" y="32"/>
                    </a:cubicBezTo>
                    <a:cubicBezTo>
                      <a:pt x="36" y="32"/>
                      <a:pt x="37" y="32"/>
                      <a:pt x="38" y="33"/>
                    </a:cubicBezTo>
                    <a:cubicBezTo>
                      <a:pt x="40" y="33"/>
                      <a:pt x="39" y="32"/>
                      <a:pt x="40" y="30"/>
                    </a:cubicBezTo>
                    <a:cubicBezTo>
                      <a:pt x="41" y="30"/>
                      <a:pt x="40" y="31"/>
                      <a:pt x="40" y="3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09" name="Freeform 705">
                <a:extLst>
                  <a:ext uri="{FF2B5EF4-FFF2-40B4-BE49-F238E27FC236}">
                    <a16:creationId xmlns:a16="http://schemas.microsoft.com/office/drawing/2014/main" id="{BFF0CF8D-1884-5974-1589-E0805616AD7A}"/>
                  </a:ext>
                </a:extLst>
              </p:cNvPr>
              <p:cNvSpPr>
                <a:spLocks/>
              </p:cNvSpPr>
              <p:nvPr/>
            </p:nvSpPr>
            <p:spPr bwMode="auto">
              <a:xfrm>
                <a:off x="16362618" y="7921315"/>
                <a:ext cx="356688" cy="729492"/>
              </a:xfrm>
              <a:custGeom>
                <a:avLst/>
                <a:gdLst>
                  <a:gd name="T0" fmla="*/ 37 w 38"/>
                  <a:gd name="T1" fmla="*/ 55 h 78"/>
                  <a:gd name="T2" fmla="*/ 36 w 38"/>
                  <a:gd name="T3" fmla="*/ 49 h 78"/>
                  <a:gd name="T4" fmla="*/ 32 w 38"/>
                  <a:gd name="T5" fmla="*/ 41 h 78"/>
                  <a:gd name="T6" fmla="*/ 28 w 38"/>
                  <a:gd name="T7" fmla="*/ 37 h 78"/>
                  <a:gd name="T8" fmla="*/ 22 w 38"/>
                  <a:gd name="T9" fmla="*/ 31 h 78"/>
                  <a:gd name="T10" fmla="*/ 18 w 38"/>
                  <a:gd name="T11" fmla="*/ 26 h 78"/>
                  <a:gd name="T12" fmla="*/ 19 w 38"/>
                  <a:gd name="T13" fmla="*/ 20 h 78"/>
                  <a:gd name="T14" fmla="*/ 23 w 38"/>
                  <a:gd name="T15" fmla="*/ 15 h 78"/>
                  <a:gd name="T16" fmla="*/ 29 w 38"/>
                  <a:gd name="T17" fmla="*/ 11 h 78"/>
                  <a:gd name="T18" fmla="*/ 23 w 38"/>
                  <a:gd name="T19" fmla="*/ 7 h 78"/>
                  <a:gd name="T20" fmla="*/ 24 w 38"/>
                  <a:gd name="T21" fmla="*/ 4 h 78"/>
                  <a:gd name="T22" fmla="*/ 19 w 38"/>
                  <a:gd name="T23" fmla="*/ 3 h 78"/>
                  <a:gd name="T24" fmla="*/ 14 w 38"/>
                  <a:gd name="T25" fmla="*/ 3 h 78"/>
                  <a:gd name="T26" fmla="*/ 11 w 38"/>
                  <a:gd name="T27" fmla="*/ 5 h 78"/>
                  <a:gd name="T28" fmla="*/ 8 w 38"/>
                  <a:gd name="T29" fmla="*/ 5 h 78"/>
                  <a:gd name="T30" fmla="*/ 5 w 38"/>
                  <a:gd name="T31" fmla="*/ 5 h 78"/>
                  <a:gd name="T32" fmla="*/ 3 w 38"/>
                  <a:gd name="T33" fmla="*/ 5 h 78"/>
                  <a:gd name="T34" fmla="*/ 0 w 38"/>
                  <a:gd name="T35" fmla="*/ 6 h 78"/>
                  <a:gd name="T36" fmla="*/ 4 w 38"/>
                  <a:gd name="T37" fmla="*/ 9 h 78"/>
                  <a:gd name="T38" fmla="*/ 5 w 38"/>
                  <a:gd name="T39" fmla="*/ 13 h 78"/>
                  <a:gd name="T40" fmla="*/ 9 w 38"/>
                  <a:gd name="T41" fmla="*/ 14 h 78"/>
                  <a:gd name="T42" fmla="*/ 12 w 38"/>
                  <a:gd name="T43" fmla="*/ 17 h 78"/>
                  <a:gd name="T44" fmla="*/ 13 w 38"/>
                  <a:gd name="T45" fmla="*/ 21 h 78"/>
                  <a:gd name="T46" fmla="*/ 10 w 38"/>
                  <a:gd name="T47" fmla="*/ 22 h 78"/>
                  <a:gd name="T48" fmla="*/ 14 w 38"/>
                  <a:gd name="T49" fmla="*/ 25 h 78"/>
                  <a:gd name="T50" fmla="*/ 19 w 38"/>
                  <a:gd name="T51" fmla="*/ 31 h 78"/>
                  <a:gd name="T52" fmla="*/ 23 w 38"/>
                  <a:gd name="T53" fmla="*/ 35 h 78"/>
                  <a:gd name="T54" fmla="*/ 26 w 38"/>
                  <a:gd name="T55" fmla="*/ 39 h 78"/>
                  <a:gd name="T56" fmla="*/ 28 w 38"/>
                  <a:gd name="T57" fmla="*/ 43 h 78"/>
                  <a:gd name="T58" fmla="*/ 27 w 38"/>
                  <a:gd name="T59" fmla="*/ 48 h 78"/>
                  <a:gd name="T60" fmla="*/ 28 w 38"/>
                  <a:gd name="T61" fmla="*/ 52 h 78"/>
                  <a:gd name="T62" fmla="*/ 28 w 38"/>
                  <a:gd name="T63" fmla="*/ 57 h 78"/>
                  <a:gd name="T64" fmla="*/ 23 w 38"/>
                  <a:gd name="T65" fmla="*/ 60 h 78"/>
                  <a:gd name="T66" fmla="*/ 20 w 38"/>
                  <a:gd name="T67" fmla="*/ 62 h 78"/>
                  <a:gd name="T68" fmla="*/ 20 w 38"/>
                  <a:gd name="T69" fmla="*/ 65 h 78"/>
                  <a:gd name="T70" fmla="*/ 18 w 38"/>
                  <a:gd name="T71" fmla="*/ 66 h 78"/>
                  <a:gd name="T72" fmla="*/ 14 w 38"/>
                  <a:gd name="T73" fmla="*/ 67 h 78"/>
                  <a:gd name="T74" fmla="*/ 15 w 38"/>
                  <a:gd name="T75" fmla="*/ 70 h 78"/>
                  <a:gd name="T76" fmla="*/ 14 w 38"/>
                  <a:gd name="T77" fmla="*/ 74 h 78"/>
                  <a:gd name="T78" fmla="*/ 14 w 38"/>
                  <a:gd name="T79" fmla="*/ 77 h 78"/>
                  <a:gd name="T80" fmla="*/ 18 w 38"/>
                  <a:gd name="T81" fmla="*/ 75 h 78"/>
                  <a:gd name="T82" fmla="*/ 19 w 38"/>
                  <a:gd name="T83" fmla="*/ 71 h 78"/>
                  <a:gd name="T84" fmla="*/ 22 w 38"/>
                  <a:gd name="T85" fmla="*/ 72 h 78"/>
                  <a:gd name="T86" fmla="*/ 21 w 38"/>
                  <a:gd name="T87" fmla="*/ 70 h 78"/>
                  <a:gd name="T88" fmla="*/ 23 w 38"/>
                  <a:gd name="T89" fmla="*/ 71 h 78"/>
                  <a:gd name="T90" fmla="*/ 24 w 38"/>
                  <a:gd name="T91" fmla="*/ 67 h 78"/>
                  <a:gd name="T92" fmla="*/ 26 w 38"/>
                  <a:gd name="T93" fmla="*/ 68 h 78"/>
                  <a:gd name="T94" fmla="*/ 30 w 38"/>
                  <a:gd name="T95" fmla="*/ 66 h 78"/>
                  <a:gd name="T96" fmla="*/ 36 w 38"/>
                  <a:gd name="T97" fmla="*/ 61 h 78"/>
                  <a:gd name="T98" fmla="*/ 36 w 38"/>
                  <a:gd name="T99" fmla="*/ 57 h 78"/>
                  <a:gd name="T100" fmla="*/ 37 w 38"/>
                  <a:gd name="T101" fmla="*/ 55 h 78"/>
                  <a:gd name="T102" fmla="*/ 37 w 38"/>
                  <a:gd name="T103" fmla="*/ 5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8" h="78">
                    <a:moveTo>
                      <a:pt x="37" y="55"/>
                    </a:moveTo>
                    <a:cubicBezTo>
                      <a:pt x="36" y="54"/>
                      <a:pt x="36" y="52"/>
                      <a:pt x="36" y="49"/>
                    </a:cubicBezTo>
                    <a:cubicBezTo>
                      <a:pt x="35" y="46"/>
                      <a:pt x="34" y="44"/>
                      <a:pt x="32" y="41"/>
                    </a:cubicBezTo>
                    <a:cubicBezTo>
                      <a:pt x="31" y="39"/>
                      <a:pt x="30" y="38"/>
                      <a:pt x="28" y="37"/>
                    </a:cubicBezTo>
                    <a:cubicBezTo>
                      <a:pt x="26" y="35"/>
                      <a:pt x="23" y="34"/>
                      <a:pt x="22" y="31"/>
                    </a:cubicBezTo>
                    <a:cubicBezTo>
                      <a:pt x="22" y="29"/>
                      <a:pt x="20" y="28"/>
                      <a:pt x="18" y="26"/>
                    </a:cubicBezTo>
                    <a:cubicBezTo>
                      <a:pt x="17" y="25"/>
                      <a:pt x="18" y="21"/>
                      <a:pt x="19" y="20"/>
                    </a:cubicBezTo>
                    <a:cubicBezTo>
                      <a:pt x="21" y="19"/>
                      <a:pt x="23" y="17"/>
                      <a:pt x="23" y="15"/>
                    </a:cubicBezTo>
                    <a:cubicBezTo>
                      <a:pt x="24" y="14"/>
                      <a:pt x="28" y="12"/>
                      <a:pt x="29" y="11"/>
                    </a:cubicBezTo>
                    <a:cubicBezTo>
                      <a:pt x="27" y="10"/>
                      <a:pt x="25" y="9"/>
                      <a:pt x="23" y="7"/>
                    </a:cubicBezTo>
                    <a:cubicBezTo>
                      <a:pt x="21" y="6"/>
                      <a:pt x="24" y="6"/>
                      <a:pt x="24" y="4"/>
                    </a:cubicBezTo>
                    <a:cubicBezTo>
                      <a:pt x="24" y="4"/>
                      <a:pt x="19" y="3"/>
                      <a:pt x="19" y="3"/>
                    </a:cubicBezTo>
                    <a:cubicBezTo>
                      <a:pt x="17" y="2"/>
                      <a:pt x="15" y="0"/>
                      <a:pt x="14" y="3"/>
                    </a:cubicBezTo>
                    <a:cubicBezTo>
                      <a:pt x="13" y="4"/>
                      <a:pt x="12" y="4"/>
                      <a:pt x="11" y="5"/>
                    </a:cubicBezTo>
                    <a:cubicBezTo>
                      <a:pt x="9" y="8"/>
                      <a:pt x="9" y="4"/>
                      <a:pt x="8" y="5"/>
                    </a:cubicBezTo>
                    <a:cubicBezTo>
                      <a:pt x="6" y="6"/>
                      <a:pt x="6" y="5"/>
                      <a:pt x="5" y="5"/>
                    </a:cubicBezTo>
                    <a:cubicBezTo>
                      <a:pt x="4" y="6"/>
                      <a:pt x="3" y="6"/>
                      <a:pt x="3" y="5"/>
                    </a:cubicBezTo>
                    <a:cubicBezTo>
                      <a:pt x="3" y="4"/>
                      <a:pt x="1" y="6"/>
                      <a:pt x="0" y="6"/>
                    </a:cubicBezTo>
                    <a:cubicBezTo>
                      <a:pt x="0" y="7"/>
                      <a:pt x="3" y="9"/>
                      <a:pt x="4" y="9"/>
                    </a:cubicBezTo>
                    <a:cubicBezTo>
                      <a:pt x="5" y="11"/>
                      <a:pt x="4" y="12"/>
                      <a:pt x="5" y="13"/>
                    </a:cubicBezTo>
                    <a:cubicBezTo>
                      <a:pt x="5" y="15"/>
                      <a:pt x="8" y="15"/>
                      <a:pt x="9" y="14"/>
                    </a:cubicBezTo>
                    <a:cubicBezTo>
                      <a:pt x="11" y="13"/>
                      <a:pt x="12" y="16"/>
                      <a:pt x="12" y="17"/>
                    </a:cubicBezTo>
                    <a:cubicBezTo>
                      <a:pt x="13" y="19"/>
                      <a:pt x="15" y="19"/>
                      <a:pt x="13" y="21"/>
                    </a:cubicBezTo>
                    <a:cubicBezTo>
                      <a:pt x="11" y="22"/>
                      <a:pt x="10" y="19"/>
                      <a:pt x="10" y="22"/>
                    </a:cubicBezTo>
                    <a:cubicBezTo>
                      <a:pt x="10" y="24"/>
                      <a:pt x="13" y="24"/>
                      <a:pt x="14" y="25"/>
                    </a:cubicBezTo>
                    <a:cubicBezTo>
                      <a:pt x="16" y="27"/>
                      <a:pt x="17" y="29"/>
                      <a:pt x="19" y="31"/>
                    </a:cubicBezTo>
                    <a:cubicBezTo>
                      <a:pt x="20" y="33"/>
                      <a:pt x="22" y="33"/>
                      <a:pt x="23" y="35"/>
                    </a:cubicBezTo>
                    <a:cubicBezTo>
                      <a:pt x="24" y="37"/>
                      <a:pt x="24" y="38"/>
                      <a:pt x="26" y="39"/>
                    </a:cubicBezTo>
                    <a:cubicBezTo>
                      <a:pt x="27" y="40"/>
                      <a:pt x="26" y="42"/>
                      <a:pt x="28" y="43"/>
                    </a:cubicBezTo>
                    <a:cubicBezTo>
                      <a:pt x="29" y="44"/>
                      <a:pt x="28" y="47"/>
                      <a:pt x="27" y="48"/>
                    </a:cubicBezTo>
                    <a:cubicBezTo>
                      <a:pt x="26" y="49"/>
                      <a:pt x="27" y="51"/>
                      <a:pt x="28" y="52"/>
                    </a:cubicBezTo>
                    <a:cubicBezTo>
                      <a:pt x="28" y="54"/>
                      <a:pt x="28" y="55"/>
                      <a:pt x="28" y="57"/>
                    </a:cubicBezTo>
                    <a:cubicBezTo>
                      <a:pt x="26" y="59"/>
                      <a:pt x="26" y="59"/>
                      <a:pt x="23" y="60"/>
                    </a:cubicBezTo>
                    <a:cubicBezTo>
                      <a:pt x="21" y="60"/>
                      <a:pt x="24" y="63"/>
                      <a:pt x="20" y="62"/>
                    </a:cubicBezTo>
                    <a:cubicBezTo>
                      <a:pt x="18" y="62"/>
                      <a:pt x="20" y="64"/>
                      <a:pt x="20" y="65"/>
                    </a:cubicBezTo>
                    <a:cubicBezTo>
                      <a:pt x="21" y="67"/>
                      <a:pt x="19" y="66"/>
                      <a:pt x="18" y="66"/>
                    </a:cubicBezTo>
                    <a:cubicBezTo>
                      <a:pt x="16" y="66"/>
                      <a:pt x="15" y="66"/>
                      <a:pt x="14" y="67"/>
                    </a:cubicBezTo>
                    <a:cubicBezTo>
                      <a:pt x="11" y="69"/>
                      <a:pt x="13" y="69"/>
                      <a:pt x="15" y="70"/>
                    </a:cubicBezTo>
                    <a:cubicBezTo>
                      <a:pt x="16" y="70"/>
                      <a:pt x="14" y="73"/>
                      <a:pt x="14" y="74"/>
                    </a:cubicBezTo>
                    <a:cubicBezTo>
                      <a:pt x="13" y="74"/>
                      <a:pt x="13" y="78"/>
                      <a:pt x="14" y="77"/>
                    </a:cubicBezTo>
                    <a:cubicBezTo>
                      <a:pt x="16" y="76"/>
                      <a:pt x="17" y="75"/>
                      <a:pt x="18" y="75"/>
                    </a:cubicBezTo>
                    <a:cubicBezTo>
                      <a:pt x="22" y="74"/>
                      <a:pt x="20" y="73"/>
                      <a:pt x="19" y="71"/>
                    </a:cubicBezTo>
                    <a:cubicBezTo>
                      <a:pt x="20" y="71"/>
                      <a:pt x="21" y="73"/>
                      <a:pt x="22" y="72"/>
                    </a:cubicBezTo>
                    <a:cubicBezTo>
                      <a:pt x="23" y="71"/>
                      <a:pt x="21" y="70"/>
                      <a:pt x="21" y="70"/>
                    </a:cubicBezTo>
                    <a:cubicBezTo>
                      <a:pt x="21" y="69"/>
                      <a:pt x="23" y="71"/>
                      <a:pt x="23" y="71"/>
                    </a:cubicBezTo>
                    <a:cubicBezTo>
                      <a:pt x="22" y="71"/>
                      <a:pt x="23" y="67"/>
                      <a:pt x="24" y="67"/>
                    </a:cubicBezTo>
                    <a:cubicBezTo>
                      <a:pt x="24" y="66"/>
                      <a:pt x="26" y="68"/>
                      <a:pt x="26" y="68"/>
                    </a:cubicBezTo>
                    <a:cubicBezTo>
                      <a:pt x="28" y="68"/>
                      <a:pt x="29" y="67"/>
                      <a:pt x="30" y="66"/>
                    </a:cubicBezTo>
                    <a:cubicBezTo>
                      <a:pt x="31" y="65"/>
                      <a:pt x="36" y="63"/>
                      <a:pt x="36" y="61"/>
                    </a:cubicBezTo>
                    <a:cubicBezTo>
                      <a:pt x="36" y="60"/>
                      <a:pt x="35" y="59"/>
                      <a:pt x="36" y="57"/>
                    </a:cubicBezTo>
                    <a:cubicBezTo>
                      <a:pt x="36" y="56"/>
                      <a:pt x="38" y="57"/>
                      <a:pt x="37" y="55"/>
                    </a:cubicBezTo>
                    <a:cubicBezTo>
                      <a:pt x="36" y="54"/>
                      <a:pt x="38" y="56"/>
                      <a:pt x="37" y="5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0" name="Freeform 706">
                <a:extLst>
                  <a:ext uri="{FF2B5EF4-FFF2-40B4-BE49-F238E27FC236}">
                    <a16:creationId xmlns:a16="http://schemas.microsoft.com/office/drawing/2014/main" id="{D490D459-49C8-9DED-6CEA-B7D73C733641}"/>
                  </a:ext>
                </a:extLst>
              </p:cNvPr>
              <p:cNvSpPr>
                <a:spLocks/>
              </p:cNvSpPr>
              <p:nvPr/>
            </p:nvSpPr>
            <p:spPr bwMode="auto">
              <a:xfrm>
                <a:off x="16279815" y="7978656"/>
                <a:ext cx="343950" cy="420492"/>
              </a:xfrm>
              <a:custGeom>
                <a:avLst/>
                <a:gdLst>
                  <a:gd name="T0" fmla="*/ 37 w 37"/>
                  <a:gd name="T1" fmla="*/ 38 h 45"/>
                  <a:gd name="T2" fmla="*/ 35 w 37"/>
                  <a:gd name="T3" fmla="*/ 35 h 45"/>
                  <a:gd name="T4" fmla="*/ 33 w 37"/>
                  <a:gd name="T5" fmla="*/ 32 h 45"/>
                  <a:gd name="T6" fmla="*/ 30 w 37"/>
                  <a:gd name="T7" fmla="*/ 28 h 45"/>
                  <a:gd name="T8" fmla="*/ 26 w 37"/>
                  <a:gd name="T9" fmla="*/ 22 h 45"/>
                  <a:gd name="T10" fmla="*/ 22 w 37"/>
                  <a:gd name="T11" fmla="*/ 18 h 45"/>
                  <a:gd name="T12" fmla="*/ 19 w 37"/>
                  <a:gd name="T13" fmla="*/ 15 h 45"/>
                  <a:gd name="T14" fmla="*/ 22 w 37"/>
                  <a:gd name="T15" fmla="*/ 14 h 45"/>
                  <a:gd name="T16" fmla="*/ 21 w 37"/>
                  <a:gd name="T17" fmla="*/ 10 h 45"/>
                  <a:gd name="T18" fmla="*/ 14 w 37"/>
                  <a:gd name="T19" fmla="*/ 8 h 45"/>
                  <a:gd name="T20" fmla="*/ 13 w 37"/>
                  <a:gd name="T21" fmla="*/ 4 h 45"/>
                  <a:gd name="T22" fmla="*/ 9 w 37"/>
                  <a:gd name="T23" fmla="*/ 0 h 45"/>
                  <a:gd name="T24" fmla="*/ 7 w 37"/>
                  <a:gd name="T25" fmla="*/ 0 h 45"/>
                  <a:gd name="T26" fmla="*/ 8 w 37"/>
                  <a:gd name="T27" fmla="*/ 4 h 45"/>
                  <a:gd name="T28" fmla="*/ 8 w 37"/>
                  <a:gd name="T29" fmla="*/ 7 h 45"/>
                  <a:gd name="T30" fmla="*/ 4 w 37"/>
                  <a:gd name="T31" fmla="*/ 5 h 45"/>
                  <a:gd name="T32" fmla="*/ 0 w 37"/>
                  <a:gd name="T33" fmla="*/ 10 h 45"/>
                  <a:gd name="T34" fmla="*/ 4 w 37"/>
                  <a:gd name="T35" fmla="*/ 15 h 45"/>
                  <a:gd name="T36" fmla="*/ 4 w 37"/>
                  <a:gd name="T37" fmla="*/ 22 h 45"/>
                  <a:gd name="T38" fmla="*/ 3 w 37"/>
                  <a:gd name="T39" fmla="*/ 26 h 45"/>
                  <a:gd name="T40" fmla="*/ 7 w 37"/>
                  <a:gd name="T41" fmla="*/ 25 h 45"/>
                  <a:gd name="T42" fmla="*/ 10 w 37"/>
                  <a:gd name="T43" fmla="*/ 23 h 45"/>
                  <a:gd name="T44" fmla="*/ 15 w 37"/>
                  <a:gd name="T45" fmla="*/ 22 h 45"/>
                  <a:gd name="T46" fmla="*/ 23 w 37"/>
                  <a:gd name="T47" fmla="*/ 28 h 45"/>
                  <a:gd name="T48" fmla="*/ 27 w 37"/>
                  <a:gd name="T49" fmla="*/ 36 h 45"/>
                  <a:gd name="T50" fmla="*/ 27 w 37"/>
                  <a:gd name="T51" fmla="*/ 39 h 45"/>
                  <a:gd name="T52" fmla="*/ 25 w 37"/>
                  <a:gd name="T53" fmla="*/ 43 h 45"/>
                  <a:gd name="T54" fmla="*/ 29 w 37"/>
                  <a:gd name="T55" fmla="*/ 43 h 45"/>
                  <a:gd name="T56" fmla="*/ 32 w 37"/>
                  <a:gd name="T57" fmla="*/ 42 h 45"/>
                  <a:gd name="T58" fmla="*/ 35 w 37"/>
                  <a:gd name="T59" fmla="*/ 42 h 45"/>
                  <a:gd name="T60" fmla="*/ 37 w 37"/>
                  <a:gd name="T61" fmla="*/ 3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 h="45">
                    <a:moveTo>
                      <a:pt x="37" y="38"/>
                    </a:moveTo>
                    <a:cubicBezTo>
                      <a:pt x="37" y="37"/>
                      <a:pt x="36" y="37"/>
                      <a:pt x="35" y="35"/>
                    </a:cubicBezTo>
                    <a:cubicBezTo>
                      <a:pt x="35" y="33"/>
                      <a:pt x="34" y="34"/>
                      <a:pt x="33" y="32"/>
                    </a:cubicBezTo>
                    <a:cubicBezTo>
                      <a:pt x="32" y="30"/>
                      <a:pt x="32" y="29"/>
                      <a:pt x="30" y="28"/>
                    </a:cubicBezTo>
                    <a:cubicBezTo>
                      <a:pt x="28" y="26"/>
                      <a:pt x="27" y="24"/>
                      <a:pt x="26" y="22"/>
                    </a:cubicBezTo>
                    <a:cubicBezTo>
                      <a:pt x="25" y="21"/>
                      <a:pt x="23" y="19"/>
                      <a:pt x="22" y="18"/>
                    </a:cubicBezTo>
                    <a:cubicBezTo>
                      <a:pt x="20" y="17"/>
                      <a:pt x="19" y="18"/>
                      <a:pt x="19" y="15"/>
                    </a:cubicBezTo>
                    <a:cubicBezTo>
                      <a:pt x="19" y="14"/>
                      <a:pt x="21" y="16"/>
                      <a:pt x="22" y="14"/>
                    </a:cubicBezTo>
                    <a:cubicBezTo>
                      <a:pt x="24" y="13"/>
                      <a:pt x="22" y="12"/>
                      <a:pt x="21" y="10"/>
                    </a:cubicBezTo>
                    <a:cubicBezTo>
                      <a:pt x="19" y="5"/>
                      <a:pt x="16" y="11"/>
                      <a:pt x="14" y="8"/>
                    </a:cubicBezTo>
                    <a:cubicBezTo>
                      <a:pt x="13" y="7"/>
                      <a:pt x="14" y="5"/>
                      <a:pt x="13" y="4"/>
                    </a:cubicBezTo>
                    <a:cubicBezTo>
                      <a:pt x="12" y="3"/>
                      <a:pt x="10" y="2"/>
                      <a:pt x="9" y="0"/>
                    </a:cubicBezTo>
                    <a:cubicBezTo>
                      <a:pt x="9" y="0"/>
                      <a:pt x="7" y="0"/>
                      <a:pt x="7" y="0"/>
                    </a:cubicBezTo>
                    <a:cubicBezTo>
                      <a:pt x="6" y="1"/>
                      <a:pt x="8" y="3"/>
                      <a:pt x="8" y="4"/>
                    </a:cubicBezTo>
                    <a:cubicBezTo>
                      <a:pt x="8" y="5"/>
                      <a:pt x="9" y="7"/>
                      <a:pt x="8" y="7"/>
                    </a:cubicBezTo>
                    <a:cubicBezTo>
                      <a:pt x="6" y="7"/>
                      <a:pt x="6" y="5"/>
                      <a:pt x="4" y="5"/>
                    </a:cubicBezTo>
                    <a:cubicBezTo>
                      <a:pt x="3" y="4"/>
                      <a:pt x="0" y="10"/>
                      <a:pt x="0" y="10"/>
                    </a:cubicBezTo>
                    <a:cubicBezTo>
                      <a:pt x="1" y="13"/>
                      <a:pt x="0" y="17"/>
                      <a:pt x="4" y="15"/>
                    </a:cubicBezTo>
                    <a:cubicBezTo>
                      <a:pt x="6" y="14"/>
                      <a:pt x="4" y="22"/>
                      <a:pt x="4" y="22"/>
                    </a:cubicBezTo>
                    <a:cubicBezTo>
                      <a:pt x="6" y="23"/>
                      <a:pt x="4" y="24"/>
                      <a:pt x="3" y="26"/>
                    </a:cubicBezTo>
                    <a:cubicBezTo>
                      <a:pt x="3" y="27"/>
                      <a:pt x="6" y="25"/>
                      <a:pt x="7" y="25"/>
                    </a:cubicBezTo>
                    <a:cubicBezTo>
                      <a:pt x="7" y="24"/>
                      <a:pt x="9" y="23"/>
                      <a:pt x="10" y="23"/>
                    </a:cubicBezTo>
                    <a:cubicBezTo>
                      <a:pt x="12" y="24"/>
                      <a:pt x="13" y="24"/>
                      <a:pt x="15" y="22"/>
                    </a:cubicBezTo>
                    <a:cubicBezTo>
                      <a:pt x="17" y="21"/>
                      <a:pt x="24" y="25"/>
                      <a:pt x="23" y="28"/>
                    </a:cubicBezTo>
                    <a:cubicBezTo>
                      <a:pt x="21" y="32"/>
                      <a:pt x="25" y="33"/>
                      <a:pt x="27" y="36"/>
                    </a:cubicBezTo>
                    <a:cubicBezTo>
                      <a:pt x="27" y="37"/>
                      <a:pt x="27" y="38"/>
                      <a:pt x="27" y="39"/>
                    </a:cubicBezTo>
                    <a:cubicBezTo>
                      <a:pt x="27" y="40"/>
                      <a:pt x="26" y="42"/>
                      <a:pt x="25" y="43"/>
                    </a:cubicBezTo>
                    <a:cubicBezTo>
                      <a:pt x="26" y="43"/>
                      <a:pt x="29" y="45"/>
                      <a:pt x="29" y="43"/>
                    </a:cubicBezTo>
                    <a:cubicBezTo>
                      <a:pt x="29" y="42"/>
                      <a:pt x="31" y="41"/>
                      <a:pt x="32" y="42"/>
                    </a:cubicBezTo>
                    <a:cubicBezTo>
                      <a:pt x="33" y="43"/>
                      <a:pt x="34" y="43"/>
                      <a:pt x="35" y="42"/>
                    </a:cubicBezTo>
                    <a:cubicBezTo>
                      <a:pt x="37" y="42"/>
                      <a:pt x="37" y="40"/>
                      <a:pt x="37" y="3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1" name="Freeform 707">
                <a:extLst>
                  <a:ext uri="{FF2B5EF4-FFF2-40B4-BE49-F238E27FC236}">
                    <a16:creationId xmlns:a16="http://schemas.microsoft.com/office/drawing/2014/main" id="{8CA5A314-67BC-35A4-E788-CAB6D467B427}"/>
                  </a:ext>
                </a:extLst>
              </p:cNvPr>
              <p:cNvSpPr>
                <a:spLocks/>
              </p:cNvSpPr>
              <p:nvPr/>
            </p:nvSpPr>
            <p:spPr bwMode="auto">
              <a:xfrm>
                <a:off x="17754337" y="9119079"/>
                <a:ext cx="420383" cy="356781"/>
              </a:xfrm>
              <a:custGeom>
                <a:avLst/>
                <a:gdLst>
                  <a:gd name="T0" fmla="*/ 45 w 45"/>
                  <a:gd name="T1" fmla="*/ 29 h 38"/>
                  <a:gd name="T2" fmla="*/ 45 w 45"/>
                  <a:gd name="T3" fmla="*/ 26 h 38"/>
                  <a:gd name="T4" fmla="*/ 45 w 45"/>
                  <a:gd name="T5" fmla="*/ 24 h 38"/>
                  <a:gd name="T6" fmla="*/ 45 w 45"/>
                  <a:gd name="T7" fmla="*/ 15 h 38"/>
                  <a:gd name="T8" fmla="*/ 45 w 45"/>
                  <a:gd name="T9" fmla="*/ 6 h 38"/>
                  <a:gd name="T10" fmla="*/ 35 w 45"/>
                  <a:gd name="T11" fmla="*/ 3 h 38"/>
                  <a:gd name="T12" fmla="*/ 30 w 45"/>
                  <a:gd name="T13" fmla="*/ 0 h 38"/>
                  <a:gd name="T14" fmla="*/ 26 w 45"/>
                  <a:gd name="T15" fmla="*/ 3 h 38"/>
                  <a:gd name="T16" fmla="*/ 22 w 45"/>
                  <a:gd name="T17" fmla="*/ 5 h 38"/>
                  <a:gd name="T18" fmla="*/ 18 w 45"/>
                  <a:gd name="T19" fmla="*/ 10 h 38"/>
                  <a:gd name="T20" fmla="*/ 14 w 45"/>
                  <a:gd name="T21" fmla="*/ 8 h 38"/>
                  <a:gd name="T22" fmla="*/ 11 w 45"/>
                  <a:gd name="T23" fmla="*/ 5 h 38"/>
                  <a:gd name="T24" fmla="*/ 9 w 45"/>
                  <a:gd name="T25" fmla="*/ 6 h 38"/>
                  <a:gd name="T26" fmla="*/ 7 w 45"/>
                  <a:gd name="T27" fmla="*/ 5 h 38"/>
                  <a:gd name="T28" fmla="*/ 4 w 45"/>
                  <a:gd name="T29" fmla="*/ 6 h 38"/>
                  <a:gd name="T30" fmla="*/ 0 w 45"/>
                  <a:gd name="T31" fmla="*/ 7 h 38"/>
                  <a:gd name="T32" fmla="*/ 3 w 45"/>
                  <a:gd name="T33" fmla="*/ 8 h 38"/>
                  <a:gd name="T34" fmla="*/ 4 w 45"/>
                  <a:gd name="T35" fmla="*/ 11 h 38"/>
                  <a:gd name="T36" fmla="*/ 7 w 45"/>
                  <a:gd name="T37" fmla="*/ 14 h 38"/>
                  <a:gd name="T38" fmla="*/ 9 w 45"/>
                  <a:gd name="T39" fmla="*/ 8 h 38"/>
                  <a:gd name="T40" fmla="*/ 10 w 45"/>
                  <a:gd name="T41" fmla="*/ 12 h 38"/>
                  <a:gd name="T42" fmla="*/ 15 w 45"/>
                  <a:gd name="T43" fmla="*/ 12 h 38"/>
                  <a:gd name="T44" fmla="*/ 18 w 45"/>
                  <a:gd name="T45" fmla="*/ 15 h 38"/>
                  <a:gd name="T46" fmla="*/ 27 w 45"/>
                  <a:gd name="T47" fmla="*/ 19 h 38"/>
                  <a:gd name="T48" fmla="*/ 32 w 45"/>
                  <a:gd name="T49" fmla="*/ 22 h 38"/>
                  <a:gd name="T50" fmla="*/ 34 w 45"/>
                  <a:gd name="T51" fmla="*/ 26 h 38"/>
                  <a:gd name="T52" fmla="*/ 36 w 45"/>
                  <a:gd name="T53" fmla="*/ 27 h 38"/>
                  <a:gd name="T54" fmla="*/ 34 w 45"/>
                  <a:gd name="T55" fmla="*/ 28 h 38"/>
                  <a:gd name="T56" fmla="*/ 36 w 45"/>
                  <a:gd name="T57" fmla="*/ 29 h 38"/>
                  <a:gd name="T58" fmla="*/ 35 w 45"/>
                  <a:gd name="T59" fmla="*/ 30 h 38"/>
                  <a:gd name="T60" fmla="*/ 32 w 45"/>
                  <a:gd name="T61" fmla="*/ 31 h 38"/>
                  <a:gd name="T62" fmla="*/ 29 w 45"/>
                  <a:gd name="T63" fmla="*/ 34 h 38"/>
                  <a:gd name="T64" fmla="*/ 34 w 45"/>
                  <a:gd name="T65" fmla="*/ 35 h 38"/>
                  <a:gd name="T66" fmla="*/ 36 w 45"/>
                  <a:gd name="T67" fmla="*/ 31 h 38"/>
                  <a:gd name="T68" fmla="*/ 36 w 45"/>
                  <a:gd name="T69" fmla="*/ 33 h 38"/>
                  <a:gd name="T70" fmla="*/ 40 w 45"/>
                  <a:gd name="T71" fmla="*/ 32 h 38"/>
                  <a:gd name="T72" fmla="*/ 45 w 45"/>
                  <a:gd name="T73" fmla="*/ 38 h 38"/>
                  <a:gd name="T74" fmla="*/ 45 w 45"/>
                  <a:gd name="T7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38">
                    <a:moveTo>
                      <a:pt x="45" y="29"/>
                    </a:moveTo>
                    <a:cubicBezTo>
                      <a:pt x="45" y="28"/>
                      <a:pt x="44" y="27"/>
                      <a:pt x="45" y="26"/>
                    </a:cubicBezTo>
                    <a:cubicBezTo>
                      <a:pt x="45" y="25"/>
                      <a:pt x="45" y="25"/>
                      <a:pt x="45" y="24"/>
                    </a:cubicBezTo>
                    <a:cubicBezTo>
                      <a:pt x="45" y="21"/>
                      <a:pt x="45" y="18"/>
                      <a:pt x="45" y="15"/>
                    </a:cubicBezTo>
                    <a:cubicBezTo>
                      <a:pt x="45" y="12"/>
                      <a:pt x="45" y="9"/>
                      <a:pt x="45" y="6"/>
                    </a:cubicBezTo>
                    <a:cubicBezTo>
                      <a:pt x="45" y="6"/>
                      <a:pt x="36" y="3"/>
                      <a:pt x="35" y="3"/>
                    </a:cubicBezTo>
                    <a:cubicBezTo>
                      <a:pt x="33" y="2"/>
                      <a:pt x="32" y="1"/>
                      <a:pt x="30" y="0"/>
                    </a:cubicBezTo>
                    <a:cubicBezTo>
                      <a:pt x="27" y="0"/>
                      <a:pt x="27" y="2"/>
                      <a:pt x="26" y="3"/>
                    </a:cubicBezTo>
                    <a:cubicBezTo>
                      <a:pt x="26" y="4"/>
                      <a:pt x="23" y="4"/>
                      <a:pt x="22" y="5"/>
                    </a:cubicBezTo>
                    <a:cubicBezTo>
                      <a:pt x="21" y="7"/>
                      <a:pt x="20" y="9"/>
                      <a:pt x="18" y="10"/>
                    </a:cubicBezTo>
                    <a:cubicBezTo>
                      <a:pt x="16" y="11"/>
                      <a:pt x="14" y="10"/>
                      <a:pt x="14" y="8"/>
                    </a:cubicBezTo>
                    <a:cubicBezTo>
                      <a:pt x="13" y="6"/>
                      <a:pt x="12" y="6"/>
                      <a:pt x="11" y="5"/>
                    </a:cubicBezTo>
                    <a:cubicBezTo>
                      <a:pt x="11" y="3"/>
                      <a:pt x="10" y="5"/>
                      <a:pt x="9" y="6"/>
                    </a:cubicBezTo>
                    <a:cubicBezTo>
                      <a:pt x="8" y="6"/>
                      <a:pt x="7" y="5"/>
                      <a:pt x="7" y="5"/>
                    </a:cubicBezTo>
                    <a:cubicBezTo>
                      <a:pt x="6" y="5"/>
                      <a:pt x="5" y="6"/>
                      <a:pt x="4" y="6"/>
                    </a:cubicBezTo>
                    <a:cubicBezTo>
                      <a:pt x="4" y="7"/>
                      <a:pt x="0" y="6"/>
                      <a:pt x="0" y="7"/>
                    </a:cubicBezTo>
                    <a:cubicBezTo>
                      <a:pt x="0" y="8"/>
                      <a:pt x="2" y="8"/>
                      <a:pt x="3" y="8"/>
                    </a:cubicBezTo>
                    <a:cubicBezTo>
                      <a:pt x="4" y="9"/>
                      <a:pt x="4" y="10"/>
                      <a:pt x="4" y="11"/>
                    </a:cubicBezTo>
                    <a:cubicBezTo>
                      <a:pt x="4" y="13"/>
                      <a:pt x="7" y="13"/>
                      <a:pt x="7" y="14"/>
                    </a:cubicBezTo>
                    <a:cubicBezTo>
                      <a:pt x="7" y="12"/>
                      <a:pt x="7" y="9"/>
                      <a:pt x="9" y="8"/>
                    </a:cubicBezTo>
                    <a:cubicBezTo>
                      <a:pt x="7" y="9"/>
                      <a:pt x="8" y="11"/>
                      <a:pt x="10" y="12"/>
                    </a:cubicBezTo>
                    <a:cubicBezTo>
                      <a:pt x="12" y="13"/>
                      <a:pt x="13" y="13"/>
                      <a:pt x="15" y="12"/>
                    </a:cubicBezTo>
                    <a:cubicBezTo>
                      <a:pt x="12" y="13"/>
                      <a:pt x="17" y="15"/>
                      <a:pt x="18" y="15"/>
                    </a:cubicBezTo>
                    <a:cubicBezTo>
                      <a:pt x="21" y="16"/>
                      <a:pt x="24" y="18"/>
                      <a:pt x="27" y="19"/>
                    </a:cubicBezTo>
                    <a:cubicBezTo>
                      <a:pt x="29" y="20"/>
                      <a:pt x="31" y="21"/>
                      <a:pt x="32" y="22"/>
                    </a:cubicBezTo>
                    <a:cubicBezTo>
                      <a:pt x="32" y="24"/>
                      <a:pt x="33" y="25"/>
                      <a:pt x="34" y="26"/>
                    </a:cubicBezTo>
                    <a:cubicBezTo>
                      <a:pt x="34" y="26"/>
                      <a:pt x="36" y="27"/>
                      <a:pt x="36" y="27"/>
                    </a:cubicBezTo>
                    <a:cubicBezTo>
                      <a:pt x="36" y="27"/>
                      <a:pt x="34" y="28"/>
                      <a:pt x="34" y="28"/>
                    </a:cubicBezTo>
                    <a:cubicBezTo>
                      <a:pt x="34" y="28"/>
                      <a:pt x="36" y="28"/>
                      <a:pt x="36" y="29"/>
                    </a:cubicBezTo>
                    <a:cubicBezTo>
                      <a:pt x="36" y="28"/>
                      <a:pt x="35" y="29"/>
                      <a:pt x="35" y="30"/>
                    </a:cubicBezTo>
                    <a:cubicBezTo>
                      <a:pt x="34" y="31"/>
                      <a:pt x="33" y="30"/>
                      <a:pt x="32" y="31"/>
                    </a:cubicBezTo>
                    <a:cubicBezTo>
                      <a:pt x="31" y="31"/>
                      <a:pt x="28" y="34"/>
                      <a:pt x="29" y="34"/>
                    </a:cubicBezTo>
                    <a:cubicBezTo>
                      <a:pt x="30" y="35"/>
                      <a:pt x="32" y="35"/>
                      <a:pt x="34" y="35"/>
                    </a:cubicBezTo>
                    <a:cubicBezTo>
                      <a:pt x="34" y="34"/>
                      <a:pt x="35" y="30"/>
                      <a:pt x="36" y="31"/>
                    </a:cubicBezTo>
                    <a:cubicBezTo>
                      <a:pt x="36" y="32"/>
                      <a:pt x="33" y="33"/>
                      <a:pt x="36" y="33"/>
                    </a:cubicBezTo>
                    <a:cubicBezTo>
                      <a:pt x="38" y="34"/>
                      <a:pt x="39" y="34"/>
                      <a:pt x="40" y="32"/>
                    </a:cubicBezTo>
                    <a:cubicBezTo>
                      <a:pt x="39" y="34"/>
                      <a:pt x="44" y="37"/>
                      <a:pt x="45" y="38"/>
                    </a:cubicBezTo>
                    <a:cubicBezTo>
                      <a:pt x="45" y="35"/>
                      <a:pt x="45" y="32"/>
                      <a:pt x="45" y="2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2" name="Freeform 708">
                <a:extLst>
                  <a:ext uri="{FF2B5EF4-FFF2-40B4-BE49-F238E27FC236}">
                    <a16:creationId xmlns:a16="http://schemas.microsoft.com/office/drawing/2014/main" id="{E8D39BE0-5725-E67A-E3DE-BA3A7CFB543F}"/>
                  </a:ext>
                </a:extLst>
              </p:cNvPr>
              <p:cNvSpPr>
                <a:spLocks/>
              </p:cNvSpPr>
              <p:nvPr/>
            </p:nvSpPr>
            <p:spPr bwMode="auto">
              <a:xfrm>
                <a:off x="18165166" y="9176423"/>
                <a:ext cx="477708" cy="382265"/>
              </a:xfrm>
              <a:custGeom>
                <a:avLst/>
                <a:gdLst>
                  <a:gd name="T0" fmla="*/ 50 w 51"/>
                  <a:gd name="T1" fmla="*/ 39 h 41"/>
                  <a:gd name="T2" fmla="*/ 45 w 51"/>
                  <a:gd name="T3" fmla="*/ 37 h 41"/>
                  <a:gd name="T4" fmla="*/ 47 w 51"/>
                  <a:gd name="T5" fmla="*/ 36 h 41"/>
                  <a:gd name="T6" fmla="*/ 42 w 51"/>
                  <a:gd name="T7" fmla="*/ 34 h 41"/>
                  <a:gd name="T8" fmla="*/ 38 w 51"/>
                  <a:gd name="T9" fmla="*/ 30 h 41"/>
                  <a:gd name="T10" fmla="*/ 37 w 51"/>
                  <a:gd name="T11" fmla="*/ 28 h 41"/>
                  <a:gd name="T12" fmla="*/ 34 w 51"/>
                  <a:gd name="T13" fmla="*/ 26 h 41"/>
                  <a:gd name="T14" fmla="*/ 29 w 51"/>
                  <a:gd name="T15" fmla="*/ 21 h 41"/>
                  <a:gd name="T16" fmla="*/ 34 w 51"/>
                  <a:gd name="T17" fmla="*/ 21 h 41"/>
                  <a:gd name="T18" fmla="*/ 34 w 51"/>
                  <a:gd name="T19" fmla="*/ 18 h 41"/>
                  <a:gd name="T20" fmla="*/ 31 w 51"/>
                  <a:gd name="T21" fmla="*/ 17 h 41"/>
                  <a:gd name="T22" fmla="*/ 25 w 51"/>
                  <a:gd name="T23" fmla="*/ 12 h 41"/>
                  <a:gd name="T24" fmla="*/ 19 w 51"/>
                  <a:gd name="T25" fmla="*/ 7 h 41"/>
                  <a:gd name="T26" fmla="*/ 16 w 51"/>
                  <a:gd name="T27" fmla="*/ 6 h 41"/>
                  <a:gd name="T28" fmla="*/ 13 w 51"/>
                  <a:gd name="T29" fmla="*/ 4 h 41"/>
                  <a:gd name="T30" fmla="*/ 8 w 51"/>
                  <a:gd name="T31" fmla="*/ 2 h 41"/>
                  <a:gd name="T32" fmla="*/ 1 w 51"/>
                  <a:gd name="T33" fmla="*/ 0 h 41"/>
                  <a:gd name="T34" fmla="*/ 1 w 51"/>
                  <a:gd name="T35" fmla="*/ 10 h 41"/>
                  <a:gd name="T36" fmla="*/ 1 w 51"/>
                  <a:gd name="T37" fmla="*/ 20 h 41"/>
                  <a:gd name="T38" fmla="*/ 1 w 51"/>
                  <a:gd name="T39" fmla="*/ 25 h 41"/>
                  <a:gd name="T40" fmla="*/ 1 w 51"/>
                  <a:gd name="T41" fmla="*/ 30 h 41"/>
                  <a:gd name="T42" fmla="*/ 4 w 51"/>
                  <a:gd name="T43" fmla="*/ 33 h 41"/>
                  <a:gd name="T44" fmla="*/ 13 w 51"/>
                  <a:gd name="T45" fmla="*/ 31 h 41"/>
                  <a:gd name="T46" fmla="*/ 9 w 51"/>
                  <a:gd name="T47" fmla="*/ 28 h 41"/>
                  <a:gd name="T48" fmla="*/ 14 w 51"/>
                  <a:gd name="T49" fmla="*/ 30 h 41"/>
                  <a:gd name="T50" fmla="*/ 13 w 51"/>
                  <a:gd name="T51" fmla="*/ 26 h 41"/>
                  <a:gd name="T52" fmla="*/ 15 w 51"/>
                  <a:gd name="T53" fmla="*/ 27 h 41"/>
                  <a:gd name="T54" fmla="*/ 18 w 51"/>
                  <a:gd name="T55" fmla="*/ 25 h 41"/>
                  <a:gd name="T56" fmla="*/ 26 w 51"/>
                  <a:gd name="T57" fmla="*/ 27 h 41"/>
                  <a:gd name="T58" fmla="*/ 31 w 51"/>
                  <a:gd name="T59" fmla="*/ 33 h 41"/>
                  <a:gd name="T60" fmla="*/ 36 w 51"/>
                  <a:gd name="T61" fmla="*/ 38 h 41"/>
                  <a:gd name="T62" fmla="*/ 45 w 51"/>
                  <a:gd name="T63" fmla="*/ 40 h 41"/>
                  <a:gd name="T64" fmla="*/ 48 w 51"/>
                  <a:gd name="T65" fmla="*/ 40 h 41"/>
                  <a:gd name="T66" fmla="*/ 50 w 51"/>
                  <a:gd name="T67" fmla="*/ 39 h 41"/>
                  <a:gd name="T68" fmla="*/ 50 w 51"/>
                  <a:gd name="T6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 h="41">
                    <a:moveTo>
                      <a:pt x="50" y="39"/>
                    </a:moveTo>
                    <a:cubicBezTo>
                      <a:pt x="48" y="38"/>
                      <a:pt x="46" y="38"/>
                      <a:pt x="45" y="37"/>
                    </a:cubicBezTo>
                    <a:cubicBezTo>
                      <a:pt x="44" y="36"/>
                      <a:pt x="46" y="35"/>
                      <a:pt x="47" y="36"/>
                    </a:cubicBezTo>
                    <a:cubicBezTo>
                      <a:pt x="45" y="35"/>
                      <a:pt x="42" y="36"/>
                      <a:pt x="42" y="34"/>
                    </a:cubicBezTo>
                    <a:cubicBezTo>
                      <a:pt x="42" y="32"/>
                      <a:pt x="39" y="32"/>
                      <a:pt x="38" y="30"/>
                    </a:cubicBezTo>
                    <a:cubicBezTo>
                      <a:pt x="37" y="29"/>
                      <a:pt x="38" y="29"/>
                      <a:pt x="37" y="28"/>
                    </a:cubicBezTo>
                    <a:cubicBezTo>
                      <a:pt x="36" y="27"/>
                      <a:pt x="35" y="27"/>
                      <a:pt x="34" y="26"/>
                    </a:cubicBezTo>
                    <a:cubicBezTo>
                      <a:pt x="34" y="26"/>
                      <a:pt x="30" y="21"/>
                      <a:pt x="29" y="21"/>
                    </a:cubicBezTo>
                    <a:cubicBezTo>
                      <a:pt x="30" y="20"/>
                      <a:pt x="33" y="21"/>
                      <a:pt x="34" y="21"/>
                    </a:cubicBezTo>
                    <a:cubicBezTo>
                      <a:pt x="36" y="21"/>
                      <a:pt x="35" y="20"/>
                      <a:pt x="34" y="18"/>
                    </a:cubicBezTo>
                    <a:cubicBezTo>
                      <a:pt x="34" y="17"/>
                      <a:pt x="32" y="17"/>
                      <a:pt x="31" y="17"/>
                    </a:cubicBezTo>
                    <a:cubicBezTo>
                      <a:pt x="28" y="15"/>
                      <a:pt x="26" y="14"/>
                      <a:pt x="25" y="12"/>
                    </a:cubicBezTo>
                    <a:cubicBezTo>
                      <a:pt x="24" y="10"/>
                      <a:pt x="21" y="8"/>
                      <a:pt x="19" y="7"/>
                    </a:cubicBezTo>
                    <a:cubicBezTo>
                      <a:pt x="18" y="6"/>
                      <a:pt x="17" y="6"/>
                      <a:pt x="16" y="6"/>
                    </a:cubicBezTo>
                    <a:cubicBezTo>
                      <a:pt x="15" y="6"/>
                      <a:pt x="14" y="4"/>
                      <a:pt x="13" y="4"/>
                    </a:cubicBezTo>
                    <a:cubicBezTo>
                      <a:pt x="12" y="3"/>
                      <a:pt x="10" y="3"/>
                      <a:pt x="8" y="2"/>
                    </a:cubicBezTo>
                    <a:cubicBezTo>
                      <a:pt x="6" y="2"/>
                      <a:pt x="4" y="0"/>
                      <a:pt x="1" y="0"/>
                    </a:cubicBezTo>
                    <a:cubicBezTo>
                      <a:pt x="1" y="3"/>
                      <a:pt x="1" y="7"/>
                      <a:pt x="1" y="10"/>
                    </a:cubicBezTo>
                    <a:cubicBezTo>
                      <a:pt x="1" y="13"/>
                      <a:pt x="2" y="17"/>
                      <a:pt x="1" y="20"/>
                    </a:cubicBezTo>
                    <a:cubicBezTo>
                      <a:pt x="0" y="21"/>
                      <a:pt x="1" y="23"/>
                      <a:pt x="1" y="25"/>
                    </a:cubicBezTo>
                    <a:cubicBezTo>
                      <a:pt x="1" y="27"/>
                      <a:pt x="1" y="28"/>
                      <a:pt x="1" y="30"/>
                    </a:cubicBezTo>
                    <a:cubicBezTo>
                      <a:pt x="1" y="33"/>
                      <a:pt x="2" y="33"/>
                      <a:pt x="4" y="33"/>
                    </a:cubicBezTo>
                    <a:cubicBezTo>
                      <a:pt x="7" y="33"/>
                      <a:pt x="10" y="33"/>
                      <a:pt x="13" y="31"/>
                    </a:cubicBezTo>
                    <a:cubicBezTo>
                      <a:pt x="14" y="31"/>
                      <a:pt x="9" y="28"/>
                      <a:pt x="9" y="28"/>
                    </a:cubicBezTo>
                    <a:cubicBezTo>
                      <a:pt x="10" y="28"/>
                      <a:pt x="14" y="31"/>
                      <a:pt x="14" y="30"/>
                    </a:cubicBezTo>
                    <a:cubicBezTo>
                      <a:pt x="14" y="29"/>
                      <a:pt x="13" y="28"/>
                      <a:pt x="13" y="26"/>
                    </a:cubicBezTo>
                    <a:cubicBezTo>
                      <a:pt x="13" y="26"/>
                      <a:pt x="16" y="28"/>
                      <a:pt x="15" y="27"/>
                    </a:cubicBezTo>
                    <a:cubicBezTo>
                      <a:pt x="15" y="25"/>
                      <a:pt x="17" y="25"/>
                      <a:pt x="18" y="25"/>
                    </a:cubicBezTo>
                    <a:cubicBezTo>
                      <a:pt x="19" y="25"/>
                      <a:pt x="26" y="28"/>
                      <a:pt x="26" y="27"/>
                    </a:cubicBezTo>
                    <a:cubicBezTo>
                      <a:pt x="26" y="29"/>
                      <a:pt x="30" y="31"/>
                      <a:pt x="31" y="33"/>
                    </a:cubicBezTo>
                    <a:cubicBezTo>
                      <a:pt x="32" y="35"/>
                      <a:pt x="34" y="38"/>
                      <a:pt x="36" y="38"/>
                    </a:cubicBezTo>
                    <a:cubicBezTo>
                      <a:pt x="39" y="38"/>
                      <a:pt x="42" y="39"/>
                      <a:pt x="45" y="40"/>
                    </a:cubicBezTo>
                    <a:cubicBezTo>
                      <a:pt x="46" y="40"/>
                      <a:pt x="48" y="41"/>
                      <a:pt x="48" y="40"/>
                    </a:cubicBezTo>
                    <a:cubicBezTo>
                      <a:pt x="48" y="39"/>
                      <a:pt x="51" y="39"/>
                      <a:pt x="50" y="39"/>
                    </a:cubicBezTo>
                    <a:cubicBezTo>
                      <a:pt x="49" y="38"/>
                      <a:pt x="51" y="39"/>
                      <a:pt x="50" y="3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3" name="Freeform 709">
                <a:extLst>
                  <a:ext uri="{FF2B5EF4-FFF2-40B4-BE49-F238E27FC236}">
                    <a16:creationId xmlns:a16="http://schemas.microsoft.com/office/drawing/2014/main" id="{E2FD84D4-3009-C04E-0DAC-36972136B3D9}"/>
                  </a:ext>
                </a:extLst>
              </p:cNvPr>
              <p:cNvSpPr>
                <a:spLocks/>
              </p:cNvSpPr>
              <p:nvPr/>
            </p:nvSpPr>
            <p:spPr bwMode="auto">
              <a:xfrm>
                <a:off x="16681089" y="8829198"/>
                <a:ext cx="477708" cy="420492"/>
              </a:xfrm>
              <a:custGeom>
                <a:avLst/>
                <a:gdLst>
                  <a:gd name="T0" fmla="*/ 33 w 51"/>
                  <a:gd name="T1" fmla="*/ 5 h 45"/>
                  <a:gd name="T2" fmla="*/ 29 w 51"/>
                  <a:gd name="T3" fmla="*/ 13 h 45"/>
                  <a:gd name="T4" fmla="*/ 20 w 51"/>
                  <a:gd name="T5" fmla="*/ 16 h 45"/>
                  <a:gd name="T6" fmla="*/ 15 w 51"/>
                  <a:gd name="T7" fmla="*/ 18 h 45"/>
                  <a:gd name="T8" fmla="*/ 10 w 51"/>
                  <a:gd name="T9" fmla="*/ 19 h 45"/>
                  <a:gd name="T10" fmla="*/ 7 w 51"/>
                  <a:gd name="T11" fmla="*/ 18 h 45"/>
                  <a:gd name="T12" fmla="*/ 3 w 51"/>
                  <a:gd name="T13" fmla="*/ 14 h 45"/>
                  <a:gd name="T14" fmla="*/ 0 w 51"/>
                  <a:gd name="T15" fmla="*/ 20 h 45"/>
                  <a:gd name="T16" fmla="*/ 4 w 51"/>
                  <a:gd name="T17" fmla="*/ 29 h 45"/>
                  <a:gd name="T18" fmla="*/ 8 w 51"/>
                  <a:gd name="T19" fmla="*/ 37 h 45"/>
                  <a:gd name="T20" fmla="*/ 13 w 51"/>
                  <a:gd name="T21" fmla="*/ 39 h 45"/>
                  <a:gd name="T22" fmla="*/ 14 w 51"/>
                  <a:gd name="T23" fmla="*/ 41 h 45"/>
                  <a:gd name="T24" fmla="*/ 19 w 51"/>
                  <a:gd name="T25" fmla="*/ 41 h 45"/>
                  <a:gd name="T26" fmla="*/ 21 w 51"/>
                  <a:gd name="T27" fmla="*/ 39 h 45"/>
                  <a:gd name="T28" fmla="*/ 25 w 51"/>
                  <a:gd name="T29" fmla="*/ 40 h 45"/>
                  <a:gd name="T30" fmla="*/ 28 w 51"/>
                  <a:gd name="T31" fmla="*/ 40 h 45"/>
                  <a:gd name="T32" fmla="*/ 31 w 51"/>
                  <a:gd name="T33" fmla="*/ 43 h 45"/>
                  <a:gd name="T34" fmla="*/ 34 w 51"/>
                  <a:gd name="T35" fmla="*/ 42 h 45"/>
                  <a:gd name="T36" fmla="*/ 36 w 51"/>
                  <a:gd name="T37" fmla="*/ 43 h 45"/>
                  <a:gd name="T38" fmla="*/ 37 w 51"/>
                  <a:gd name="T39" fmla="*/ 37 h 45"/>
                  <a:gd name="T40" fmla="*/ 37 w 51"/>
                  <a:gd name="T41" fmla="*/ 33 h 45"/>
                  <a:gd name="T42" fmla="*/ 39 w 51"/>
                  <a:gd name="T43" fmla="*/ 30 h 45"/>
                  <a:gd name="T44" fmla="*/ 42 w 51"/>
                  <a:gd name="T45" fmla="*/ 24 h 45"/>
                  <a:gd name="T46" fmla="*/ 47 w 51"/>
                  <a:gd name="T47" fmla="*/ 19 h 45"/>
                  <a:gd name="T48" fmla="*/ 49 w 51"/>
                  <a:gd name="T49" fmla="*/ 18 h 45"/>
                  <a:gd name="T50" fmla="*/ 45 w 51"/>
                  <a:gd name="T51" fmla="*/ 13 h 45"/>
                  <a:gd name="T52" fmla="*/ 42 w 51"/>
                  <a:gd name="T53" fmla="*/ 7 h 45"/>
                  <a:gd name="T54" fmla="*/ 44 w 51"/>
                  <a:gd name="T55" fmla="*/ 6 h 45"/>
                  <a:gd name="T56" fmla="*/ 44 w 51"/>
                  <a:gd name="T57" fmla="*/ 3 h 45"/>
                  <a:gd name="T58" fmla="*/ 33 w 51"/>
                  <a:gd name="T59" fmla="*/ 5 h 45"/>
                  <a:gd name="T60" fmla="*/ 33 w 51"/>
                  <a:gd name="T61"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 h="45">
                    <a:moveTo>
                      <a:pt x="33" y="5"/>
                    </a:moveTo>
                    <a:cubicBezTo>
                      <a:pt x="32" y="8"/>
                      <a:pt x="31" y="10"/>
                      <a:pt x="29" y="13"/>
                    </a:cubicBezTo>
                    <a:cubicBezTo>
                      <a:pt x="28" y="17"/>
                      <a:pt x="23" y="17"/>
                      <a:pt x="20" y="16"/>
                    </a:cubicBezTo>
                    <a:cubicBezTo>
                      <a:pt x="18" y="15"/>
                      <a:pt x="16" y="17"/>
                      <a:pt x="15" y="18"/>
                    </a:cubicBezTo>
                    <a:cubicBezTo>
                      <a:pt x="14" y="19"/>
                      <a:pt x="11" y="18"/>
                      <a:pt x="10" y="19"/>
                    </a:cubicBezTo>
                    <a:cubicBezTo>
                      <a:pt x="8" y="20"/>
                      <a:pt x="8" y="20"/>
                      <a:pt x="7" y="18"/>
                    </a:cubicBezTo>
                    <a:cubicBezTo>
                      <a:pt x="5" y="17"/>
                      <a:pt x="4" y="16"/>
                      <a:pt x="3" y="14"/>
                    </a:cubicBezTo>
                    <a:cubicBezTo>
                      <a:pt x="2" y="13"/>
                      <a:pt x="0" y="19"/>
                      <a:pt x="0" y="20"/>
                    </a:cubicBezTo>
                    <a:cubicBezTo>
                      <a:pt x="0" y="23"/>
                      <a:pt x="3" y="26"/>
                      <a:pt x="4" y="29"/>
                    </a:cubicBezTo>
                    <a:cubicBezTo>
                      <a:pt x="6" y="32"/>
                      <a:pt x="5" y="35"/>
                      <a:pt x="8" y="37"/>
                    </a:cubicBezTo>
                    <a:cubicBezTo>
                      <a:pt x="10" y="38"/>
                      <a:pt x="12" y="39"/>
                      <a:pt x="13" y="39"/>
                    </a:cubicBezTo>
                    <a:cubicBezTo>
                      <a:pt x="16" y="38"/>
                      <a:pt x="13" y="40"/>
                      <a:pt x="14" y="41"/>
                    </a:cubicBezTo>
                    <a:cubicBezTo>
                      <a:pt x="15" y="41"/>
                      <a:pt x="18" y="41"/>
                      <a:pt x="19" y="41"/>
                    </a:cubicBezTo>
                    <a:cubicBezTo>
                      <a:pt x="20" y="40"/>
                      <a:pt x="20" y="38"/>
                      <a:pt x="21" y="39"/>
                    </a:cubicBezTo>
                    <a:cubicBezTo>
                      <a:pt x="22" y="40"/>
                      <a:pt x="24" y="41"/>
                      <a:pt x="25" y="40"/>
                    </a:cubicBezTo>
                    <a:cubicBezTo>
                      <a:pt x="26" y="40"/>
                      <a:pt x="28" y="39"/>
                      <a:pt x="28" y="40"/>
                    </a:cubicBezTo>
                    <a:cubicBezTo>
                      <a:pt x="29" y="43"/>
                      <a:pt x="27" y="45"/>
                      <a:pt x="31" y="43"/>
                    </a:cubicBezTo>
                    <a:cubicBezTo>
                      <a:pt x="32" y="43"/>
                      <a:pt x="33" y="42"/>
                      <a:pt x="34" y="42"/>
                    </a:cubicBezTo>
                    <a:cubicBezTo>
                      <a:pt x="35" y="42"/>
                      <a:pt x="36" y="43"/>
                      <a:pt x="36" y="43"/>
                    </a:cubicBezTo>
                    <a:cubicBezTo>
                      <a:pt x="37" y="41"/>
                      <a:pt x="35" y="39"/>
                      <a:pt x="37" y="37"/>
                    </a:cubicBezTo>
                    <a:cubicBezTo>
                      <a:pt x="38" y="36"/>
                      <a:pt x="37" y="35"/>
                      <a:pt x="37" y="33"/>
                    </a:cubicBezTo>
                    <a:cubicBezTo>
                      <a:pt x="37" y="32"/>
                      <a:pt x="38" y="31"/>
                      <a:pt x="39" y="30"/>
                    </a:cubicBezTo>
                    <a:cubicBezTo>
                      <a:pt x="41" y="28"/>
                      <a:pt x="43" y="27"/>
                      <a:pt x="42" y="24"/>
                    </a:cubicBezTo>
                    <a:cubicBezTo>
                      <a:pt x="42" y="22"/>
                      <a:pt x="45" y="18"/>
                      <a:pt x="47" y="19"/>
                    </a:cubicBezTo>
                    <a:cubicBezTo>
                      <a:pt x="48" y="20"/>
                      <a:pt x="51" y="19"/>
                      <a:pt x="49" y="18"/>
                    </a:cubicBezTo>
                    <a:cubicBezTo>
                      <a:pt x="48" y="16"/>
                      <a:pt x="45" y="15"/>
                      <a:pt x="45" y="13"/>
                    </a:cubicBezTo>
                    <a:cubicBezTo>
                      <a:pt x="45" y="11"/>
                      <a:pt x="43" y="9"/>
                      <a:pt x="42" y="7"/>
                    </a:cubicBezTo>
                    <a:cubicBezTo>
                      <a:pt x="41" y="4"/>
                      <a:pt x="44" y="7"/>
                      <a:pt x="44" y="6"/>
                    </a:cubicBezTo>
                    <a:cubicBezTo>
                      <a:pt x="45" y="5"/>
                      <a:pt x="41" y="4"/>
                      <a:pt x="44" y="3"/>
                    </a:cubicBezTo>
                    <a:cubicBezTo>
                      <a:pt x="40" y="2"/>
                      <a:pt x="34" y="0"/>
                      <a:pt x="33" y="5"/>
                    </a:cubicBezTo>
                    <a:cubicBezTo>
                      <a:pt x="32" y="7"/>
                      <a:pt x="34" y="3"/>
                      <a:pt x="33"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4" name="Freeform 710">
                <a:extLst>
                  <a:ext uri="{FF2B5EF4-FFF2-40B4-BE49-F238E27FC236}">
                    <a16:creationId xmlns:a16="http://schemas.microsoft.com/office/drawing/2014/main" id="{DF3BBCC3-AD6F-134E-997B-26B75BAA2F6C}"/>
                  </a:ext>
                </a:extLst>
              </p:cNvPr>
              <p:cNvSpPr>
                <a:spLocks/>
              </p:cNvSpPr>
              <p:nvPr/>
            </p:nvSpPr>
            <p:spPr bwMode="auto">
              <a:xfrm>
                <a:off x="16709750" y="8717701"/>
                <a:ext cx="458600" cy="299442"/>
              </a:xfrm>
              <a:custGeom>
                <a:avLst/>
                <a:gdLst>
                  <a:gd name="T0" fmla="*/ 45 w 49"/>
                  <a:gd name="T1" fmla="*/ 10 h 32"/>
                  <a:gd name="T2" fmla="*/ 47 w 49"/>
                  <a:gd name="T3" fmla="*/ 8 h 32"/>
                  <a:gd name="T4" fmla="*/ 43 w 49"/>
                  <a:gd name="T5" fmla="*/ 7 h 32"/>
                  <a:gd name="T6" fmla="*/ 42 w 49"/>
                  <a:gd name="T7" fmla="*/ 6 h 32"/>
                  <a:gd name="T8" fmla="*/ 41 w 49"/>
                  <a:gd name="T9" fmla="*/ 6 h 32"/>
                  <a:gd name="T10" fmla="*/ 41 w 49"/>
                  <a:gd name="T11" fmla="*/ 4 h 32"/>
                  <a:gd name="T12" fmla="*/ 39 w 49"/>
                  <a:gd name="T13" fmla="*/ 2 h 32"/>
                  <a:gd name="T14" fmla="*/ 37 w 49"/>
                  <a:gd name="T15" fmla="*/ 2 h 32"/>
                  <a:gd name="T16" fmla="*/ 36 w 49"/>
                  <a:gd name="T17" fmla="*/ 1 h 32"/>
                  <a:gd name="T18" fmla="*/ 32 w 49"/>
                  <a:gd name="T19" fmla="*/ 6 h 32"/>
                  <a:gd name="T20" fmla="*/ 30 w 49"/>
                  <a:gd name="T21" fmla="*/ 8 h 32"/>
                  <a:gd name="T22" fmla="*/ 29 w 49"/>
                  <a:gd name="T23" fmla="*/ 9 h 32"/>
                  <a:gd name="T24" fmla="*/ 29 w 49"/>
                  <a:gd name="T25" fmla="*/ 10 h 32"/>
                  <a:gd name="T26" fmla="*/ 25 w 49"/>
                  <a:gd name="T27" fmla="*/ 12 h 32"/>
                  <a:gd name="T28" fmla="*/ 25 w 49"/>
                  <a:gd name="T29" fmla="*/ 15 h 32"/>
                  <a:gd name="T30" fmla="*/ 27 w 49"/>
                  <a:gd name="T31" fmla="*/ 14 h 32"/>
                  <a:gd name="T32" fmla="*/ 29 w 49"/>
                  <a:gd name="T33" fmla="*/ 13 h 32"/>
                  <a:gd name="T34" fmla="*/ 28 w 49"/>
                  <a:gd name="T35" fmla="*/ 11 h 32"/>
                  <a:gd name="T36" fmla="*/ 29 w 49"/>
                  <a:gd name="T37" fmla="*/ 13 h 32"/>
                  <a:gd name="T38" fmla="*/ 26 w 49"/>
                  <a:gd name="T39" fmla="*/ 14 h 32"/>
                  <a:gd name="T40" fmla="*/ 23 w 49"/>
                  <a:gd name="T41" fmla="*/ 13 h 32"/>
                  <a:gd name="T42" fmla="*/ 14 w 49"/>
                  <a:gd name="T43" fmla="*/ 20 h 32"/>
                  <a:gd name="T44" fmla="*/ 9 w 49"/>
                  <a:gd name="T45" fmla="*/ 23 h 32"/>
                  <a:gd name="T46" fmla="*/ 7 w 49"/>
                  <a:gd name="T47" fmla="*/ 26 h 32"/>
                  <a:gd name="T48" fmla="*/ 9 w 49"/>
                  <a:gd name="T49" fmla="*/ 28 h 32"/>
                  <a:gd name="T50" fmla="*/ 0 w 49"/>
                  <a:gd name="T51" fmla="*/ 26 h 32"/>
                  <a:gd name="T52" fmla="*/ 5 w 49"/>
                  <a:gd name="T53" fmla="*/ 32 h 32"/>
                  <a:gd name="T54" fmla="*/ 7 w 49"/>
                  <a:gd name="T55" fmla="*/ 31 h 32"/>
                  <a:gd name="T56" fmla="*/ 12 w 49"/>
                  <a:gd name="T57" fmla="*/ 30 h 32"/>
                  <a:gd name="T58" fmla="*/ 20 w 49"/>
                  <a:gd name="T59" fmla="*/ 29 h 32"/>
                  <a:gd name="T60" fmla="*/ 27 w 49"/>
                  <a:gd name="T61" fmla="*/ 24 h 32"/>
                  <a:gd name="T62" fmla="*/ 30 w 49"/>
                  <a:gd name="T63" fmla="*/ 18 h 32"/>
                  <a:gd name="T64" fmla="*/ 34 w 49"/>
                  <a:gd name="T65" fmla="*/ 14 h 32"/>
                  <a:gd name="T66" fmla="*/ 43 w 49"/>
                  <a:gd name="T67" fmla="*/ 14 h 32"/>
                  <a:gd name="T68" fmla="*/ 45 w 49"/>
                  <a:gd name="T6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32">
                    <a:moveTo>
                      <a:pt x="45" y="10"/>
                    </a:moveTo>
                    <a:cubicBezTo>
                      <a:pt x="48" y="10"/>
                      <a:pt x="49" y="9"/>
                      <a:pt x="47" y="8"/>
                    </a:cubicBezTo>
                    <a:cubicBezTo>
                      <a:pt x="45" y="7"/>
                      <a:pt x="45" y="6"/>
                      <a:pt x="43" y="7"/>
                    </a:cubicBezTo>
                    <a:cubicBezTo>
                      <a:pt x="42" y="8"/>
                      <a:pt x="43" y="7"/>
                      <a:pt x="42" y="6"/>
                    </a:cubicBezTo>
                    <a:cubicBezTo>
                      <a:pt x="42" y="6"/>
                      <a:pt x="41" y="6"/>
                      <a:pt x="41" y="6"/>
                    </a:cubicBezTo>
                    <a:cubicBezTo>
                      <a:pt x="41" y="6"/>
                      <a:pt x="41" y="4"/>
                      <a:pt x="41" y="4"/>
                    </a:cubicBezTo>
                    <a:cubicBezTo>
                      <a:pt x="40" y="3"/>
                      <a:pt x="39" y="2"/>
                      <a:pt x="39" y="2"/>
                    </a:cubicBezTo>
                    <a:cubicBezTo>
                      <a:pt x="37" y="0"/>
                      <a:pt x="38" y="1"/>
                      <a:pt x="37" y="2"/>
                    </a:cubicBezTo>
                    <a:cubicBezTo>
                      <a:pt x="36" y="3"/>
                      <a:pt x="36" y="1"/>
                      <a:pt x="36" y="1"/>
                    </a:cubicBezTo>
                    <a:cubicBezTo>
                      <a:pt x="35" y="1"/>
                      <a:pt x="32" y="5"/>
                      <a:pt x="32" y="6"/>
                    </a:cubicBezTo>
                    <a:cubicBezTo>
                      <a:pt x="31" y="6"/>
                      <a:pt x="30" y="7"/>
                      <a:pt x="30" y="8"/>
                    </a:cubicBezTo>
                    <a:cubicBezTo>
                      <a:pt x="29" y="8"/>
                      <a:pt x="29" y="9"/>
                      <a:pt x="29" y="9"/>
                    </a:cubicBezTo>
                    <a:cubicBezTo>
                      <a:pt x="29" y="10"/>
                      <a:pt x="29" y="10"/>
                      <a:pt x="29" y="10"/>
                    </a:cubicBezTo>
                    <a:cubicBezTo>
                      <a:pt x="29" y="11"/>
                      <a:pt x="26" y="11"/>
                      <a:pt x="25" y="12"/>
                    </a:cubicBezTo>
                    <a:cubicBezTo>
                      <a:pt x="22" y="12"/>
                      <a:pt x="23" y="14"/>
                      <a:pt x="25" y="15"/>
                    </a:cubicBezTo>
                    <a:cubicBezTo>
                      <a:pt x="27" y="17"/>
                      <a:pt x="26" y="15"/>
                      <a:pt x="27" y="14"/>
                    </a:cubicBezTo>
                    <a:cubicBezTo>
                      <a:pt x="27" y="13"/>
                      <a:pt x="29" y="13"/>
                      <a:pt x="29" y="13"/>
                    </a:cubicBezTo>
                    <a:cubicBezTo>
                      <a:pt x="29" y="13"/>
                      <a:pt x="28" y="12"/>
                      <a:pt x="28" y="11"/>
                    </a:cubicBezTo>
                    <a:cubicBezTo>
                      <a:pt x="28" y="12"/>
                      <a:pt x="29" y="13"/>
                      <a:pt x="29" y="13"/>
                    </a:cubicBezTo>
                    <a:cubicBezTo>
                      <a:pt x="29" y="13"/>
                      <a:pt x="27" y="13"/>
                      <a:pt x="26" y="14"/>
                    </a:cubicBezTo>
                    <a:cubicBezTo>
                      <a:pt x="26" y="17"/>
                      <a:pt x="24" y="14"/>
                      <a:pt x="23" y="13"/>
                    </a:cubicBezTo>
                    <a:cubicBezTo>
                      <a:pt x="20" y="16"/>
                      <a:pt x="18" y="19"/>
                      <a:pt x="14" y="20"/>
                    </a:cubicBezTo>
                    <a:cubicBezTo>
                      <a:pt x="12" y="21"/>
                      <a:pt x="10" y="21"/>
                      <a:pt x="9" y="23"/>
                    </a:cubicBezTo>
                    <a:cubicBezTo>
                      <a:pt x="8" y="24"/>
                      <a:pt x="8" y="25"/>
                      <a:pt x="7" y="26"/>
                    </a:cubicBezTo>
                    <a:cubicBezTo>
                      <a:pt x="7" y="27"/>
                      <a:pt x="9" y="28"/>
                      <a:pt x="9" y="28"/>
                    </a:cubicBezTo>
                    <a:cubicBezTo>
                      <a:pt x="8" y="29"/>
                      <a:pt x="1" y="26"/>
                      <a:pt x="0" y="26"/>
                    </a:cubicBezTo>
                    <a:cubicBezTo>
                      <a:pt x="1" y="28"/>
                      <a:pt x="3" y="31"/>
                      <a:pt x="5" y="32"/>
                    </a:cubicBezTo>
                    <a:cubicBezTo>
                      <a:pt x="6" y="32"/>
                      <a:pt x="7" y="31"/>
                      <a:pt x="7" y="31"/>
                    </a:cubicBezTo>
                    <a:cubicBezTo>
                      <a:pt x="9" y="30"/>
                      <a:pt x="12" y="31"/>
                      <a:pt x="12" y="30"/>
                    </a:cubicBezTo>
                    <a:cubicBezTo>
                      <a:pt x="15" y="27"/>
                      <a:pt x="17" y="28"/>
                      <a:pt x="20" y="29"/>
                    </a:cubicBezTo>
                    <a:cubicBezTo>
                      <a:pt x="23" y="29"/>
                      <a:pt x="26" y="27"/>
                      <a:pt x="27" y="24"/>
                    </a:cubicBezTo>
                    <a:cubicBezTo>
                      <a:pt x="28" y="22"/>
                      <a:pt x="29" y="20"/>
                      <a:pt x="30" y="18"/>
                    </a:cubicBezTo>
                    <a:cubicBezTo>
                      <a:pt x="30" y="15"/>
                      <a:pt x="31" y="14"/>
                      <a:pt x="34" y="14"/>
                    </a:cubicBezTo>
                    <a:cubicBezTo>
                      <a:pt x="37" y="14"/>
                      <a:pt x="40" y="15"/>
                      <a:pt x="43" y="14"/>
                    </a:cubicBezTo>
                    <a:cubicBezTo>
                      <a:pt x="47" y="13"/>
                      <a:pt x="40" y="10"/>
                      <a:pt x="45"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5" name="Freeform 711">
                <a:extLst>
                  <a:ext uri="{FF2B5EF4-FFF2-40B4-BE49-F238E27FC236}">
                    <a16:creationId xmlns:a16="http://schemas.microsoft.com/office/drawing/2014/main" id="{A0F9FEE0-652F-82A0-D24A-F3B81DEB9563}"/>
                  </a:ext>
                </a:extLst>
              </p:cNvPr>
              <p:cNvSpPr>
                <a:spLocks/>
              </p:cNvSpPr>
              <p:nvPr/>
            </p:nvSpPr>
            <p:spPr bwMode="auto">
              <a:xfrm>
                <a:off x="15776631" y="7679214"/>
                <a:ext cx="159235" cy="92380"/>
              </a:xfrm>
              <a:custGeom>
                <a:avLst/>
                <a:gdLst>
                  <a:gd name="T0" fmla="*/ 2 w 17"/>
                  <a:gd name="T1" fmla="*/ 8 h 10"/>
                  <a:gd name="T2" fmla="*/ 7 w 17"/>
                  <a:gd name="T3" fmla="*/ 9 h 10"/>
                  <a:gd name="T4" fmla="*/ 12 w 17"/>
                  <a:gd name="T5" fmla="*/ 9 h 10"/>
                  <a:gd name="T6" fmla="*/ 16 w 17"/>
                  <a:gd name="T7" fmla="*/ 8 h 10"/>
                  <a:gd name="T8" fmla="*/ 15 w 17"/>
                  <a:gd name="T9" fmla="*/ 3 h 10"/>
                  <a:gd name="T10" fmla="*/ 10 w 17"/>
                  <a:gd name="T11" fmla="*/ 3 h 10"/>
                  <a:gd name="T12" fmla="*/ 6 w 17"/>
                  <a:gd name="T13" fmla="*/ 1 h 10"/>
                  <a:gd name="T14" fmla="*/ 2 w 17"/>
                  <a:gd name="T15" fmla="*/ 8 h 10"/>
                  <a:gd name="T16" fmla="*/ 2 w 17"/>
                  <a:gd name="T1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2" y="8"/>
                    </a:moveTo>
                    <a:cubicBezTo>
                      <a:pt x="3" y="9"/>
                      <a:pt x="6" y="10"/>
                      <a:pt x="7" y="9"/>
                    </a:cubicBezTo>
                    <a:cubicBezTo>
                      <a:pt x="9" y="8"/>
                      <a:pt x="10" y="10"/>
                      <a:pt x="12" y="9"/>
                    </a:cubicBezTo>
                    <a:cubicBezTo>
                      <a:pt x="13" y="9"/>
                      <a:pt x="17" y="9"/>
                      <a:pt x="16" y="8"/>
                    </a:cubicBezTo>
                    <a:cubicBezTo>
                      <a:pt x="15" y="6"/>
                      <a:pt x="14" y="5"/>
                      <a:pt x="15" y="3"/>
                    </a:cubicBezTo>
                    <a:cubicBezTo>
                      <a:pt x="13" y="2"/>
                      <a:pt x="11" y="4"/>
                      <a:pt x="10" y="3"/>
                    </a:cubicBezTo>
                    <a:cubicBezTo>
                      <a:pt x="9" y="2"/>
                      <a:pt x="7" y="0"/>
                      <a:pt x="6" y="1"/>
                    </a:cubicBezTo>
                    <a:cubicBezTo>
                      <a:pt x="4" y="3"/>
                      <a:pt x="0" y="6"/>
                      <a:pt x="2" y="8"/>
                    </a:cubicBezTo>
                    <a:cubicBezTo>
                      <a:pt x="3" y="9"/>
                      <a:pt x="1" y="7"/>
                      <a:pt x="2"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6" name="Freeform 712">
                <a:extLst>
                  <a:ext uri="{FF2B5EF4-FFF2-40B4-BE49-F238E27FC236}">
                    <a16:creationId xmlns:a16="http://schemas.microsoft.com/office/drawing/2014/main" id="{2AFC0911-A68A-B95E-770D-4485B263183E}"/>
                  </a:ext>
                </a:extLst>
              </p:cNvPr>
              <p:cNvSpPr>
                <a:spLocks/>
              </p:cNvSpPr>
              <p:nvPr/>
            </p:nvSpPr>
            <p:spPr bwMode="auto">
              <a:xfrm>
                <a:off x="15410388" y="7574093"/>
                <a:ext cx="347132" cy="216615"/>
              </a:xfrm>
              <a:custGeom>
                <a:avLst/>
                <a:gdLst>
                  <a:gd name="T0" fmla="*/ 1 w 37"/>
                  <a:gd name="T1" fmla="*/ 3 h 23"/>
                  <a:gd name="T2" fmla="*/ 0 w 37"/>
                  <a:gd name="T3" fmla="*/ 9 h 23"/>
                  <a:gd name="T4" fmla="*/ 5 w 37"/>
                  <a:gd name="T5" fmla="*/ 13 h 23"/>
                  <a:gd name="T6" fmla="*/ 7 w 37"/>
                  <a:gd name="T7" fmla="*/ 14 h 23"/>
                  <a:gd name="T8" fmla="*/ 12 w 37"/>
                  <a:gd name="T9" fmla="*/ 15 h 23"/>
                  <a:gd name="T10" fmla="*/ 15 w 37"/>
                  <a:gd name="T11" fmla="*/ 16 h 23"/>
                  <a:gd name="T12" fmla="*/ 19 w 37"/>
                  <a:gd name="T13" fmla="*/ 16 h 23"/>
                  <a:gd name="T14" fmla="*/ 22 w 37"/>
                  <a:gd name="T15" fmla="*/ 19 h 23"/>
                  <a:gd name="T16" fmla="*/ 26 w 37"/>
                  <a:gd name="T17" fmla="*/ 20 h 23"/>
                  <a:gd name="T18" fmla="*/ 29 w 37"/>
                  <a:gd name="T19" fmla="*/ 22 h 23"/>
                  <a:gd name="T20" fmla="*/ 32 w 37"/>
                  <a:gd name="T21" fmla="*/ 20 h 23"/>
                  <a:gd name="T22" fmla="*/ 35 w 37"/>
                  <a:gd name="T23" fmla="*/ 22 h 23"/>
                  <a:gd name="T24" fmla="*/ 37 w 37"/>
                  <a:gd name="T25" fmla="*/ 21 h 23"/>
                  <a:gd name="T26" fmla="*/ 37 w 37"/>
                  <a:gd name="T27" fmla="*/ 18 h 23"/>
                  <a:gd name="T28" fmla="*/ 37 w 37"/>
                  <a:gd name="T29" fmla="*/ 14 h 23"/>
                  <a:gd name="T30" fmla="*/ 32 w 37"/>
                  <a:gd name="T31" fmla="*/ 14 h 23"/>
                  <a:gd name="T32" fmla="*/ 31 w 37"/>
                  <a:gd name="T33" fmla="*/ 13 h 23"/>
                  <a:gd name="T34" fmla="*/ 28 w 37"/>
                  <a:gd name="T35" fmla="*/ 13 h 23"/>
                  <a:gd name="T36" fmla="*/ 26 w 37"/>
                  <a:gd name="T37" fmla="*/ 12 h 23"/>
                  <a:gd name="T38" fmla="*/ 24 w 37"/>
                  <a:gd name="T39" fmla="*/ 12 h 23"/>
                  <a:gd name="T40" fmla="*/ 20 w 37"/>
                  <a:gd name="T41" fmla="*/ 10 h 23"/>
                  <a:gd name="T42" fmla="*/ 18 w 37"/>
                  <a:gd name="T43" fmla="*/ 8 h 23"/>
                  <a:gd name="T44" fmla="*/ 16 w 37"/>
                  <a:gd name="T45" fmla="*/ 7 h 23"/>
                  <a:gd name="T46" fmla="*/ 10 w 37"/>
                  <a:gd name="T47" fmla="*/ 2 h 23"/>
                  <a:gd name="T48" fmla="*/ 8 w 37"/>
                  <a:gd name="T49" fmla="*/ 0 h 23"/>
                  <a:gd name="T50" fmla="*/ 5 w 37"/>
                  <a:gd name="T51" fmla="*/ 2 h 23"/>
                  <a:gd name="T52" fmla="*/ 4 w 37"/>
                  <a:gd name="T53" fmla="*/ 2 h 23"/>
                  <a:gd name="T54" fmla="*/ 1 w 37"/>
                  <a:gd name="T55" fmla="*/ 3 h 23"/>
                  <a:gd name="T56" fmla="*/ 1 w 37"/>
                  <a:gd name="T57"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23">
                    <a:moveTo>
                      <a:pt x="1" y="3"/>
                    </a:moveTo>
                    <a:cubicBezTo>
                      <a:pt x="0" y="4"/>
                      <a:pt x="0" y="8"/>
                      <a:pt x="0" y="9"/>
                    </a:cubicBezTo>
                    <a:cubicBezTo>
                      <a:pt x="1" y="10"/>
                      <a:pt x="4" y="11"/>
                      <a:pt x="5" y="13"/>
                    </a:cubicBezTo>
                    <a:cubicBezTo>
                      <a:pt x="6" y="13"/>
                      <a:pt x="7" y="14"/>
                      <a:pt x="7" y="14"/>
                    </a:cubicBezTo>
                    <a:cubicBezTo>
                      <a:pt x="9" y="15"/>
                      <a:pt x="10" y="14"/>
                      <a:pt x="12" y="15"/>
                    </a:cubicBezTo>
                    <a:cubicBezTo>
                      <a:pt x="13" y="15"/>
                      <a:pt x="14" y="16"/>
                      <a:pt x="15" y="16"/>
                    </a:cubicBezTo>
                    <a:cubicBezTo>
                      <a:pt x="16" y="16"/>
                      <a:pt x="18" y="16"/>
                      <a:pt x="19" y="16"/>
                    </a:cubicBezTo>
                    <a:cubicBezTo>
                      <a:pt x="20" y="17"/>
                      <a:pt x="21" y="18"/>
                      <a:pt x="22" y="19"/>
                    </a:cubicBezTo>
                    <a:cubicBezTo>
                      <a:pt x="23" y="19"/>
                      <a:pt x="25" y="19"/>
                      <a:pt x="26" y="20"/>
                    </a:cubicBezTo>
                    <a:cubicBezTo>
                      <a:pt x="27" y="20"/>
                      <a:pt x="28" y="22"/>
                      <a:pt x="29" y="22"/>
                    </a:cubicBezTo>
                    <a:cubicBezTo>
                      <a:pt x="30" y="22"/>
                      <a:pt x="31" y="20"/>
                      <a:pt x="32" y="20"/>
                    </a:cubicBezTo>
                    <a:cubicBezTo>
                      <a:pt x="33" y="21"/>
                      <a:pt x="33" y="23"/>
                      <a:pt x="35" y="22"/>
                    </a:cubicBezTo>
                    <a:cubicBezTo>
                      <a:pt x="35" y="22"/>
                      <a:pt x="37" y="21"/>
                      <a:pt x="37" y="21"/>
                    </a:cubicBezTo>
                    <a:cubicBezTo>
                      <a:pt x="37" y="20"/>
                      <a:pt x="37" y="19"/>
                      <a:pt x="37" y="18"/>
                    </a:cubicBezTo>
                    <a:cubicBezTo>
                      <a:pt x="36" y="17"/>
                      <a:pt x="37" y="16"/>
                      <a:pt x="37" y="14"/>
                    </a:cubicBezTo>
                    <a:cubicBezTo>
                      <a:pt x="35" y="14"/>
                      <a:pt x="34" y="15"/>
                      <a:pt x="32" y="14"/>
                    </a:cubicBezTo>
                    <a:cubicBezTo>
                      <a:pt x="32" y="14"/>
                      <a:pt x="31" y="13"/>
                      <a:pt x="31" y="13"/>
                    </a:cubicBezTo>
                    <a:cubicBezTo>
                      <a:pt x="30" y="13"/>
                      <a:pt x="29" y="14"/>
                      <a:pt x="28" y="13"/>
                    </a:cubicBezTo>
                    <a:cubicBezTo>
                      <a:pt x="28" y="13"/>
                      <a:pt x="27" y="12"/>
                      <a:pt x="26" y="12"/>
                    </a:cubicBezTo>
                    <a:cubicBezTo>
                      <a:pt x="25" y="12"/>
                      <a:pt x="24" y="14"/>
                      <a:pt x="24" y="12"/>
                    </a:cubicBezTo>
                    <a:cubicBezTo>
                      <a:pt x="22" y="10"/>
                      <a:pt x="21" y="11"/>
                      <a:pt x="20" y="10"/>
                    </a:cubicBezTo>
                    <a:cubicBezTo>
                      <a:pt x="19" y="9"/>
                      <a:pt x="19" y="8"/>
                      <a:pt x="18" y="8"/>
                    </a:cubicBezTo>
                    <a:cubicBezTo>
                      <a:pt x="17" y="7"/>
                      <a:pt x="16" y="7"/>
                      <a:pt x="16" y="7"/>
                    </a:cubicBezTo>
                    <a:cubicBezTo>
                      <a:pt x="14" y="6"/>
                      <a:pt x="11" y="4"/>
                      <a:pt x="10" y="2"/>
                    </a:cubicBezTo>
                    <a:cubicBezTo>
                      <a:pt x="10" y="1"/>
                      <a:pt x="9" y="0"/>
                      <a:pt x="8" y="0"/>
                    </a:cubicBezTo>
                    <a:cubicBezTo>
                      <a:pt x="6" y="0"/>
                      <a:pt x="6" y="1"/>
                      <a:pt x="5" y="2"/>
                    </a:cubicBezTo>
                    <a:cubicBezTo>
                      <a:pt x="5" y="3"/>
                      <a:pt x="4" y="2"/>
                      <a:pt x="4" y="2"/>
                    </a:cubicBezTo>
                    <a:cubicBezTo>
                      <a:pt x="3" y="3"/>
                      <a:pt x="2" y="3"/>
                      <a:pt x="1" y="3"/>
                    </a:cubicBezTo>
                    <a:cubicBezTo>
                      <a:pt x="0" y="4"/>
                      <a:pt x="2" y="3"/>
                      <a:pt x="1"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7" name="Freeform 713">
                <a:extLst>
                  <a:ext uri="{FF2B5EF4-FFF2-40B4-BE49-F238E27FC236}">
                    <a16:creationId xmlns:a16="http://schemas.microsoft.com/office/drawing/2014/main" id="{4BB9C033-CCD8-C46A-35BD-E79987873C16}"/>
                  </a:ext>
                </a:extLst>
              </p:cNvPr>
              <p:cNvSpPr>
                <a:spLocks/>
              </p:cNvSpPr>
              <p:nvPr/>
            </p:nvSpPr>
            <p:spPr bwMode="auto">
              <a:xfrm>
                <a:off x="16372171" y="8360921"/>
                <a:ext cx="261145" cy="216615"/>
              </a:xfrm>
              <a:custGeom>
                <a:avLst/>
                <a:gdLst>
                  <a:gd name="T0" fmla="*/ 14 w 28"/>
                  <a:gd name="T1" fmla="*/ 19 h 23"/>
                  <a:gd name="T2" fmla="*/ 19 w 28"/>
                  <a:gd name="T3" fmla="*/ 18 h 23"/>
                  <a:gd name="T4" fmla="*/ 19 w 28"/>
                  <a:gd name="T5" fmla="*/ 15 h 23"/>
                  <a:gd name="T6" fmla="*/ 21 w 28"/>
                  <a:gd name="T7" fmla="*/ 14 h 23"/>
                  <a:gd name="T8" fmla="*/ 24 w 28"/>
                  <a:gd name="T9" fmla="*/ 12 h 23"/>
                  <a:gd name="T10" fmla="*/ 27 w 28"/>
                  <a:gd name="T11" fmla="*/ 9 h 23"/>
                  <a:gd name="T12" fmla="*/ 26 w 28"/>
                  <a:gd name="T13" fmla="*/ 1 h 23"/>
                  <a:gd name="T14" fmla="*/ 22 w 28"/>
                  <a:gd name="T15" fmla="*/ 1 h 23"/>
                  <a:gd name="T16" fmla="*/ 19 w 28"/>
                  <a:gd name="T17" fmla="*/ 2 h 23"/>
                  <a:gd name="T18" fmla="*/ 17 w 28"/>
                  <a:gd name="T19" fmla="*/ 2 h 23"/>
                  <a:gd name="T20" fmla="*/ 3 w 28"/>
                  <a:gd name="T21" fmla="*/ 3 h 23"/>
                  <a:gd name="T22" fmla="*/ 0 w 28"/>
                  <a:gd name="T23" fmla="*/ 7 h 23"/>
                  <a:gd name="T24" fmla="*/ 1 w 28"/>
                  <a:gd name="T25" fmla="*/ 10 h 23"/>
                  <a:gd name="T26" fmla="*/ 3 w 28"/>
                  <a:gd name="T27" fmla="*/ 14 h 23"/>
                  <a:gd name="T28" fmla="*/ 5 w 28"/>
                  <a:gd name="T29" fmla="*/ 18 h 23"/>
                  <a:gd name="T30" fmla="*/ 6 w 28"/>
                  <a:gd name="T31" fmla="*/ 19 h 23"/>
                  <a:gd name="T32" fmla="*/ 7 w 28"/>
                  <a:gd name="T33" fmla="*/ 21 h 23"/>
                  <a:gd name="T34" fmla="*/ 8 w 28"/>
                  <a:gd name="T35" fmla="*/ 23 h 23"/>
                  <a:gd name="T36" fmla="*/ 14 w 28"/>
                  <a:gd name="T37" fmla="*/ 19 h 23"/>
                  <a:gd name="T38" fmla="*/ 14 w 28"/>
                  <a:gd name="T39"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3">
                    <a:moveTo>
                      <a:pt x="14" y="19"/>
                    </a:moveTo>
                    <a:cubicBezTo>
                      <a:pt x="14" y="18"/>
                      <a:pt x="20" y="20"/>
                      <a:pt x="19" y="18"/>
                    </a:cubicBezTo>
                    <a:cubicBezTo>
                      <a:pt x="19" y="18"/>
                      <a:pt x="18" y="15"/>
                      <a:pt x="19" y="15"/>
                    </a:cubicBezTo>
                    <a:cubicBezTo>
                      <a:pt x="20" y="15"/>
                      <a:pt x="21" y="16"/>
                      <a:pt x="21" y="14"/>
                    </a:cubicBezTo>
                    <a:cubicBezTo>
                      <a:pt x="21" y="12"/>
                      <a:pt x="23" y="13"/>
                      <a:pt x="24" y="12"/>
                    </a:cubicBezTo>
                    <a:cubicBezTo>
                      <a:pt x="26" y="12"/>
                      <a:pt x="26" y="10"/>
                      <a:pt x="27" y="9"/>
                    </a:cubicBezTo>
                    <a:cubicBezTo>
                      <a:pt x="28" y="7"/>
                      <a:pt x="25" y="2"/>
                      <a:pt x="26" y="1"/>
                    </a:cubicBezTo>
                    <a:cubicBezTo>
                      <a:pt x="24" y="2"/>
                      <a:pt x="24" y="2"/>
                      <a:pt x="22" y="1"/>
                    </a:cubicBezTo>
                    <a:cubicBezTo>
                      <a:pt x="21" y="0"/>
                      <a:pt x="19" y="2"/>
                      <a:pt x="19" y="2"/>
                    </a:cubicBezTo>
                    <a:cubicBezTo>
                      <a:pt x="19" y="4"/>
                      <a:pt x="17" y="2"/>
                      <a:pt x="17" y="2"/>
                    </a:cubicBezTo>
                    <a:cubicBezTo>
                      <a:pt x="13" y="1"/>
                      <a:pt x="6" y="0"/>
                      <a:pt x="3" y="3"/>
                    </a:cubicBezTo>
                    <a:cubicBezTo>
                      <a:pt x="2" y="4"/>
                      <a:pt x="0" y="5"/>
                      <a:pt x="0" y="7"/>
                    </a:cubicBezTo>
                    <a:cubicBezTo>
                      <a:pt x="0" y="8"/>
                      <a:pt x="1" y="9"/>
                      <a:pt x="1" y="10"/>
                    </a:cubicBezTo>
                    <a:cubicBezTo>
                      <a:pt x="3" y="11"/>
                      <a:pt x="3" y="13"/>
                      <a:pt x="3" y="14"/>
                    </a:cubicBezTo>
                    <a:cubicBezTo>
                      <a:pt x="4" y="16"/>
                      <a:pt x="4" y="17"/>
                      <a:pt x="5" y="18"/>
                    </a:cubicBezTo>
                    <a:cubicBezTo>
                      <a:pt x="5" y="19"/>
                      <a:pt x="6" y="18"/>
                      <a:pt x="6" y="19"/>
                    </a:cubicBezTo>
                    <a:cubicBezTo>
                      <a:pt x="7" y="19"/>
                      <a:pt x="6" y="20"/>
                      <a:pt x="7" y="21"/>
                    </a:cubicBezTo>
                    <a:cubicBezTo>
                      <a:pt x="9" y="21"/>
                      <a:pt x="8" y="22"/>
                      <a:pt x="8" y="23"/>
                    </a:cubicBezTo>
                    <a:cubicBezTo>
                      <a:pt x="8" y="22"/>
                      <a:pt x="14" y="20"/>
                      <a:pt x="14" y="19"/>
                    </a:cubicBezTo>
                    <a:cubicBezTo>
                      <a:pt x="14" y="19"/>
                      <a:pt x="14" y="20"/>
                      <a:pt x="14" y="1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8" name="Freeform 714">
                <a:extLst>
                  <a:ext uri="{FF2B5EF4-FFF2-40B4-BE49-F238E27FC236}">
                    <a16:creationId xmlns:a16="http://schemas.microsoft.com/office/drawing/2014/main" id="{D4DA4370-BE1A-D193-2B0A-C5947A4A8A6E}"/>
                  </a:ext>
                </a:extLst>
              </p:cNvPr>
              <p:cNvSpPr>
                <a:spLocks/>
              </p:cNvSpPr>
              <p:nvPr/>
            </p:nvSpPr>
            <p:spPr bwMode="auto">
              <a:xfrm>
                <a:off x="16270259" y="8743185"/>
                <a:ext cx="207006" cy="245289"/>
              </a:xfrm>
              <a:custGeom>
                <a:avLst/>
                <a:gdLst>
                  <a:gd name="T0" fmla="*/ 10 w 22"/>
                  <a:gd name="T1" fmla="*/ 3 h 26"/>
                  <a:gd name="T2" fmla="*/ 7 w 22"/>
                  <a:gd name="T3" fmla="*/ 4 h 26"/>
                  <a:gd name="T4" fmla="*/ 6 w 22"/>
                  <a:gd name="T5" fmla="*/ 4 h 26"/>
                  <a:gd name="T6" fmla="*/ 5 w 22"/>
                  <a:gd name="T7" fmla="*/ 1 h 26"/>
                  <a:gd name="T8" fmla="*/ 0 w 22"/>
                  <a:gd name="T9" fmla="*/ 0 h 26"/>
                  <a:gd name="T10" fmla="*/ 1 w 22"/>
                  <a:gd name="T11" fmla="*/ 6 h 26"/>
                  <a:gd name="T12" fmla="*/ 4 w 22"/>
                  <a:gd name="T13" fmla="*/ 14 h 26"/>
                  <a:gd name="T14" fmla="*/ 9 w 22"/>
                  <a:gd name="T15" fmla="*/ 21 h 26"/>
                  <a:gd name="T16" fmla="*/ 19 w 22"/>
                  <a:gd name="T17" fmla="*/ 26 h 26"/>
                  <a:gd name="T18" fmla="*/ 20 w 22"/>
                  <a:gd name="T19" fmla="*/ 23 h 26"/>
                  <a:gd name="T20" fmla="*/ 16 w 22"/>
                  <a:gd name="T21" fmla="*/ 14 h 26"/>
                  <a:gd name="T22" fmla="*/ 16 w 22"/>
                  <a:gd name="T23" fmla="*/ 6 h 26"/>
                  <a:gd name="T24" fmla="*/ 10 w 22"/>
                  <a:gd name="T25" fmla="*/ 3 h 26"/>
                  <a:gd name="T26" fmla="*/ 10 w 22"/>
                  <a:gd name="T27" fmla="*/ 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6">
                    <a:moveTo>
                      <a:pt x="10" y="3"/>
                    </a:moveTo>
                    <a:cubicBezTo>
                      <a:pt x="9" y="3"/>
                      <a:pt x="8" y="4"/>
                      <a:pt x="7" y="4"/>
                    </a:cubicBezTo>
                    <a:cubicBezTo>
                      <a:pt x="7" y="3"/>
                      <a:pt x="6" y="4"/>
                      <a:pt x="6" y="4"/>
                    </a:cubicBezTo>
                    <a:cubicBezTo>
                      <a:pt x="5" y="4"/>
                      <a:pt x="5" y="2"/>
                      <a:pt x="5" y="1"/>
                    </a:cubicBezTo>
                    <a:cubicBezTo>
                      <a:pt x="4" y="0"/>
                      <a:pt x="2" y="0"/>
                      <a:pt x="0" y="0"/>
                    </a:cubicBezTo>
                    <a:cubicBezTo>
                      <a:pt x="1" y="1"/>
                      <a:pt x="1" y="4"/>
                      <a:pt x="1" y="6"/>
                    </a:cubicBezTo>
                    <a:cubicBezTo>
                      <a:pt x="2" y="8"/>
                      <a:pt x="3" y="11"/>
                      <a:pt x="4" y="14"/>
                    </a:cubicBezTo>
                    <a:cubicBezTo>
                      <a:pt x="6" y="16"/>
                      <a:pt x="7" y="19"/>
                      <a:pt x="9" y="21"/>
                    </a:cubicBezTo>
                    <a:cubicBezTo>
                      <a:pt x="12" y="22"/>
                      <a:pt x="15" y="26"/>
                      <a:pt x="19" y="26"/>
                    </a:cubicBezTo>
                    <a:cubicBezTo>
                      <a:pt x="22" y="26"/>
                      <a:pt x="21" y="25"/>
                      <a:pt x="20" y="23"/>
                    </a:cubicBezTo>
                    <a:cubicBezTo>
                      <a:pt x="18" y="20"/>
                      <a:pt x="16" y="18"/>
                      <a:pt x="16" y="14"/>
                    </a:cubicBezTo>
                    <a:cubicBezTo>
                      <a:pt x="16" y="11"/>
                      <a:pt x="18" y="9"/>
                      <a:pt x="16" y="6"/>
                    </a:cubicBezTo>
                    <a:cubicBezTo>
                      <a:pt x="15" y="5"/>
                      <a:pt x="11" y="0"/>
                      <a:pt x="10" y="3"/>
                    </a:cubicBezTo>
                    <a:cubicBezTo>
                      <a:pt x="9" y="4"/>
                      <a:pt x="10" y="2"/>
                      <a:pt x="10"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19" name="Freeform 715">
                <a:extLst>
                  <a:ext uri="{FF2B5EF4-FFF2-40B4-BE49-F238E27FC236}">
                    <a16:creationId xmlns:a16="http://schemas.microsoft.com/office/drawing/2014/main" id="{C7DCE912-5767-1DDE-780D-17E3F988EBE1}"/>
                  </a:ext>
                </a:extLst>
              </p:cNvPr>
              <p:cNvSpPr>
                <a:spLocks/>
              </p:cNvSpPr>
              <p:nvPr/>
            </p:nvSpPr>
            <p:spPr bwMode="auto">
              <a:xfrm>
                <a:off x="15104655" y="6264832"/>
                <a:ext cx="2799367" cy="1825318"/>
              </a:xfrm>
              <a:custGeom>
                <a:avLst/>
                <a:gdLst>
                  <a:gd name="T0" fmla="*/ 279 w 300"/>
                  <a:gd name="T1" fmla="*/ 37 h 195"/>
                  <a:gd name="T2" fmla="*/ 244 w 300"/>
                  <a:gd name="T3" fmla="*/ 1 h 195"/>
                  <a:gd name="T4" fmla="*/ 223 w 300"/>
                  <a:gd name="T5" fmla="*/ 18 h 195"/>
                  <a:gd name="T6" fmla="*/ 214 w 300"/>
                  <a:gd name="T7" fmla="*/ 27 h 195"/>
                  <a:gd name="T8" fmla="*/ 205 w 300"/>
                  <a:gd name="T9" fmla="*/ 39 h 195"/>
                  <a:gd name="T10" fmla="*/ 224 w 300"/>
                  <a:gd name="T11" fmla="*/ 46 h 195"/>
                  <a:gd name="T12" fmla="*/ 197 w 300"/>
                  <a:gd name="T13" fmla="*/ 55 h 195"/>
                  <a:gd name="T14" fmla="*/ 180 w 300"/>
                  <a:gd name="T15" fmla="*/ 66 h 195"/>
                  <a:gd name="T16" fmla="*/ 146 w 300"/>
                  <a:gd name="T17" fmla="*/ 75 h 195"/>
                  <a:gd name="T18" fmla="*/ 121 w 300"/>
                  <a:gd name="T19" fmla="*/ 70 h 195"/>
                  <a:gd name="T20" fmla="*/ 94 w 300"/>
                  <a:gd name="T21" fmla="*/ 56 h 195"/>
                  <a:gd name="T22" fmla="*/ 66 w 300"/>
                  <a:gd name="T23" fmla="*/ 30 h 195"/>
                  <a:gd name="T24" fmla="*/ 56 w 300"/>
                  <a:gd name="T25" fmla="*/ 44 h 195"/>
                  <a:gd name="T26" fmla="*/ 44 w 300"/>
                  <a:gd name="T27" fmla="*/ 51 h 195"/>
                  <a:gd name="T28" fmla="*/ 34 w 300"/>
                  <a:gd name="T29" fmla="*/ 63 h 195"/>
                  <a:gd name="T30" fmla="*/ 28 w 300"/>
                  <a:gd name="T31" fmla="*/ 76 h 195"/>
                  <a:gd name="T32" fmla="*/ 11 w 300"/>
                  <a:gd name="T33" fmla="*/ 84 h 195"/>
                  <a:gd name="T34" fmla="*/ 1 w 300"/>
                  <a:gd name="T35" fmla="*/ 91 h 195"/>
                  <a:gd name="T36" fmla="*/ 7 w 300"/>
                  <a:gd name="T37" fmla="*/ 103 h 195"/>
                  <a:gd name="T38" fmla="*/ 23 w 300"/>
                  <a:gd name="T39" fmla="*/ 111 h 195"/>
                  <a:gd name="T40" fmla="*/ 27 w 300"/>
                  <a:gd name="T41" fmla="*/ 121 h 195"/>
                  <a:gd name="T42" fmla="*/ 27 w 300"/>
                  <a:gd name="T43" fmla="*/ 135 h 195"/>
                  <a:gd name="T44" fmla="*/ 40 w 300"/>
                  <a:gd name="T45" fmla="*/ 140 h 195"/>
                  <a:gd name="T46" fmla="*/ 62 w 300"/>
                  <a:gd name="T47" fmla="*/ 154 h 195"/>
                  <a:gd name="T48" fmla="*/ 74 w 300"/>
                  <a:gd name="T49" fmla="*/ 156 h 195"/>
                  <a:gd name="T50" fmla="*/ 92 w 300"/>
                  <a:gd name="T51" fmla="*/ 151 h 195"/>
                  <a:gd name="T52" fmla="*/ 106 w 300"/>
                  <a:gd name="T53" fmla="*/ 146 h 195"/>
                  <a:gd name="T54" fmla="*/ 116 w 300"/>
                  <a:gd name="T55" fmla="*/ 155 h 195"/>
                  <a:gd name="T56" fmla="*/ 117 w 300"/>
                  <a:gd name="T57" fmla="*/ 166 h 195"/>
                  <a:gd name="T58" fmla="*/ 119 w 300"/>
                  <a:gd name="T59" fmla="*/ 178 h 195"/>
                  <a:gd name="T60" fmla="*/ 125 w 300"/>
                  <a:gd name="T61" fmla="*/ 187 h 195"/>
                  <a:gd name="T62" fmla="*/ 134 w 300"/>
                  <a:gd name="T63" fmla="*/ 186 h 195"/>
                  <a:gd name="T64" fmla="*/ 143 w 300"/>
                  <a:gd name="T65" fmla="*/ 182 h 195"/>
                  <a:gd name="T66" fmla="*/ 155 w 300"/>
                  <a:gd name="T67" fmla="*/ 180 h 195"/>
                  <a:gd name="T68" fmla="*/ 168 w 300"/>
                  <a:gd name="T69" fmla="*/ 186 h 195"/>
                  <a:gd name="T70" fmla="*/ 175 w 300"/>
                  <a:gd name="T71" fmla="*/ 195 h 195"/>
                  <a:gd name="T72" fmla="*/ 189 w 300"/>
                  <a:gd name="T73" fmla="*/ 186 h 195"/>
                  <a:gd name="T74" fmla="*/ 202 w 300"/>
                  <a:gd name="T75" fmla="*/ 182 h 195"/>
                  <a:gd name="T76" fmla="*/ 215 w 300"/>
                  <a:gd name="T77" fmla="*/ 173 h 195"/>
                  <a:gd name="T78" fmla="*/ 221 w 300"/>
                  <a:gd name="T79" fmla="*/ 164 h 195"/>
                  <a:gd name="T80" fmla="*/ 228 w 300"/>
                  <a:gd name="T81" fmla="*/ 156 h 195"/>
                  <a:gd name="T82" fmla="*/ 232 w 300"/>
                  <a:gd name="T83" fmla="*/ 149 h 195"/>
                  <a:gd name="T84" fmla="*/ 236 w 300"/>
                  <a:gd name="T85" fmla="*/ 143 h 195"/>
                  <a:gd name="T86" fmla="*/ 231 w 300"/>
                  <a:gd name="T87" fmla="*/ 139 h 195"/>
                  <a:gd name="T88" fmla="*/ 229 w 300"/>
                  <a:gd name="T89" fmla="*/ 132 h 195"/>
                  <a:gd name="T90" fmla="*/ 221 w 300"/>
                  <a:gd name="T91" fmla="*/ 115 h 195"/>
                  <a:gd name="T92" fmla="*/ 229 w 300"/>
                  <a:gd name="T93" fmla="*/ 106 h 195"/>
                  <a:gd name="T94" fmla="*/ 238 w 300"/>
                  <a:gd name="T95" fmla="*/ 102 h 195"/>
                  <a:gd name="T96" fmla="*/ 220 w 300"/>
                  <a:gd name="T97" fmla="*/ 102 h 195"/>
                  <a:gd name="T98" fmla="*/ 221 w 300"/>
                  <a:gd name="T99" fmla="*/ 90 h 195"/>
                  <a:gd name="T100" fmla="*/ 234 w 300"/>
                  <a:gd name="T101" fmla="*/ 87 h 195"/>
                  <a:gd name="T102" fmla="*/ 238 w 300"/>
                  <a:gd name="T103" fmla="*/ 89 h 195"/>
                  <a:gd name="T104" fmla="*/ 259 w 300"/>
                  <a:gd name="T105" fmla="*/ 77 h 195"/>
                  <a:gd name="T106" fmla="*/ 271 w 300"/>
                  <a:gd name="T107" fmla="*/ 72 h 195"/>
                  <a:gd name="T108" fmla="*/ 281 w 300"/>
                  <a:gd name="T109" fmla="*/ 60 h 195"/>
                  <a:gd name="T110" fmla="*/ 295 w 300"/>
                  <a:gd name="T111" fmla="*/ 4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0" h="195">
                    <a:moveTo>
                      <a:pt x="298" y="37"/>
                    </a:moveTo>
                    <a:cubicBezTo>
                      <a:pt x="298" y="35"/>
                      <a:pt x="294" y="36"/>
                      <a:pt x="293" y="37"/>
                    </a:cubicBezTo>
                    <a:cubicBezTo>
                      <a:pt x="291" y="37"/>
                      <a:pt x="290" y="38"/>
                      <a:pt x="288" y="39"/>
                    </a:cubicBezTo>
                    <a:cubicBezTo>
                      <a:pt x="286" y="40"/>
                      <a:pt x="279" y="40"/>
                      <a:pt x="279" y="37"/>
                    </a:cubicBezTo>
                    <a:cubicBezTo>
                      <a:pt x="277" y="33"/>
                      <a:pt x="276" y="31"/>
                      <a:pt x="272" y="29"/>
                    </a:cubicBezTo>
                    <a:cubicBezTo>
                      <a:pt x="269" y="28"/>
                      <a:pt x="263" y="28"/>
                      <a:pt x="262" y="24"/>
                    </a:cubicBezTo>
                    <a:cubicBezTo>
                      <a:pt x="261" y="18"/>
                      <a:pt x="259" y="11"/>
                      <a:pt x="255" y="6"/>
                    </a:cubicBezTo>
                    <a:cubicBezTo>
                      <a:pt x="252" y="3"/>
                      <a:pt x="248" y="3"/>
                      <a:pt x="244" y="1"/>
                    </a:cubicBezTo>
                    <a:cubicBezTo>
                      <a:pt x="240" y="0"/>
                      <a:pt x="233" y="1"/>
                      <a:pt x="229" y="3"/>
                    </a:cubicBezTo>
                    <a:cubicBezTo>
                      <a:pt x="228" y="4"/>
                      <a:pt x="226" y="5"/>
                      <a:pt x="225" y="6"/>
                    </a:cubicBezTo>
                    <a:cubicBezTo>
                      <a:pt x="225" y="7"/>
                      <a:pt x="228" y="7"/>
                      <a:pt x="228" y="8"/>
                    </a:cubicBezTo>
                    <a:cubicBezTo>
                      <a:pt x="229" y="12"/>
                      <a:pt x="224" y="15"/>
                      <a:pt x="223" y="18"/>
                    </a:cubicBezTo>
                    <a:cubicBezTo>
                      <a:pt x="222" y="19"/>
                      <a:pt x="222" y="20"/>
                      <a:pt x="222" y="21"/>
                    </a:cubicBezTo>
                    <a:cubicBezTo>
                      <a:pt x="222" y="22"/>
                      <a:pt x="222" y="22"/>
                      <a:pt x="222" y="23"/>
                    </a:cubicBezTo>
                    <a:cubicBezTo>
                      <a:pt x="222" y="25"/>
                      <a:pt x="219" y="25"/>
                      <a:pt x="217" y="26"/>
                    </a:cubicBezTo>
                    <a:cubicBezTo>
                      <a:pt x="216" y="26"/>
                      <a:pt x="215" y="27"/>
                      <a:pt x="214" y="27"/>
                    </a:cubicBezTo>
                    <a:cubicBezTo>
                      <a:pt x="213" y="27"/>
                      <a:pt x="208" y="25"/>
                      <a:pt x="208" y="25"/>
                    </a:cubicBezTo>
                    <a:cubicBezTo>
                      <a:pt x="207" y="27"/>
                      <a:pt x="206" y="30"/>
                      <a:pt x="205" y="32"/>
                    </a:cubicBezTo>
                    <a:cubicBezTo>
                      <a:pt x="205" y="33"/>
                      <a:pt x="204" y="34"/>
                      <a:pt x="204" y="35"/>
                    </a:cubicBezTo>
                    <a:cubicBezTo>
                      <a:pt x="204" y="35"/>
                      <a:pt x="202" y="41"/>
                      <a:pt x="205" y="39"/>
                    </a:cubicBezTo>
                    <a:cubicBezTo>
                      <a:pt x="206" y="38"/>
                      <a:pt x="206" y="38"/>
                      <a:pt x="208" y="38"/>
                    </a:cubicBezTo>
                    <a:cubicBezTo>
                      <a:pt x="209" y="38"/>
                      <a:pt x="211" y="40"/>
                      <a:pt x="212" y="39"/>
                    </a:cubicBezTo>
                    <a:cubicBezTo>
                      <a:pt x="216" y="36"/>
                      <a:pt x="219" y="38"/>
                      <a:pt x="222" y="42"/>
                    </a:cubicBezTo>
                    <a:cubicBezTo>
                      <a:pt x="223" y="43"/>
                      <a:pt x="225" y="45"/>
                      <a:pt x="224" y="46"/>
                    </a:cubicBezTo>
                    <a:cubicBezTo>
                      <a:pt x="224" y="46"/>
                      <a:pt x="220" y="45"/>
                      <a:pt x="219" y="45"/>
                    </a:cubicBezTo>
                    <a:cubicBezTo>
                      <a:pt x="216" y="46"/>
                      <a:pt x="212" y="46"/>
                      <a:pt x="209" y="47"/>
                    </a:cubicBezTo>
                    <a:cubicBezTo>
                      <a:pt x="206" y="48"/>
                      <a:pt x="206" y="54"/>
                      <a:pt x="202" y="54"/>
                    </a:cubicBezTo>
                    <a:cubicBezTo>
                      <a:pt x="200" y="54"/>
                      <a:pt x="198" y="53"/>
                      <a:pt x="197" y="55"/>
                    </a:cubicBezTo>
                    <a:cubicBezTo>
                      <a:pt x="196" y="56"/>
                      <a:pt x="194" y="58"/>
                      <a:pt x="192" y="58"/>
                    </a:cubicBezTo>
                    <a:cubicBezTo>
                      <a:pt x="189" y="57"/>
                      <a:pt x="183" y="53"/>
                      <a:pt x="182" y="59"/>
                    </a:cubicBezTo>
                    <a:cubicBezTo>
                      <a:pt x="182" y="61"/>
                      <a:pt x="184" y="62"/>
                      <a:pt x="184" y="63"/>
                    </a:cubicBezTo>
                    <a:cubicBezTo>
                      <a:pt x="184" y="65"/>
                      <a:pt x="181" y="65"/>
                      <a:pt x="180" y="66"/>
                    </a:cubicBezTo>
                    <a:cubicBezTo>
                      <a:pt x="177" y="69"/>
                      <a:pt x="176" y="72"/>
                      <a:pt x="172" y="72"/>
                    </a:cubicBezTo>
                    <a:cubicBezTo>
                      <a:pt x="167" y="72"/>
                      <a:pt x="162" y="72"/>
                      <a:pt x="157" y="73"/>
                    </a:cubicBezTo>
                    <a:cubicBezTo>
                      <a:pt x="155" y="74"/>
                      <a:pt x="151" y="78"/>
                      <a:pt x="150" y="77"/>
                    </a:cubicBezTo>
                    <a:cubicBezTo>
                      <a:pt x="148" y="77"/>
                      <a:pt x="147" y="75"/>
                      <a:pt x="146" y="75"/>
                    </a:cubicBezTo>
                    <a:cubicBezTo>
                      <a:pt x="144" y="75"/>
                      <a:pt x="143" y="75"/>
                      <a:pt x="141" y="75"/>
                    </a:cubicBezTo>
                    <a:cubicBezTo>
                      <a:pt x="139" y="74"/>
                      <a:pt x="137" y="74"/>
                      <a:pt x="135" y="72"/>
                    </a:cubicBezTo>
                    <a:cubicBezTo>
                      <a:pt x="133" y="71"/>
                      <a:pt x="132" y="71"/>
                      <a:pt x="131" y="70"/>
                    </a:cubicBezTo>
                    <a:cubicBezTo>
                      <a:pt x="127" y="70"/>
                      <a:pt x="125" y="70"/>
                      <a:pt x="121" y="70"/>
                    </a:cubicBezTo>
                    <a:cubicBezTo>
                      <a:pt x="118" y="70"/>
                      <a:pt x="113" y="71"/>
                      <a:pt x="109" y="70"/>
                    </a:cubicBezTo>
                    <a:cubicBezTo>
                      <a:pt x="108" y="70"/>
                      <a:pt x="107" y="68"/>
                      <a:pt x="107" y="67"/>
                    </a:cubicBezTo>
                    <a:cubicBezTo>
                      <a:pt x="105" y="65"/>
                      <a:pt x="104" y="63"/>
                      <a:pt x="102" y="61"/>
                    </a:cubicBezTo>
                    <a:cubicBezTo>
                      <a:pt x="99" y="59"/>
                      <a:pt x="97" y="56"/>
                      <a:pt x="94" y="56"/>
                    </a:cubicBezTo>
                    <a:cubicBezTo>
                      <a:pt x="92" y="56"/>
                      <a:pt x="81" y="56"/>
                      <a:pt x="83" y="52"/>
                    </a:cubicBezTo>
                    <a:cubicBezTo>
                      <a:pt x="85" y="48"/>
                      <a:pt x="84" y="41"/>
                      <a:pt x="79" y="38"/>
                    </a:cubicBezTo>
                    <a:cubicBezTo>
                      <a:pt x="75" y="35"/>
                      <a:pt x="70" y="35"/>
                      <a:pt x="69" y="29"/>
                    </a:cubicBezTo>
                    <a:cubicBezTo>
                      <a:pt x="68" y="30"/>
                      <a:pt x="67" y="29"/>
                      <a:pt x="66" y="30"/>
                    </a:cubicBezTo>
                    <a:cubicBezTo>
                      <a:pt x="65" y="31"/>
                      <a:pt x="65" y="31"/>
                      <a:pt x="65" y="32"/>
                    </a:cubicBezTo>
                    <a:cubicBezTo>
                      <a:pt x="63" y="35"/>
                      <a:pt x="60" y="34"/>
                      <a:pt x="59" y="37"/>
                    </a:cubicBezTo>
                    <a:cubicBezTo>
                      <a:pt x="59" y="39"/>
                      <a:pt x="61" y="41"/>
                      <a:pt x="60" y="42"/>
                    </a:cubicBezTo>
                    <a:cubicBezTo>
                      <a:pt x="59" y="43"/>
                      <a:pt x="57" y="44"/>
                      <a:pt x="56" y="44"/>
                    </a:cubicBezTo>
                    <a:cubicBezTo>
                      <a:pt x="55" y="45"/>
                      <a:pt x="54" y="43"/>
                      <a:pt x="53" y="44"/>
                    </a:cubicBezTo>
                    <a:cubicBezTo>
                      <a:pt x="51" y="44"/>
                      <a:pt x="50" y="43"/>
                      <a:pt x="48" y="42"/>
                    </a:cubicBezTo>
                    <a:cubicBezTo>
                      <a:pt x="47" y="41"/>
                      <a:pt x="46" y="46"/>
                      <a:pt x="45" y="47"/>
                    </a:cubicBezTo>
                    <a:cubicBezTo>
                      <a:pt x="45" y="48"/>
                      <a:pt x="44" y="50"/>
                      <a:pt x="44" y="51"/>
                    </a:cubicBezTo>
                    <a:cubicBezTo>
                      <a:pt x="44" y="53"/>
                      <a:pt x="45" y="53"/>
                      <a:pt x="45" y="54"/>
                    </a:cubicBezTo>
                    <a:cubicBezTo>
                      <a:pt x="45" y="56"/>
                      <a:pt x="39" y="54"/>
                      <a:pt x="39" y="54"/>
                    </a:cubicBezTo>
                    <a:cubicBezTo>
                      <a:pt x="37" y="55"/>
                      <a:pt x="33" y="55"/>
                      <a:pt x="32" y="56"/>
                    </a:cubicBezTo>
                    <a:cubicBezTo>
                      <a:pt x="33" y="55"/>
                      <a:pt x="34" y="62"/>
                      <a:pt x="34" y="63"/>
                    </a:cubicBezTo>
                    <a:cubicBezTo>
                      <a:pt x="35" y="64"/>
                      <a:pt x="36" y="65"/>
                      <a:pt x="37" y="66"/>
                    </a:cubicBezTo>
                    <a:cubicBezTo>
                      <a:pt x="37" y="67"/>
                      <a:pt x="34" y="69"/>
                      <a:pt x="33" y="70"/>
                    </a:cubicBezTo>
                    <a:cubicBezTo>
                      <a:pt x="32" y="71"/>
                      <a:pt x="33" y="74"/>
                      <a:pt x="32" y="74"/>
                    </a:cubicBezTo>
                    <a:cubicBezTo>
                      <a:pt x="31" y="75"/>
                      <a:pt x="29" y="75"/>
                      <a:pt x="28" y="76"/>
                    </a:cubicBezTo>
                    <a:cubicBezTo>
                      <a:pt x="26" y="77"/>
                      <a:pt x="25" y="78"/>
                      <a:pt x="24" y="79"/>
                    </a:cubicBezTo>
                    <a:cubicBezTo>
                      <a:pt x="22" y="79"/>
                      <a:pt x="21" y="79"/>
                      <a:pt x="19" y="80"/>
                    </a:cubicBezTo>
                    <a:cubicBezTo>
                      <a:pt x="17" y="80"/>
                      <a:pt x="16" y="81"/>
                      <a:pt x="15" y="83"/>
                    </a:cubicBezTo>
                    <a:cubicBezTo>
                      <a:pt x="15" y="83"/>
                      <a:pt x="11" y="84"/>
                      <a:pt x="11" y="84"/>
                    </a:cubicBezTo>
                    <a:cubicBezTo>
                      <a:pt x="11" y="84"/>
                      <a:pt x="11" y="83"/>
                      <a:pt x="11" y="83"/>
                    </a:cubicBezTo>
                    <a:cubicBezTo>
                      <a:pt x="10" y="83"/>
                      <a:pt x="9" y="83"/>
                      <a:pt x="7" y="83"/>
                    </a:cubicBezTo>
                    <a:cubicBezTo>
                      <a:pt x="6" y="83"/>
                      <a:pt x="3" y="85"/>
                      <a:pt x="3" y="86"/>
                    </a:cubicBezTo>
                    <a:cubicBezTo>
                      <a:pt x="2" y="88"/>
                      <a:pt x="1" y="90"/>
                      <a:pt x="1" y="91"/>
                    </a:cubicBezTo>
                    <a:cubicBezTo>
                      <a:pt x="0" y="93"/>
                      <a:pt x="3" y="95"/>
                      <a:pt x="4" y="95"/>
                    </a:cubicBezTo>
                    <a:cubicBezTo>
                      <a:pt x="7" y="95"/>
                      <a:pt x="6" y="95"/>
                      <a:pt x="7" y="98"/>
                    </a:cubicBezTo>
                    <a:cubicBezTo>
                      <a:pt x="7" y="99"/>
                      <a:pt x="8" y="99"/>
                      <a:pt x="8" y="101"/>
                    </a:cubicBezTo>
                    <a:cubicBezTo>
                      <a:pt x="8" y="101"/>
                      <a:pt x="7" y="103"/>
                      <a:pt x="7" y="103"/>
                    </a:cubicBezTo>
                    <a:cubicBezTo>
                      <a:pt x="9" y="104"/>
                      <a:pt x="10" y="104"/>
                      <a:pt x="11" y="105"/>
                    </a:cubicBezTo>
                    <a:cubicBezTo>
                      <a:pt x="13" y="107"/>
                      <a:pt x="12" y="109"/>
                      <a:pt x="14" y="110"/>
                    </a:cubicBezTo>
                    <a:cubicBezTo>
                      <a:pt x="16" y="111"/>
                      <a:pt x="18" y="112"/>
                      <a:pt x="20" y="113"/>
                    </a:cubicBezTo>
                    <a:cubicBezTo>
                      <a:pt x="21" y="113"/>
                      <a:pt x="22" y="112"/>
                      <a:pt x="23" y="111"/>
                    </a:cubicBezTo>
                    <a:cubicBezTo>
                      <a:pt x="26" y="109"/>
                      <a:pt x="31" y="110"/>
                      <a:pt x="33" y="113"/>
                    </a:cubicBezTo>
                    <a:cubicBezTo>
                      <a:pt x="34" y="115"/>
                      <a:pt x="32" y="116"/>
                      <a:pt x="31" y="117"/>
                    </a:cubicBezTo>
                    <a:cubicBezTo>
                      <a:pt x="30" y="118"/>
                      <a:pt x="30" y="118"/>
                      <a:pt x="30" y="119"/>
                    </a:cubicBezTo>
                    <a:cubicBezTo>
                      <a:pt x="29" y="121"/>
                      <a:pt x="28" y="121"/>
                      <a:pt x="27" y="121"/>
                    </a:cubicBezTo>
                    <a:cubicBezTo>
                      <a:pt x="24" y="123"/>
                      <a:pt x="32" y="126"/>
                      <a:pt x="29" y="128"/>
                    </a:cubicBezTo>
                    <a:cubicBezTo>
                      <a:pt x="28" y="130"/>
                      <a:pt x="27" y="129"/>
                      <a:pt x="25" y="129"/>
                    </a:cubicBezTo>
                    <a:cubicBezTo>
                      <a:pt x="21" y="128"/>
                      <a:pt x="26" y="132"/>
                      <a:pt x="26" y="132"/>
                    </a:cubicBezTo>
                    <a:cubicBezTo>
                      <a:pt x="26" y="134"/>
                      <a:pt x="25" y="135"/>
                      <a:pt x="27" y="135"/>
                    </a:cubicBezTo>
                    <a:cubicBezTo>
                      <a:pt x="29" y="136"/>
                      <a:pt x="29" y="137"/>
                      <a:pt x="31" y="138"/>
                    </a:cubicBezTo>
                    <a:cubicBezTo>
                      <a:pt x="33" y="138"/>
                      <a:pt x="34" y="140"/>
                      <a:pt x="36" y="141"/>
                    </a:cubicBezTo>
                    <a:cubicBezTo>
                      <a:pt x="36" y="141"/>
                      <a:pt x="37" y="142"/>
                      <a:pt x="38" y="142"/>
                    </a:cubicBezTo>
                    <a:cubicBezTo>
                      <a:pt x="39" y="142"/>
                      <a:pt x="38" y="140"/>
                      <a:pt x="40" y="140"/>
                    </a:cubicBezTo>
                    <a:cubicBezTo>
                      <a:pt x="44" y="140"/>
                      <a:pt x="46" y="147"/>
                      <a:pt x="50" y="147"/>
                    </a:cubicBezTo>
                    <a:cubicBezTo>
                      <a:pt x="52" y="147"/>
                      <a:pt x="52" y="150"/>
                      <a:pt x="54" y="150"/>
                    </a:cubicBezTo>
                    <a:cubicBezTo>
                      <a:pt x="56" y="151"/>
                      <a:pt x="57" y="153"/>
                      <a:pt x="58" y="153"/>
                    </a:cubicBezTo>
                    <a:cubicBezTo>
                      <a:pt x="60" y="151"/>
                      <a:pt x="60" y="154"/>
                      <a:pt x="62" y="154"/>
                    </a:cubicBezTo>
                    <a:cubicBezTo>
                      <a:pt x="63" y="154"/>
                      <a:pt x="63" y="153"/>
                      <a:pt x="64" y="153"/>
                    </a:cubicBezTo>
                    <a:cubicBezTo>
                      <a:pt x="65" y="153"/>
                      <a:pt x="65" y="154"/>
                      <a:pt x="66" y="155"/>
                    </a:cubicBezTo>
                    <a:cubicBezTo>
                      <a:pt x="68" y="155"/>
                      <a:pt x="70" y="155"/>
                      <a:pt x="72" y="154"/>
                    </a:cubicBezTo>
                    <a:cubicBezTo>
                      <a:pt x="75" y="153"/>
                      <a:pt x="73" y="155"/>
                      <a:pt x="74" y="156"/>
                    </a:cubicBezTo>
                    <a:cubicBezTo>
                      <a:pt x="74" y="156"/>
                      <a:pt x="76" y="153"/>
                      <a:pt x="77" y="153"/>
                    </a:cubicBezTo>
                    <a:cubicBezTo>
                      <a:pt x="78" y="152"/>
                      <a:pt x="80" y="152"/>
                      <a:pt x="81" y="153"/>
                    </a:cubicBezTo>
                    <a:cubicBezTo>
                      <a:pt x="83" y="155"/>
                      <a:pt x="85" y="153"/>
                      <a:pt x="87" y="154"/>
                    </a:cubicBezTo>
                    <a:cubicBezTo>
                      <a:pt x="89" y="155"/>
                      <a:pt x="91" y="153"/>
                      <a:pt x="92" y="151"/>
                    </a:cubicBezTo>
                    <a:cubicBezTo>
                      <a:pt x="93" y="151"/>
                      <a:pt x="93" y="150"/>
                      <a:pt x="94" y="150"/>
                    </a:cubicBezTo>
                    <a:cubicBezTo>
                      <a:pt x="95" y="149"/>
                      <a:pt x="96" y="150"/>
                      <a:pt x="97" y="149"/>
                    </a:cubicBezTo>
                    <a:cubicBezTo>
                      <a:pt x="98" y="148"/>
                      <a:pt x="99" y="146"/>
                      <a:pt x="101" y="147"/>
                    </a:cubicBezTo>
                    <a:cubicBezTo>
                      <a:pt x="103" y="148"/>
                      <a:pt x="103" y="148"/>
                      <a:pt x="106" y="146"/>
                    </a:cubicBezTo>
                    <a:cubicBezTo>
                      <a:pt x="107" y="145"/>
                      <a:pt x="109" y="148"/>
                      <a:pt x="109" y="149"/>
                    </a:cubicBezTo>
                    <a:cubicBezTo>
                      <a:pt x="108" y="151"/>
                      <a:pt x="106" y="152"/>
                      <a:pt x="108" y="152"/>
                    </a:cubicBezTo>
                    <a:cubicBezTo>
                      <a:pt x="111" y="152"/>
                      <a:pt x="111" y="152"/>
                      <a:pt x="114" y="151"/>
                    </a:cubicBezTo>
                    <a:cubicBezTo>
                      <a:pt x="115" y="151"/>
                      <a:pt x="116" y="154"/>
                      <a:pt x="116" y="155"/>
                    </a:cubicBezTo>
                    <a:cubicBezTo>
                      <a:pt x="116" y="155"/>
                      <a:pt x="116" y="157"/>
                      <a:pt x="117" y="156"/>
                    </a:cubicBezTo>
                    <a:cubicBezTo>
                      <a:pt x="117" y="156"/>
                      <a:pt x="119" y="156"/>
                      <a:pt x="119" y="157"/>
                    </a:cubicBezTo>
                    <a:cubicBezTo>
                      <a:pt x="119" y="158"/>
                      <a:pt x="117" y="159"/>
                      <a:pt x="118" y="160"/>
                    </a:cubicBezTo>
                    <a:cubicBezTo>
                      <a:pt x="119" y="162"/>
                      <a:pt x="118" y="165"/>
                      <a:pt x="117" y="166"/>
                    </a:cubicBezTo>
                    <a:cubicBezTo>
                      <a:pt x="116" y="168"/>
                      <a:pt x="114" y="169"/>
                      <a:pt x="113" y="170"/>
                    </a:cubicBezTo>
                    <a:cubicBezTo>
                      <a:pt x="113" y="171"/>
                      <a:pt x="113" y="176"/>
                      <a:pt x="112" y="175"/>
                    </a:cubicBezTo>
                    <a:cubicBezTo>
                      <a:pt x="113" y="176"/>
                      <a:pt x="119" y="173"/>
                      <a:pt x="120" y="175"/>
                    </a:cubicBezTo>
                    <a:cubicBezTo>
                      <a:pt x="120" y="175"/>
                      <a:pt x="118" y="176"/>
                      <a:pt x="119" y="178"/>
                    </a:cubicBezTo>
                    <a:cubicBezTo>
                      <a:pt x="120" y="180"/>
                      <a:pt x="123" y="180"/>
                      <a:pt x="122" y="181"/>
                    </a:cubicBezTo>
                    <a:cubicBezTo>
                      <a:pt x="122" y="182"/>
                      <a:pt x="121" y="184"/>
                      <a:pt x="121" y="185"/>
                    </a:cubicBezTo>
                    <a:cubicBezTo>
                      <a:pt x="122" y="186"/>
                      <a:pt x="125" y="185"/>
                      <a:pt x="125" y="186"/>
                    </a:cubicBezTo>
                    <a:cubicBezTo>
                      <a:pt x="125" y="186"/>
                      <a:pt x="125" y="187"/>
                      <a:pt x="125" y="187"/>
                    </a:cubicBezTo>
                    <a:cubicBezTo>
                      <a:pt x="125" y="189"/>
                      <a:pt x="126" y="188"/>
                      <a:pt x="127" y="188"/>
                    </a:cubicBezTo>
                    <a:cubicBezTo>
                      <a:pt x="128" y="188"/>
                      <a:pt x="129" y="187"/>
                      <a:pt x="130" y="188"/>
                    </a:cubicBezTo>
                    <a:cubicBezTo>
                      <a:pt x="131" y="188"/>
                      <a:pt x="132" y="189"/>
                      <a:pt x="133" y="190"/>
                    </a:cubicBezTo>
                    <a:cubicBezTo>
                      <a:pt x="135" y="191"/>
                      <a:pt x="134" y="187"/>
                      <a:pt x="134" y="186"/>
                    </a:cubicBezTo>
                    <a:cubicBezTo>
                      <a:pt x="132" y="182"/>
                      <a:pt x="134" y="184"/>
                      <a:pt x="136" y="182"/>
                    </a:cubicBezTo>
                    <a:cubicBezTo>
                      <a:pt x="138" y="181"/>
                      <a:pt x="137" y="182"/>
                      <a:pt x="139" y="183"/>
                    </a:cubicBezTo>
                    <a:cubicBezTo>
                      <a:pt x="139" y="183"/>
                      <a:pt x="141" y="182"/>
                      <a:pt x="141" y="182"/>
                    </a:cubicBezTo>
                    <a:cubicBezTo>
                      <a:pt x="141" y="183"/>
                      <a:pt x="143" y="181"/>
                      <a:pt x="143" y="182"/>
                    </a:cubicBezTo>
                    <a:cubicBezTo>
                      <a:pt x="144" y="183"/>
                      <a:pt x="144" y="184"/>
                      <a:pt x="146" y="182"/>
                    </a:cubicBezTo>
                    <a:cubicBezTo>
                      <a:pt x="147" y="181"/>
                      <a:pt x="147" y="182"/>
                      <a:pt x="148" y="181"/>
                    </a:cubicBezTo>
                    <a:cubicBezTo>
                      <a:pt x="149" y="180"/>
                      <a:pt x="149" y="178"/>
                      <a:pt x="151" y="178"/>
                    </a:cubicBezTo>
                    <a:cubicBezTo>
                      <a:pt x="152" y="178"/>
                      <a:pt x="153" y="180"/>
                      <a:pt x="155" y="180"/>
                    </a:cubicBezTo>
                    <a:cubicBezTo>
                      <a:pt x="155" y="180"/>
                      <a:pt x="159" y="181"/>
                      <a:pt x="159" y="181"/>
                    </a:cubicBezTo>
                    <a:cubicBezTo>
                      <a:pt x="159" y="182"/>
                      <a:pt x="157" y="183"/>
                      <a:pt x="157" y="184"/>
                    </a:cubicBezTo>
                    <a:cubicBezTo>
                      <a:pt x="158" y="185"/>
                      <a:pt x="160" y="186"/>
                      <a:pt x="161" y="187"/>
                    </a:cubicBezTo>
                    <a:cubicBezTo>
                      <a:pt x="163" y="188"/>
                      <a:pt x="167" y="189"/>
                      <a:pt x="168" y="186"/>
                    </a:cubicBezTo>
                    <a:cubicBezTo>
                      <a:pt x="168" y="186"/>
                      <a:pt x="170" y="188"/>
                      <a:pt x="170" y="188"/>
                    </a:cubicBezTo>
                    <a:cubicBezTo>
                      <a:pt x="171" y="189"/>
                      <a:pt x="172" y="187"/>
                      <a:pt x="174" y="188"/>
                    </a:cubicBezTo>
                    <a:cubicBezTo>
                      <a:pt x="175" y="189"/>
                      <a:pt x="173" y="190"/>
                      <a:pt x="173" y="191"/>
                    </a:cubicBezTo>
                    <a:cubicBezTo>
                      <a:pt x="173" y="192"/>
                      <a:pt x="175" y="194"/>
                      <a:pt x="175" y="195"/>
                    </a:cubicBezTo>
                    <a:cubicBezTo>
                      <a:pt x="176" y="195"/>
                      <a:pt x="177" y="194"/>
                      <a:pt x="178" y="194"/>
                    </a:cubicBezTo>
                    <a:cubicBezTo>
                      <a:pt x="178" y="193"/>
                      <a:pt x="175" y="192"/>
                      <a:pt x="176" y="191"/>
                    </a:cubicBezTo>
                    <a:cubicBezTo>
                      <a:pt x="178" y="188"/>
                      <a:pt x="180" y="188"/>
                      <a:pt x="183" y="187"/>
                    </a:cubicBezTo>
                    <a:cubicBezTo>
                      <a:pt x="185" y="186"/>
                      <a:pt x="187" y="186"/>
                      <a:pt x="189" y="186"/>
                    </a:cubicBezTo>
                    <a:cubicBezTo>
                      <a:pt x="190" y="186"/>
                      <a:pt x="190" y="184"/>
                      <a:pt x="191" y="184"/>
                    </a:cubicBezTo>
                    <a:cubicBezTo>
                      <a:pt x="193" y="184"/>
                      <a:pt x="192" y="183"/>
                      <a:pt x="192" y="182"/>
                    </a:cubicBezTo>
                    <a:cubicBezTo>
                      <a:pt x="192" y="183"/>
                      <a:pt x="196" y="182"/>
                      <a:pt x="196" y="182"/>
                    </a:cubicBezTo>
                    <a:cubicBezTo>
                      <a:pt x="198" y="181"/>
                      <a:pt x="200" y="182"/>
                      <a:pt x="202" y="182"/>
                    </a:cubicBezTo>
                    <a:cubicBezTo>
                      <a:pt x="204" y="182"/>
                      <a:pt x="205" y="181"/>
                      <a:pt x="207" y="180"/>
                    </a:cubicBezTo>
                    <a:cubicBezTo>
                      <a:pt x="208" y="180"/>
                      <a:pt x="208" y="177"/>
                      <a:pt x="209" y="177"/>
                    </a:cubicBezTo>
                    <a:cubicBezTo>
                      <a:pt x="211" y="177"/>
                      <a:pt x="212" y="176"/>
                      <a:pt x="213" y="175"/>
                    </a:cubicBezTo>
                    <a:cubicBezTo>
                      <a:pt x="214" y="175"/>
                      <a:pt x="215" y="174"/>
                      <a:pt x="215" y="173"/>
                    </a:cubicBezTo>
                    <a:cubicBezTo>
                      <a:pt x="214" y="173"/>
                      <a:pt x="218" y="172"/>
                      <a:pt x="218" y="172"/>
                    </a:cubicBezTo>
                    <a:cubicBezTo>
                      <a:pt x="219" y="171"/>
                      <a:pt x="220" y="169"/>
                      <a:pt x="221" y="168"/>
                    </a:cubicBezTo>
                    <a:cubicBezTo>
                      <a:pt x="222" y="167"/>
                      <a:pt x="222" y="167"/>
                      <a:pt x="222" y="166"/>
                    </a:cubicBezTo>
                    <a:cubicBezTo>
                      <a:pt x="223" y="164"/>
                      <a:pt x="221" y="165"/>
                      <a:pt x="221" y="164"/>
                    </a:cubicBezTo>
                    <a:cubicBezTo>
                      <a:pt x="221" y="164"/>
                      <a:pt x="226" y="164"/>
                      <a:pt x="223" y="162"/>
                    </a:cubicBezTo>
                    <a:cubicBezTo>
                      <a:pt x="222" y="161"/>
                      <a:pt x="223" y="161"/>
                      <a:pt x="224" y="161"/>
                    </a:cubicBezTo>
                    <a:cubicBezTo>
                      <a:pt x="225" y="161"/>
                      <a:pt x="225" y="160"/>
                      <a:pt x="226" y="159"/>
                    </a:cubicBezTo>
                    <a:cubicBezTo>
                      <a:pt x="227" y="158"/>
                      <a:pt x="227" y="157"/>
                      <a:pt x="228" y="156"/>
                    </a:cubicBezTo>
                    <a:cubicBezTo>
                      <a:pt x="228" y="156"/>
                      <a:pt x="228" y="154"/>
                      <a:pt x="228" y="154"/>
                    </a:cubicBezTo>
                    <a:cubicBezTo>
                      <a:pt x="229" y="153"/>
                      <a:pt x="230" y="153"/>
                      <a:pt x="231" y="152"/>
                    </a:cubicBezTo>
                    <a:cubicBezTo>
                      <a:pt x="232" y="151"/>
                      <a:pt x="231" y="150"/>
                      <a:pt x="231" y="150"/>
                    </a:cubicBezTo>
                    <a:cubicBezTo>
                      <a:pt x="231" y="149"/>
                      <a:pt x="232" y="149"/>
                      <a:pt x="232" y="149"/>
                    </a:cubicBezTo>
                    <a:cubicBezTo>
                      <a:pt x="233" y="149"/>
                      <a:pt x="232" y="147"/>
                      <a:pt x="232" y="147"/>
                    </a:cubicBezTo>
                    <a:cubicBezTo>
                      <a:pt x="232" y="147"/>
                      <a:pt x="234" y="148"/>
                      <a:pt x="234" y="147"/>
                    </a:cubicBezTo>
                    <a:cubicBezTo>
                      <a:pt x="236" y="146"/>
                      <a:pt x="234" y="146"/>
                      <a:pt x="233" y="145"/>
                    </a:cubicBezTo>
                    <a:cubicBezTo>
                      <a:pt x="233" y="145"/>
                      <a:pt x="236" y="143"/>
                      <a:pt x="236" y="143"/>
                    </a:cubicBezTo>
                    <a:cubicBezTo>
                      <a:pt x="235" y="145"/>
                      <a:pt x="232" y="142"/>
                      <a:pt x="231" y="141"/>
                    </a:cubicBezTo>
                    <a:cubicBezTo>
                      <a:pt x="231" y="141"/>
                      <a:pt x="230" y="142"/>
                      <a:pt x="229" y="142"/>
                    </a:cubicBezTo>
                    <a:cubicBezTo>
                      <a:pt x="228" y="143"/>
                      <a:pt x="227" y="141"/>
                      <a:pt x="226" y="142"/>
                    </a:cubicBezTo>
                    <a:cubicBezTo>
                      <a:pt x="228" y="141"/>
                      <a:pt x="230" y="140"/>
                      <a:pt x="231" y="139"/>
                    </a:cubicBezTo>
                    <a:cubicBezTo>
                      <a:pt x="232" y="138"/>
                      <a:pt x="235" y="138"/>
                      <a:pt x="233" y="136"/>
                    </a:cubicBezTo>
                    <a:cubicBezTo>
                      <a:pt x="231" y="135"/>
                      <a:pt x="230" y="134"/>
                      <a:pt x="228" y="132"/>
                    </a:cubicBezTo>
                    <a:cubicBezTo>
                      <a:pt x="228" y="131"/>
                      <a:pt x="223" y="133"/>
                      <a:pt x="223" y="130"/>
                    </a:cubicBezTo>
                    <a:cubicBezTo>
                      <a:pt x="223" y="132"/>
                      <a:pt x="228" y="132"/>
                      <a:pt x="229" y="132"/>
                    </a:cubicBezTo>
                    <a:cubicBezTo>
                      <a:pt x="230" y="132"/>
                      <a:pt x="233" y="135"/>
                      <a:pt x="234" y="133"/>
                    </a:cubicBezTo>
                    <a:cubicBezTo>
                      <a:pt x="235" y="131"/>
                      <a:pt x="229" y="129"/>
                      <a:pt x="229" y="127"/>
                    </a:cubicBezTo>
                    <a:cubicBezTo>
                      <a:pt x="228" y="125"/>
                      <a:pt x="228" y="121"/>
                      <a:pt x="226" y="120"/>
                    </a:cubicBezTo>
                    <a:cubicBezTo>
                      <a:pt x="225" y="118"/>
                      <a:pt x="219" y="118"/>
                      <a:pt x="221" y="115"/>
                    </a:cubicBezTo>
                    <a:cubicBezTo>
                      <a:pt x="222" y="113"/>
                      <a:pt x="223" y="112"/>
                      <a:pt x="224" y="111"/>
                    </a:cubicBezTo>
                    <a:cubicBezTo>
                      <a:pt x="226" y="109"/>
                      <a:pt x="224" y="110"/>
                      <a:pt x="225" y="109"/>
                    </a:cubicBezTo>
                    <a:cubicBezTo>
                      <a:pt x="225" y="108"/>
                      <a:pt x="228" y="109"/>
                      <a:pt x="228" y="109"/>
                    </a:cubicBezTo>
                    <a:cubicBezTo>
                      <a:pt x="229" y="108"/>
                      <a:pt x="227" y="107"/>
                      <a:pt x="229" y="106"/>
                    </a:cubicBezTo>
                    <a:cubicBezTo>
                      <a:pt x="231" y="106"/>
                      <a:pt x="232" y="105"/>
                      <a:pt x="233" y="104"/>
                    </a:cubicBezTo>
                    <a:cubicBezTo>
                      <a:pt x="234" y="104"/>
                      <a:pt x="235" y="104"/>
                      <a:pt x="235" y="104"/>
                    </a:cubicBezTo>
                    <a:cubicBezTo>
                      <a:pt x="236" y="104"/>
                      <a:pt x="235" y="105"/>
                      <a:pt x="236" y="105"/>
                    </a:cubicBezTo>
                    <a:cubicBezTo>
                      <a:pt x="237" y="106"/>
                      <a:pt x="238" y="103"/>
                      <a:pt x="238" y="102"/>
                    </a:cubicBezTo>
                    <a:cubicBezTo>
                      <a:pt x="236" y="100"/>
                      <a:pt x="234" y="101"/>
                      <a:pt x="233" y="101"/>
                    </a:cubicBezTo>
                    <a:cubicBezTo>
                      <a:pt x="231" y="101"/>
                      <a:pt x="230" y="99"/>
                      <a:pt x="228" y="100"/>
                    </a:cubicBezTo>
                    <a:cubicBezTo>
                      <a:pt x="227" y="100"/>
                      <a:pt x="226" y="102"/>
                      <a:pt x="224" y="102"/>
                    </a:cubicBezTo>
                    <a:cubicBezTo>
                      <a:pt x="223" y="103"/>
                      <a:pt x="221" y="103"/>
                      <a:pt x="220" y="102"/>
                    </a:cubicBezTo>
                    <a:cubicBezTo>
                      <a:pt x="219" y="101"/>
                      <a:pt x="221" y="99"/>
                      <a:pt x="220" y="98"/>
                    </a:cubicBezTo>
                    <a:cubicBezTo>
                      <a:pt x="218" y="97"/>
                      <a:pt x="210" y="97"/>
                      <a:pt x="213" y="92"/>
                    </a:cubicBezTo>
                    <a:cubicBezTo>
                      <a:pt x="214" y="91"/>
                      <a:pt x="215" y="92"/>
                      <a:pt x="217" y="92"/>
                    </a:cubicBezTo>
                    <a:cubicBezTo>
                      <a:pt x="218" y="92"/>
                      <a:pt x="220" y="91"/>
                      <a:pt x="221" y="90"/>
                    </a:cubicBezTo>
                    <a:cubicBezTo>
                      <a:pt x="223" y="87"/>
                      <a:pt x="226" y="85"/>
                      <a:pt x="229" y="83"/>
                    </a:cubicBezTo>
                    <a:cubicBezTo>
                      <a:pt x="230" y="81"/>
                      <a:pt x="231" y="81"/>
                      <a:pt x="233" y="81"/>
                    </a:cubicBezTo>
                    <a:cubicBezTo>
                      <a:pt x="233" y="82"/>
                      <a:pt x="236" y="82"/>
                      <a:pt x="236" y="83"/>
                    </a:cubicBezTo>
                    <a:cubicBezTo>
                      <a:pt x="235" y="84"/>
                      <a:pt x="235" y="86"/>
                      <a:pt x="234" y="87"/>
                    </a:cubicBezTo>
                    <a:cubicBezTo>
                      <a:pt x="233" y="87"/>
                      <a:pt x="231" y="88"/>
                      <a:pt x="231" y="89"/>
                    </a:cubicBezTo>
                    <a:cubicBezTo>
                      <a:pt x="231" y="90"/>
                      <a:pt x="234" y="90"/>
                      <a:pt x="234" y="90"/>
                    </a:cubicBezTo>
                    <a:cubicBezTo>
                      <a:pt x="234" y="90"/>
                      <a:pt x="230" y="93"/>
                      <a:pt x="231" y="93"/>
                    </a:cubicBezTo>
                    <a:cubicBezTo>
                      <a:pt x="232" y="94"/>
                      <a:pt x="237" y="89"/>
                      <a:pt x="238" y="89"/>
                    </a:cubicBezTo>
                    <a:cubicBezTo>
                      <a:pt x="240" y="88"/>
                      <a:pt x="242" y="87"/>
                      <a:pt x="244" y="87"/>
                    </a:cubicBezTo>
                    <a:cubicBezTo>
                      <a:pt x="246" y="87"/>
                      <a:pt x="246" y="87"/>
                      <a:pt x="247" y="85"/>
                    </a:cubicBezTo>
                    <a:cubicBezTo>
                      <a:pt x="249" y="84"/>
                      <a:pt x="252" y="83"/>
                      <a:pt x="254" y="81"/>
                    </a:cubicBezTo>
                    <a:cubicBezTo>
                      <a:pt x="255" y="80"/>
                      <a:pt x="257" y="77"/>
                      <a:pt x="259" y="77"/>
                    </a:cubicBezTo>
                    <a:cubicBezTo>
                      <a:pt x="260" y="76"/>
                      <a:pt x="266" y="80"/>
                      <a:pt x="266" y="77"/>
                    </a:cubicBezTo>
                    <a:cubicBezTo>
                      <a:pt x="266" y="76"/>
                      <a:pt x="265" y="75"/>
                      <a:pt x="266" y="74"/>
                    </a:cubicBezTo>
                    <a:cubicBezTo>
                      <a:pt x="267" y="74"/>
                      <a:pt x="268" y="74"/>
                      <a:pt x="269" y="74"/>
                    </a:cubicBezTo>
                    <a:cubicBezTo>
                      <a:pt x="271" y="74"/>
                      <a:pt x="270" y="73"/>
                      <a:pt x="271" y="72"/>
                    </a:cubicBezTo>
                    <a:cubicBezTo>
                      <a:pt x="273" y="71"/>
                      <a:pt x="274" y="72"/>
                      <a:pt x="274" y="70"/>
                    </a:cubicBezTo>
                    <a:cubicBezTo>
                      <a:pt x="274" y="67"/>
                      <a:pt x="277" y="70"/>
                      <a:pt x="278" y="71"/>
                    </a:cubicBezTo>
                    <a:cubicBezTo>
                      <a:pt x="278" y="69"/>
                      <a:pt x="281" y="69"/>
                      <a:pt x="281" y="67"/>
                    </a:cubicBezTo>
                    <a:cubicBezTo>
                      <a:pt x="281" y="65"/>
                      <a:pt x="282" y="62"/>
                      <a:pt x="281" y="60"/>
                    </a:cubicBezTo>
                    <a:cubicBezTo>
                      <a:pt x="279" y="57"/>
                      <a:pt x="280" y="58"/>
                      <a:pt x="282" y="56"/>
                    </a:cubicBezTo>
                    <a:cubicBezTo>
                      <a:pt x="284" y="55"/>
                      <a:pt x="285" y="54"/>
                      <a:pt x="287" y="55"/>
                    </a:cubicBezTo>
                    <a:cubicBezTo>
                      <a:pt x="290" y="56"/>
                      <a:pt x="290" y="56"/>
                      <a:pt x="291" y="53"/>
                    </a:cubicBezTo>
                    <a:cubicBezTo>
                      <a:pt x="292" y="51"/>
                      <a:pt x="294" y="50"/>
                      <a:pt x="295" y="47"/>
                    </a:cubicBezTo>
                    <a:cubicBezTo>
                      <a:pt x="295" y="45"/>
                      <a:pt x="296" y="43"/>
                      <a:pt x="298" y="41"/>
                    </a:cubicBezTo>
                    <a:cubicBezTo>
                      <a:pt x="300" y="39"/>
                      <a:pt x="298" y="39"/>
                      <a:pt x="298" y="37"/>
                    </a:cubicBezTo>
                    <a:close/>
                  </a:path>
                </a:pathLst>
              </a:custGeom>
              <a:grpFill/>
              <a:ln w="9525"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0" name="Freeform 716">
                <a:extLst>
                  <a:ext uri="{FF2B5EF4-FFF2-40B4-BE49-F238E27FC236}">
                    <a16:creationId xmlns:a16="http://schemas.microsoft.com/office/drawing/2014/main" id="{B23E196B-EA4C-91D0-84C0-76517D8E69CA}"/>
                  </a:ext>
                </a:extLst>
              </p:cNvPr>
              <p:cNvSpPr>
                <a:spLocks/>
              </p:cNvSpPr>
              <p:nvPr/>
            </p:nvSpPr>
            <p:spPr bwMode="auto">
              <a:xfrm>
                <a:off x="15747967" y="6357215"/>
                <a:ext cx="1464969" cy="637107"/>
              </a:xfrm>
              <a:custGeom>
                <a:avLst/>
                <a:gdLst>
                  <a:gd name="T0" fmla="*/ 0 w 157"/>
                  <a:gd name="T1" fmla="*/ 19 h 68"/>
                  <a:gd name="T2" fmla="*/ 7 w 157"/>
                  <a:gd name="T3" fmla="*/ 26 h 68"/>
                  <a:gd name="T4" fmla="*/ 12 w 157"/>
                  <a:gd name="T5" fmla="*/ 29 h 68"/>
                  <a:gd name="T6" fmla="*/ 15 w 157"/>
                  <a:gd name="T7" fmla="*/ 36 h 68"/>
                  <a:gd name="T8" fmla="*/ 15 w 157"/>
                  <a:gd name="T9" fmla="*/ 38 h 68"/>
                  <a:gd name="T10" fmla="*/ 15 w 157"/>
                  <a:gd name="T11" fmla="*/ 40 h 68"/>
                  <a:gd name="T12" fmla="*/ 16 w 157"/>
                  <a:gd name="T13" fmla="*/ 45 h 68"/>
                  <a:gd name="T14" fmla="*/ 28 w 157"/>
                  <a:gd name="T15" fmla="*/ 47 h 68"/>
                  <a:gd name="T16" fmla="*/ 36 w 157"/>
                  <a:gd name="T17" fmla="*/ 54 h 68"/>
                  <a:gd name="T18" fmla="*/ 39 w 157"/>
                  <a:gd name="T19" fmla="*/ 59 h 68"/>
                  <a:gd name="T20" fmla="*/ 44 w 157"/>
                  <a:gd name="T21" fmla="*/ 60 h 68"/>
                  <a:gd name="T22" fmla="*/ 56 w 157"/>
                  <a:gd name="T23" fmla="*/ 60 h 68"/>
                  <a:gd name="T24" fmla="*/ 64 w 157"/>
                  <a:gd name="T25" fmla="*/ 61 h 68"/>
                  <a:gd name="T26" fmla="*/ 69 w 157"/>
                  <a:gd name="T27" fmla="*/ 64 h 68"/>
                  <a:gd name="T28" fmla="*/ 76 w 157"/>
                  <a:gd name="T29" fmla="*/ 66 h 68"/>
                  <a:gd name="T30" fmla="*/ 81 w 157"/>
                  <a:gd name="T31" fmla="*/ 67 h 68"/>
                  <a:gd name="T32" fmla="*/ 93 w 157"/>
                  <a:gd name="T33" fmla="*/ 62 h 68"/>
                  <a:gd name="T34" fmla="*/ 106 w 157"/>
                  <a:gd name="T35" fmla="*/ 61 h 68"/>
                  <a:gd name="T36" fmla="*/ 113 w 157"/>
                  <a:gd name="T37" fmla="*/ 55 h 68"/>
                  <a:gd name="T38" fmla="*/ 114 w 157"/>
                  <a:gd name="T39" fmla="*/ 51 h 68"/>
                  <a:gd name="T40" fmla="*/ 115 w 157"/>
                  <a:gd name="T41" fmla="*/ 47 h 68"/>
                  <a:gd name="T42" fmla="*/ 126 w 157"/>
                  <a:gd name="T43" fmla="*/ 46 h 68"/>
                  <a:gd name="T44" fmla="*/ 130 w 157"/>
                  <a:gd name="T45" fmla="*/ 44 h 68"/>
                  <a:gd name="T46" fmla="*/ 137 w 157"/>
                  <a:gd name="T47" fmla="*/ 42 h 68"/>
                  <a:gd name="T48" fmla="*/ 139 w 157"/>
                  <a:gd name="T49" fmla="*/ 38 h 68"/>
                  <a:gd name="T50" fmla="*/ 143 w 157"/>
                  <a:gd name="T51" fmla="*/ 37 h 68"/>
                  <a:gd name="T52" fmla="*/ 154 w 157"/>
                  <a:gd name="T53" fmla="*/ 36 h 68"/>
                  <a:gd name="T54" fmla="*/ 150 w 157"/>
                  <a:gd name="T55" fmla="*/ 29 h 68"/>
                  <a:gd name="T56" fmla="*/ 145 w 157"/>
                  <a:gd name="T57" fmla="*/ 28 h 68"/>
                  <a:gd name="T58" fmla="*/ 141 w 157"/>
                  <a:gd name="T59" fmla="*/ 29 h 68"/>
                  <a:gd name="T60" fmla="*/ 136 w 157"/>
                  <a:gd name="T61" fmla="*/ 28 h 68"/>
                  <a:gd name="T62" fmla="*/ 134 w 157"/>
                  <a:gd name="T63" fmla="*/ 27 h 68"/>
                  <a:gd name="T64" fmla="*/ 137 w 157"/>
                  <a:gd name="T65" fmla="*/ 19 h 68"/>
                  <a:gd name="T66" fmla="*/ 137 w 157"/>
                  <a:gd name="T67" fmla="*/ 14 h 68"/>
                  <a:gd name="T68" fmla="*/ 131 w 157"/>
                  <a:gd name="T69" fmla="*/ 14 h 68"/>
                  <a:gd name="T70" fmla="*/ 124 w 157"/>
                  <a:gd name="T71" fmla="*/ 15 h 68"/>
                  <a:gd name="T72" fmla="*/ 114 w 157"/>
                  <a:gd name="T73" fmla="*/ 19 h 68"/>
                  <a:gd name="T74" fmla="*/ 103 w 157"/>
                  <a:gd name="T75" fmla="*/ 19 h 68"/>
                  <a:gd name="T76" fmla="*/ 98 w 157"/>
                  <a:gd name="T77" fmla="*/ 17 h 68"/>
                  <a:gd name="T78" fmla="*/ 94 w 157"/>
                  <a:gd name="T79" fmla="*/ 15 h 68"/>
                  <a:gd name="T80" fmla="*/ 83 w 157"/>
                  <a:gd name="T81" fmla="*/ 11 h 68"/>
                  <a:gd name="T82" fmla="*/ 77 w 157"/>
                  <a:gd name="T83" fmla="*/ 13 h 68"/>
                  <a:gd name="T84" fmla="*/ 71 w 157"/>
                  <a:gd name="T85" fmla="*/ 12 h 68"/>
                  <a:gd name="T86" fmla="*/ 68 w 157"/>
                  <a:gd name="T87" fmla="*/ 8 h 68"/>
                  <a:gd name="T88" fmla="*/ 64 w 157"/>
                  <a:gd name="T89" fmla="*/ 5 h 68"/>
                  <a:gd name="T90" fmla="*/ 58 w 157"/>
                  <a:gd name="T91" fmla="*/ 3 h 68"/>
                  <a:gd name="T92" fmla="*/ 52 w 157"/>
                  <a:gd name="T93" fmla="*/ 1 h 68"/>
                  <a:gd name="T94" fmla="*/ 45 w 157"/>
                  <a:gd name="T95" fmla="*/ 7 h 68"/>
                  <a:gd name="T96" fmla="*/ 47 w 157"/>
                  <a:gd name="T97" fmla="*/ 13 h 68"/>
                  <a:gd name="T98" fmla="*/ 41 w 157"/>
                  <a:gd name="T99" fmla="*/ 15 h 68"/>
                  <a:gd name="T100" fmla="*/ 37 w 157"/>
                  <a:gd name="T101" fmla="*/ 14 h 68"/>
                  <a:gd name="T102" fmla="*/ 34 w 157"/>
                  <a:gd name="T103" fmla="*/ 14 h 68"/>
                  <a:gd name="T104" fmla="*/ 28 w 157"/>
                  <a:gd name="T105" fmla="*/ 10 h 68"/>
                  <a:gd name="T106" fmla="*/ 21 w 157"/>
                  <a:gd name="T107" fmla="*/ 9 h 68"/>
                  <a:gd name="T108" fmla="*/ 13 w 157"/>
                  <a:gd name="T109" fmla="*/ 13 h 68"/>
                  <a:gd name="T110" fmla="*/ 7 w 157"/>
                  <a:gd name="T111" fmla="*/ 17 h 68"/>
                  <a:gd name="T112" fmla="*/ 0 w 157"/>
                  <a:gd name="T113" fmla="*/ 1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7" h="68">
                    <a:moveTo>
                      <a:pt x="0" y="19"/>
                    </a:moveTo>
                    <a:cubicBezTo>
                      <a:pt x="1" y="23"/>
                      <a:pt x="3" y="25"/>
                      <a:pt x="7" y="26"/>
                    </a:cubicBezTo>
                    <a:cubicBezTo>
                      <a:pt x="9" y="27"/>
                      <a:pt x="10" y="28"/>
                      <a:pt x="12" y="29"/>
                    </a:cubicBezTo>
                    <a:cubicBezTo>
                      <a:pt x="13" y="31"/>
                      <a:pt x="14" y="34"/>
                      <a:pt x="15" y="36"/>
                    </a:cubicBezTo>
                    <a:cubicBezTo>
                      <a:pt x="16" y="37"/>
                      <a:pt x="15" y="37"/>
                      <a:pt x="15" y="38"/>
                    </a:cubicBezTo>
                    <a:cubicBezTo>
                      <a:pt x="14" y="38"/>
                      <a:pt x="15" y="39"/>
                      <a:pt x="15" y="40"/>
                    </a:cubicBezTo>
                    <a:cubicBezTo>
                      <a:pt x="14" y="43"/>
                      <a:pt x="13" y="43"/>
                      <a:pt x="16" y="45"/>
                    </a:cubicBezTo>
                    <a:cubicBezTo>
                      <a:pt x="20" y="46"/>
                      <a:pt x="24" y="45"/>
                      <a:pt x="28" y="47"/>
                    </a:cubicBezTo>
                    <a:cubicBezTo>
                      <a:pt x="30" y="49"/>
                      <a:pt x="34" y="52"/>
                      <a:pt x="36" y="54"/>
                    </a:cubicBezTo>
                    <a:cubicBezTo>
                      <a:pt x="37" y="55"/>
                      <a:pt x="38" y="57"/>
                      <a:pt x="39" y="59"/>
                    </a:cubicBezTo>
                    <a:cubicBezTo>
                      <a:pt x="40" y="61"/>
                      <a:pt x="43" y="60"/>
                      <a:pt x="44" y="60"/>
                    </a:cubicBezTo>
                    <a:cubicBezTo>
                      <a:pt x="48" y="60"/>
                      <a:pt x="52" y="60"/>
                      <a:pt x="56" y="60"/>
                    </a:cubicBezTo>
                    <a:cubicBezTo>
                      <a:pt x="58" y="60"/>
                      <a:pt x="62" y="60"/>
                      <a:pt x="64" y="61"/>
                    </a:cubicBezTo>
                    <a:cubicBezTo>
                      <a:pt x="66" y="62"/>
                      <a:pt x="67" y="64"/>
                      <a:pt x="69" y="64"/>
                    </a:cubicBezTo>
                    <a:cubicBezTo>
                      <a:pt x="71" y="65"/>
                      <a:pt x="74" y="66"/>
                      <a:pt x="76" y="66"/>
                    </a:cubicBezTo>
                    <a:cubicBezTo>
                      <a:pt x="78" y="65"/>
                      <a:pt x="80" y="68"/>
                      <a:pt x="81" y="67"/>
                    </a:cubicBezTo>
                    <a:cubicBezTo>
                      <a:pt x="85" y="65"/>
                      <a:pt x="88" y="63"/>
                      <a:pt x="93" y="62"/>
                    </a:cubicBezTo>
                    <a:cubicBezTo>
                      <a:pt x="97" y="62"/>
                      <a:pt x="103" y="63"/>
                      <a:pt x="106" y="61"/>
                    </a:cubicBezTo>
                    <a:cubicBezTo>
                      <a:pt x="109" y="59"/>
                      <a:pt x="110" y="56"/>
                      <a:pt x="113" y="55"/>
                    </a:cubicBezTo>
                    <a:cubicBezTo>
                      <a:pt x="116" y="54"/>
                      <a:pt x="116" y="53"/>
                      <a:pt x="114" y="51"/>
                    </a:cubicBezTo>
                    <a:cubicBezTo>
                      <a:pt x="113" y="50"/>
                      <a:pt x="113" y="48"/>
                      <a:pt x="115" y="47"/>
                    </a:cubicBezTo>
                    <a:cubicBezTo>
                      <a:pt x="118" y="44"/>
                      <a:pt x="122" y="50"/>
                      <a:pt x="126" y="46"/>
                    </a:cubicBezTo>
                    <a:cubicBezTo>
                      <a:pt x="127" y="45"/>
                      <a:pt x="128" y="44"/>
                      <a:pt x="130" y="44"/>
                    </a:cubicBezTo>
                    <a:cubicBezTo>
                      <a:pt x="133" y="43"/>
                      <a:pt x="134" y="44"/>
                      <a:pt x="137" y="42"/>
                    </a:cubicBezTo>
                    <a:cubicBezTo>
                      <a:pt x="138" y="41"/>
                      <a:pt x="138" y="38"/>
                      <a:pt x="139" y="38"/>
                    </a:cubicBezTo>
                    <a:cubicBezTo>
                      <a:pt x="141" y="37"/>
                      <a:pt x="142" y="37"/>
                      <a:pt x="143" y="37"/>
                    </a:cubicBezTo>
                    <a:cubicBezTo>
                      <a:pt x="147" y="36"/>
                      <a:pt x="150" y="35"/>
                      <a:pt x="154" y="36"/>
                    </a:cubicBezTo>
                    <a:cubicBezTo>
                      <a:pt x="157" y="36"/>
                      <a:pt x="151" y="29"/>
                      <a:pt x="150" y="29"/>
                    </a:cubicBezTo>
                    <a:cubicBezTo>
                      <a:pt x="149" y="28"/>
                      <a:pt x="147" y="27"/>
                      <a:pt x="145" y="28"/>
                    </a:cubicBezTo>
                    <a:cubicBezTo>
                      <a:pt x="143" y="28"/>
                      <a:pt x="143" y="30"/>
                      <a:pt x="141" y="29"/>
                    </a:cubicBezTo>
                    <a:cubicBezTo>
                      <a:pt x="140" y="28"/>
                      <a:pt x="137" y="27"/>
                      <a:pt x="136" y="28"/>
                    </a:cubicBezTo>
                    <a:cubicBezTo>
                      <a:pt x="135" y="30"/>
                      <a:pt x="134" y="29"/>
                      <a:pt x="134" y="27"/>
                    </a:cubicBezTo>
                    <a:cubicBezTo>
                      <a:pt x="134" y="25"/>
                      <a:pt x="137" y="21"/>
                      <a:pt x="137" y="19"/>
                    </a:cubicBezTo>
                    <a:cubicBezTo>
                      <a:pt x="138" y="17"/>
                      <a:pt x="141" y="14"/>
                      <a:pt x="137" y="14"/>
                    </a:cubicBezTo>
                    <a:cubicBezTo>
                      <a:pt x="134" y="14"/>
                      <a:pt x="134" y="15"/>
                      <a:pt x="131" y="14"/>
                    </a:cubicBezTo>
                    <a:cubicBezTo>
                      <a:pt x="128" y="13"/>
                      <a:pt x="127" y="13"/>
                      <a:pt x="124" y="15"/>
                    </a:cubicBezTo>
                    <a:cubicBezTo>
                      <a:pt x="121" y="17"/>
                      <a:pt x="117" y="18"/>
                      <a:pt x="114" y="19"/>
                    </a:cubicBezTo>
                    <a:cubicBezTo>
                      <a:pt x="109" y="20"/>
                      <a:pt x="107" y="19"/>
                      <a:pt x="103" y="19"/>
                    </a:cubicBezTo>
                    <a:cubicBezTo>
                      <a:pt x="101" y="18"/>
                      <a:pt x="100" y="18"/>
                      <a:pt x="98" y="17"/>
                    </a:cubicBezTo>
                    <a:cubicBezTo>
                      <a:pt x="97" y="17"/>
                      <a:pt x="96" y="15"/>
                      <a:pt x="94" y="15"/>
                    </a:cubicBezTo>
                    <a:cubicBezTo>
                      <a:pt x="90" y="14"/>
                      <a:pt x="88" y="12"/>
                      <a:pt x="83" y="11"/>
                    </a:cubicBezTo>
                    <a:cubicBezTo>
                      <a:pt x="81" y="11"/>
                      <a:pt x="79" y="12"/>
                      <a:pt x="77" y="13"/>
                    </a:cubicBezTo>
                    <a:cubicBezTo>
                      <a:pt x="75" y="14"/>
                      <a:pt x="73" y="13"/>
                      <a:pt x="71" y="12"/>
                    </a:cubicBezTo>
                    <a:cubicBezTo>
                      <a:pt x="69" y="11"/>
                      <a:pt x="68" y="11"/>
                      <a:pt x="68" y="8"/>
                    </a:cubicBezTo>
                    <a:cubicBezTo>
                      <a:pt x="67" y="6"/>
                      <a:pt x="67" y="6"/>
                      <a:pt x="64" y="5"/>
                    </a:cubicBezTo>
                    <a:cubicBezTo>
                      <a:pt x="62" y="4"/>
                      <a:pt x="60" y="3"/>
                      <a:pt x="58" y="3"/>
                    </a:cubicBezTo>
                    <a:cubicBezTo>
                      <a:pt x="56" y="3"/>
                      <a:pt x="53" y="0"/>
                      <a:pt x="52" y="1"/>
                    </a:cubicBezTo>
                    <a:cubicBezTo>
                      <a:pt x="50" y="1"/>
                      <a:pt x="46" y="5"/>
                      <a:pt x="45" y="7"/>
                    </a:cubicBezTo>
                    <a:cubicBezTo>
                      <a:pt x="45" y="9"/>
                      <a:pt x="48" y="11"/>
                      <a:pt x="47" y="13"/>
                    </a:cubicBezTo>
                    <a:cubicBezTo>
                      <a:pt x="46" y="15"/>
                      <a:pt x="43" y="17"/>
                      <a:pt x="41" y="15"/>
                    </a:cubicBezTo>
                    <a:cubicBezTo>
                      <a:pt x="39" y="15"/>
                      <a:pt x="38" y="14"/>
                      <a:pt x="37" y="14"/>
                    </a:cubicBezTo>
                    <a:cubicBezTo>
                      <a:pt x="36" y="14"/>
                      <a:pt x="35" y="14"/>
                      <a:pt x="34" y="14"/>
                    </a:cubicBezTo>
                    <a:cubicBezTo>
                      <a:pt x="31" y="13"/>
                      <a:pt x="31" y="11"/>
                      <a:pt x="28" y="10"/>
                    </a:cubicBezTo>
                    <a:cubicBezTo>
                      <a:pt x="26" y="9"/>
                      <a:pt x="23" y="8"/>
                      <a:pt x="21" y="9"/>
                    </a:cubicBezTo>
                    <a:cubicBezTo>
                      <a:pt x="18" y="10"/>
                      <a:pt x="16" y="12"/>
                      <a:pt x="13" y="13"/>
                    </a:cubicBezTo>
                    <a:cubicBezTo>
                      <a:pt x="11" y="14"/>
                      <a:pt x="9" y="16"/>
                      <a:pt x="7" y="17"/>
                    </a:cubicBezTo>
                    <a:cubicBezTo>
                      <a:pt x="4" y="17"/>
                      <a:pt x="2" y="19"/>
                      <a:pt x="0" y="1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1" name="Freeform 717">
                <a:extLst>
                  <a:ext uri="{FF2B5EF4-FFF2-40B4-BE49-F238E27FC236}">
                    <a16:creationId xmlns:a16="http://schemas.microsoft.com/office/drawing/2014/main" id="{5CE39CB6-74A6-082D-73D6-1CFB6FDB2410}"/>
                  </a:ext>
                </a:extLst>
              </p:cNvPr>
              <p:cNvSpPr>
                <a:spLocks/>
              </p:cNvSpPr>
              <p:nvPr/>
            </p:nvSpPr>
            <p:spPr bwMode="auto">
              <a:xfrm>
                <a:off x="12219302" y="5133964"/>
                <a:ext cx="585987" cy="1009821"/>
              </a:xfrm>
              <a:custGeom>
                <a:avLst/>
                <a:gdLst>
                  <a:gd name="T0" fmla="*/ 61 w 63"/>
                  <a:gd name="T1" fmla="*/ 25 h 108"/>
                  <a:gd name="T2" fmla="*/ 61 w 63"/>
                  <a:gd name="T3" fmla="*/ 20 h 108"/>
                  <a:gd name="T4" fmla="*/ 61 w 63"/>
                  <a:gd name="T5" fmla="*/ 16 h 108"/>
                  <a:gd name="T6" fmla="*/ 60 w 63"/>
                  <a:gd name="T7" fmla="*/ 13 h 108"/>
                  <a:gd name="T8" fmla="*/ 60 w 63"/>
                  <a:gd name="T9" fmla="*/ 11 h 108"/>
                  <a:gd name="T10" fmla="*/ 57 w 63"/>
                  <a:gd name="T11" fmla="*/ 7 h 108"/>
                  <a:gd name="T12" fmla="*/ 51 w 63"/>
                  <a:gd name="T13" fmla="*/ 5 h 108"/>
                  <a:gd name="T14" fmla="*/ 44 w 63"/>
                  <a:gd name="T15" fmla="*/ 1 h 108"/>
                  <a:gd name="T16" fmla="*/ 44 w 63"/>
                  <a:gd name="T17" fmla="*/ 5 h 108"/>
                  <a:gd name="T18" fmla="*/ 34 w 63"/>
                  <a:gd name="T19" fmla="*/ 5 h 108"/>
                  <a:gd name="T20" fmla="*/ 34 w 63"/>
                  <a:gd name="T21" fmla="*/ 10 h 108"/>
                  <a:gd name="T22" fmla="*/ 29 w 63"/>
                  <a:gd name="T23" fmla="*/ 10 h 108"/>
                  <a:gd name="T24" fmla="*/ 27 w 63"/>
                  <a:gd name="T25" fmla="*/ 12 h 108"/>
                  <a:gd name="T26" fmla="*/ 25 w 63"/>
                  <a:gd name="T27" fmla="*/ 15 h 108"/>
                  <a:gd name="T28" fmla="*/ 25 w 63"/>
                  <a:gd name="T29" fmla="*/ 18 h 108"/>
                  <a:gd name="T30" fmla="*/ 24 w 63"/>
                  <a:gd name="T31" fmla="*/ 20 h 108"/>
                  <a:gd name="T32" fmla="*/ 20 w 63"/>
                  <a:gd name="T33" fmla="*/ 25 h 108"/>
                  <a:gd name="T34" fmla="*/ 17 w 63"/>
                  <a:gd name="T35" fmla="*/ 27 h 108"/>
                  <a:gd name="T36" fmla="*/ 16 w 63"/>
                  <a:gd name="T37" fmla="*/ 33 h 108"/>
                  <a:gd name="T38" fmla="*/ 13 w 63"/>
                  <a:gd name="T39" fmla="*/ 38 h 108"/>
                  <a:gd name="T40" fmla="*/ 15 w 63"/>
                  <a:gd name="T41" fmla="*/ 42 h 108"/>
                  <a:gd name="T42" fmla="*/ 9 w 63"/>
                  <a:gd name="T43" fmla="*/ 44 h 108"/>
                  <a:gd name="T44" fmla="*/ 5 w 63"/>
                  <a:gd name="T45" fmla="*/ 51 h 108"/>
                  <a:gd name="T46" fmla="*/ 6 w 63"/>
                  <a:gd name="T47" fmla="*/ 57 h 108"/>
                  <a:gd name="T48" fmla="*/ 8 w 63"/>
                  <a:gd name="T49" fmla="*/ 63 h 108"/>
                  <a:gd name="T50" fmla="*/ 7 w 63"/>
                  <a:gd name="T51" fmla="*/ 67 h 108"/>
                  <a:gd name="T52" fmla="*/ 7 w 63"/>
                  <a:gd name="T53" fmla="*/ 74 h 108"/>
                  <a:gd name="T54" fmla="*/ 4 w 63"/>
                  <a:gd name="T55" fmla="*/ 78 h 108"/>
                  <a:gd name="T56" fmla="*/ 3 w 63"/>
                  <a:gd name="T57" fmla="*/ 83 h 108"/>
                  <a:gd name="T58" fmla="*/ 0 w 63"/>
                  <a:gd name="T59" fmla="*/ 82 h 108"/>
                  <a:gd name="T60" fmla="*/ 4 w 63"/>
                  <a:gd name="T61" fmla="*/ 90 h 108"/>
                  <a:gd name="T62" fmla="*/ 7 w 63"/>
                  <a:gd name="T63" fmla="*/ 97 h 108"/>
                  <a:gd name="T64" fmla="*/ 8 w 63"/>
                  <a:gd name="T65" fmla="*/ 102 h 108"/>
                  <a:gd name="T66" fmla="*/ 10 w 63"/>
                  <a:gd name="T67" fmla="*/ 107 h 108"/>
                  <a:gd name="T68" fmla="*/ 14 w 63"/>
                  <a:gd name="T69" fmla="*/ 108 h 108"/>
                  <a:gd name="T70" fmla="*/ 15 w 63"/>
                  <a:gd name="T71" fmla="*/ 105 h 108"/>
                  <a:gd name="T72" fmla="*/ 24 w 63"/>
                  <a:gd name="T73" fmla="*/ 101 h 108"/>
                  <a:gd name="T74" fmla="*/ 27 w 63"/>
                  <a:gd name="T75" fmla="*/ 92 h 108"/>
                  <a:gd name="T76" fmla="*/ 26 w 63"/>
                  <a:gd name="T77" fmla="*/ 87 h 108"/>
                  <a:gd name="T78" fmla="*/ 28 w 63"/>
                  <a:gd name="T79" fmla="*/ 84 h 108"/>
                  <a:gd name="T80" fmla="*/ 32 w 63"/>
                  <a:gd name="T81" fmla="*/ 82 h 108"/>
                  <a:gd name="T82" fmla="*/ 32 w 63"/>
                  <a:gd name="T83" fmla="*/ 81 h 108"/>
                  <a:gd name="T84" fmla="*/ 35 w 63"/>
                  <a:gd name="T85" fmla="*/ 80 h 108"/>
                  <a:gd name="T86" fmla="*/ 34 w 63"/>
                  <a:gd name="T87" fmla="*/ 78 h 108"/>
                  <a:gd name="T88" fmla="*/ 36 w 63"/>
                  <a:gd name="T89" fmla="*/ 77 h 108"/>
                  <a:gd name="T90" fmla="*/ 35 w 63"/>
                  <a:gd name="T91" fmla="*/ 73 h 108"/>
                  <a:gd name="T92" fmla="*/ 29 w 63"/>
                  <a:gd name="T93" fmla="*/ 66 h 108"/>
                  <a:gd name="T94" fmla="*/ 30 w 63"/>
                  <a:gd name="T95" fmla="*/ 60 h 108"/>
                  <a:gd name="T96" fmla="*/ 30 w 63"/>
                  <a:gd name="T97" fmla="*/ 56 h 108"/>
                  <a:gd name="T98" fmla="*/ 33 w 63"/>
                  <a:gd name="T99" fmla="*/ 53 h 108"/>
                  <a:gd name="T100" fmla="*/ 39 w 63"/>
                  <a:gd name="T101" fmla="*/ 48 h 108"/>
                  <a:gd name="T102" fmla="*/ 49 w 63"/>
                  <a:gd name="T103" fmla="*/ 41 h 108"/>
                  <a:gd name="T104" fmla="*/ 50 w 63"/>
                  <a:gd name="T105" fmla="*/ 35 h 108"/>
                  <a:gd name="T106" fmla="*/ 50 w 63"/>
                  <a:gd name="T107" fmla="*/ 32 h 108"/>
                  <a:gd name="T108" fmla="*/ 54 w 63"/>
                  <a:gd name="T109" fmla="*/ 30 h 108"/>
                  <a:gd name="T110" fmla="*/ 58 w 63"/>
                  <a:gd name="T111" fmla="*/ 29 h 108"/>
                  <a:gd name="T112" fmla="*/ 60 w 63"/>
                  <a:gd name="T113" fmla="*/ 28 h 108"/>
                  <a:gd name="T114" fmla="*/ 63 w 63"/>
                  <a:gd name="T115" fmla="*/ 28 h 108"/>
                  <a:gd name="T116" fmla="*/ 61 w 63"/>
                  <a:gd name="T117" fmla="*/ 25 h 108"/>
                  <a:gd name="T118" fmla="*/ 61 w 63"/>
                  <a:gd name="T119" fmla="*/ 2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3" h="108">
                    <a:moveTo>
                      <a:pt x="61" y="25"/>
                    </a:moveTo>
                    <a:cubicBezTo>
                      <a:pt x="60" y="24"/>
                      <a:pt x="62" y="22"/>
                      <a:pt x="61" y="20"/>
                    </a:cubicBezTo>
                    <a:cubicBezTo>
                      <a:pt x="60" y="18"/>
                      <a:pt x="61" y="18"/>
                      <a:pt x="61" y="16"/>
                    </a:cubicBezTo>
                    <a:cubicBezTo>
                      <a:pt x="61" y="15"/>
                      <a:pt x="60" y="14"/>
                      <a:pt x="60" y="13"/>
                    </a:cubicBezTo>
                    <a:cubicBezTo>
                      <a:pt x="59" y="12"/>
                      <a:pt x="60" y="12"/>
                      <a:pt x="60" y="11"/>
                    </a:cubicBezTo>
                    <a:cubicBezTo>
                      <a:pt x="59" y="9"/>
                      <a:pt x="59" y="8"/>
                      <a:pt x="57" y="7"/>
                    </a:cubicBezTo>
                    <a:cubicBezTo>
                      <a:pt x="55" y="6"/>
                      <a:pt x="53" y="6"/>
                      <a:pt x="51" y="5"/>
                    </a:cubicBezTo>
                    <a:cubicBezTo>
                      <a:pt x="49" y="3"/>
                      <a:pt x="47" y="0"/>
                      <a:pt x="44" y="1"/>
                    </a:cubicBezTo>
                    <a:cubicBezTo>
                      <a:pt x="43" y="1"/>
                      <a:pt x="44" y="4"/>
                      <a:pt x="44" y="5"/>
                    </a:cubicBezTo>
                    <a:cubicBezTo>
                      <a:pt x="43" y="8"/>
                      <a:pt x="37" y="6"/>
                      <a:pt x="34" y="5"/>
                    </a:cubicBezTo>
                    <a:cubicBezTo>
                      <a:pt x="34" y="7"/>
                      <a:pt x="34" y="8"/>
                      <a:pt x="34" y="10"/>
                    </a:cubicBezTo>
                    <a:cubicBezTo>
                      <a:pt x="33" y="10"/>
                      <a:pt x="31" y="9"/>
                      <a:pt x="29" y="10"/>
                    </a:cubicBezTo>
                    <a:cubicBezTo>
                      <a:pt x="28" y="10"/>
                      <a:pt x="28" y="11"/>
                      <a:pt x="27" y="12"/>
                    </a:cubicBezTo>
                    <a:cubicBezTo>
                      <a:pt x="27" y="13"/>
                      <a:pt x="25" y="14"/>
                      <a:pt x="25" y="15"/>
                    </a:cubicBezTo>
                    <a:cubicBezTo>
                      <a:pt x="24" y="16"/>
                      <a:pt x="26" y="18"/>
                      <a:pt x="25" y="18"/>
                    </a:cubicBezTo>
                    <a:cubicBezTo>
                      <a:pt x="25" y="19"/>
                      <a:pt x="24" y="19"/>
                      <a:pt x="24" y="20"/>
                    </a:cubicBezTo>
                    <a:cubicBezTo>
                      <a:pt x="22" y="21"/>
                      <a:pt x="20" y="23"/>
                      <a:pt x="20" y="25"/>
                    </a:cubicBezTo>
                    <a:cubicBezTo>
                      <a:pt x="20" y="27"/>
                      <a:pt x="18" y="25"/>
                      <a:pt x="17" y="27"/>
                    </a:cubicBezTo>
                    <a:cubicBezTo>
                      <a:pt x="17" y="29"/>
                      <a:pt x="17" y="31"/>
                      <a:pt x="16" y="33"/>
                    </a:cubicBezTo>
                    <a:cubicBezTo>
                      <a:pt x="16" y="35"/>
                      <a:pt x="13" y="36"/>
                      <a:pt x="13" y="38"/>
                    </a:cubicBezTo>
                    <a:cubicBezTo>
                      <a:pt x="13" y="39"/>
                      <a:pt x="16" y="41"/>
                      <a:pt x="15" y="42"/>
                    </a:cubicBezTo>
                    <a:cubicBezTo>
                      <a:pt x="13" y="44"/>
                      <a:pt x="11" y="43"/>
                      <a:pt x="9" y="44"/>
                    </a:cubicBezTo>
                    <a:cubicBezTo>
                      <a:pt x="6" y="45"/>
                      <a:pt x="5" y="48"/>
                      <a:pt x="5" y="51"/>
                    </a:cubicBezTo>
                    <a:cubicBezTo>
                      <a:pt x="6" y="53"/>
                      <a:pt x="6" y="55"/>
                      <a:pt x="6" y="57"/>
                    </a:cubicBezTo>
                    <a:cubicBezTo>
                      <a:pt x="6" y="60"/>
                      <a:pt x="4" y="61"/>
                      <a:pt x="8" y="63"/>
                    </a:cubicBezTo>
                    <a:cubicBezTo>
                      <a:pt x="10" y="65"/>
                      <a:pt x="9" y="66"/>
                      <a:pt x="7" y="67"/>
                    </a:cubicBezTo>
                    <a:cubicBezTo>
                      <a:pt x="6" y="68"/>
                      <a:pt x="8" y="72"/>
                      <a:pt x="7" y="74"/>
                    </a:cubicBezTo>
                    <a:cubicBezTo>
                      <a:pt x="7" y="76"/>
                      <a:pt x="4" y="76"/>
                      <a:pt x="4" y="78"/>
                    </a:cubicBezTo>
                    <a:cubicBezTo>
                      <a:pt x="4" y="79"/>
                      <a:pt x="4" y="83"/>
                      <a:pt x="3" y="83"/>
                    </a:cubicBezTo>
                    <a:cubicBezTo>
                      <a:pt x="3" y="83"/>
                      <a:pt x="1" y="82"/>
                      <a:pt x="0" y="82"/>
                    </a:cubicBezTo>
                    <a:cubicBezTo>
                      <a:pt x="0" y="86"/>
                      <a:pt x="4" y="87"/>
                      <a:pt x="4" y="90"/>
                    </a:cubicBezTo>
                    <a:cubicBezTo>
                      <a:pt x="3" y="91"/>
                      <a:pt x="6" y="96"/>
                      <a:pt x="7" y="97"/>
                    </a:cubicBezTo>
                    <a:cubicBezTo>
                      <a:pt x="9" y="99"/>
                      <a:pt x="8" y="100"/>
                      <a:pt x="8" y="102"/>
                    </a:cubicBezTo>
                    <a:cubicBezTo>
                      <a:pt x="8" y="103"/>
                      <a:pt x="10" y="105"/>
                      <a:pt x="10" y="107"/>
                    </a:cubicBezTo>
                    <a:cubicBezTo>
                      <a:pt x="9" y="108"/>
                      <a:pt x="13" y="107"/>
                      <a:pt x="14" y="108"/>
                    </a:cubicBezTo>
                    <a:cubicBezTo>
                      <a:pt x="16" y="108"/>
                      <a:pt x="15" y="107"/>
                      <a:pt x="15" y="105"/>
                    </a:cubicBezTo>
                    <a:cubicBezTo>
                      <a:pt x="15" y="100"/>
                      <a:pt x="23" y="104"/>
                      <a:pt x="24" y="101"/>
                    </a:cubicBezTo>
                    <a:cubicBezTo>
                      <a:pt x="25" y="98"/>
                      <a:pt x="26" y="95"/>
                      <a:pt x="27" y="92"/>
                    </a:cubicBezTo>
                    <a:cubicBezTo>
                      <a:pt x="27" y="90"/>
                      <a:pt x="27" y="88"/>
                      <a:pt x="26" y="87"/>
                    </a:cubicBezTo>
                    <a:cubicBezTo>
                      <a:pt x="25" y="85"/>
                      <a:pt x="26" y="85"/>
                      <a:pt x="28" y="84"/>
                    </a:cubicBezTo>
                    <a:cubicBezTo>
                      <a:pt x="29" y="84"/>
                      <a:pt x="32" y="83"/>
                      <a:pt x="32" y="82"/>
                    </a:cubicBezTo>
                    <a:cubicBezTo>
                      <a:pt x="32" y="82"/>
                      <a:pt x="32" y="81"/>
                      <a:pt x="32" y="81"/>
                    </a:cubicBezTo>
                    <a:cubicBezTo>
                      <a:pt x="33" y="81"/>
                      <a:pt x="35" y="81"/>
                      <a:pt x="35" y="80"/>
                    </a:cubicBezTo>
                    <a:cubicBezTo>
                      <a:pt x="35" y="79"/>
                      <a:pt x="34" y="79"/>
                      <a:pt x="34" y="78"/>
                    </a:cubicBezTo>
                    <a:cubicBezTo>
                      <a:pt x="35" y="78"/>
                      <a:pt x="36" y="77"/>
                      <a:pt x="36" y="77"/>
                    </a:cubicBezTo>
                    <a:cubicBezTo>
                      <a:pt x="38" y="75"/>
                      <a:pt x="37" y="74"/>
                      <a:pt x="35" y="73"/>
                    </a:cubicBezTo>
                    <a:cubicBezTo>
                      <a:pt x="33" y="71"/>
                      <a:pt x="29" y="70"/>
                      <a:pt x="29" y="66"/>
                    </a:cubicBezTo>
                    <a:cubicBezTo>
                      <a:pt x="29" y="64"/>
                      <a:pt x="29" y="62"/>
                      <a:pt x="30" y="60"/>
                    </a:cubicBezTo>
                    <a:cubicBezTo>
                      <a:pt x="31" y="58"/>
                      <a:pt x="31" y="58"/>
                      <a:pt x="30" y="56"/>
                    </a:cubicBezTo>
                    <a:cubicBezTo>
                      <a:pt x="29" y="56"/>
                      <a:pt x="33" y="53"/>
                      <a:pt x="33" y="53"/>
                    </a:cubicBezTo>
                    <a:cubicBezTo>
                      <a:pt x="35" y="51"/>
                      <a:pt x="36" y="49"/>
                      <a:pt x="39" y="48"/>
                    </a:cubicBezTo>
                    <a:cubicBezTo>
                      <a:pt x="42" y="47"/>
                      <a:pt x="47" y="44"/>
                      <a:pt x="49" y="41"/>
                    </a:cubicBezTo>
                    <a:cubicBezTo>
                      <a:pt x="51" y="38"/>
                      <a:pt x="46" y="36"/>
                      <a:pt x="50" y="35"/>
                    </a:cubicBezTo>
                    <a:cubicBezTo>
                      <a:pt x="52" y="34"/>
                      <a:pt x="51" y="34"/>
                      <a:pt x="50" y="32"/>
                    </a:cubicBezTo>
                    <a:cubicBezTo>
                      <a:pt x="50" y="31"/>
                      <a:pt x="53" y="30"/>
                      <a:pt x="54" y="30"/>
                    </a:cubicBezTo>
                    <a:cubicBezTo>
                      <a:pt x="56" y="28"/>
                      <a:pt x="57" y="27"/>
                      <a:pt x="58" y="29"/>
                    </a:cubicBezTo>
                    <a:cubicBezTo>
                      <a:pt x="59" y="29"/>
                      <a:pt x="60" y="28"/>
                      <a:pt x="60" y="28"/>
                    </a:cubicBezTo>
                    <a:cubicBezTo>
                      <a:pt x="61" y="28"/>
                      <a:pt x="62" y="28"/>
                      <a:pt x="63" y="28"/>
                    </a:cubicBezTo>
                    <a:cubicBezTo>
                      <a:pt x="63" y="27"/>
                      <a:pt x="62" y="27"/>
                      <a:pt x="61" y="25"/>
                    </a:cubicBezTo>
                    <a:cubicBezTo>
                      <a:pt x="60" y="24"/>
                      <a:pt x="61" y="26"/>
                      <a:pt x="61" y="2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solidFill>
                    <a:srgbClr val="E6E7EA"/>
                  </a:solidFill>
                  <a:latin typeface="Lato" panose="020F0502020204030203" pitchFamily="34" charset="0"/>
                  <a:ea typeface="Lato" panose="020F0502020204030203" pitchFamily="34" charset="0"/>
                  <a:cs typeface="Lato" panose="020F0502020204030203" pitchFamily="34" charset="0"/>
                </a:endParaRPr>
              </a:p>
            </p:txBody>
          </p:sp>
          <p:sp>
            <p:nvSpPr>
              <p:cNvPr id="322" name="Freeform 718">
                <a:extLst>
                  <a:ext uri="{FF2B5EF4-FFF2-40B4-BE49-F238E27FC236}">
                    <a16:creationId xmlns:a16="http://schemas.microsoft.com/office/drawing/2014/main" id="{5036DC05-9846-5F98-3C00-D424DB3A6343}"/>
                  </a:ext>
                </a:extLst>
              </p:cNvPr>
              <p:cNvSpPr>
                <a:spLocks/>
              </p:cNvSpPr>
              <p:nvPr/>
            </p:nvSpPr>
            <p:spPr bwMode="auto">
              <a:xfrm>
                <a:off x="12649240" y="5057512"/>
                <a:ext cx="503186" cy="786831"/>
              </a:xfrm>
              <a:custGeom>
                <a:avLst/>
                <a:gdLst>
                  <a:gd name="T0" fmla="*/ 53 w 54"/>
                  <a:gd name="T1" fmla="*/ 59 h 84"/>
                  <a:gd name="T2" fmla="*/ 47 w 54"/>
                  <a:gd name="T3" fmla="*/ 55 h 84"/>
                  <a:gd name="T4" fmla="*/ 49 w 54"/>
                  <a:gd name="T5" fmla="*/ 51 h 84"/>
                  <a:gd name="T6" fmla="*/ 44 w 54"/>
                  <a:gd name="T7" fmla="*/ 44 h 84"/>
                  <a:gd name="T8" fmla="*/ 46 w 54"/>
                  <a:gd name="T9" fmla="*/ 43 h 84"/>
                  <a:gd name="T10" fmla="*/ 44 w 54"/>
                  <a:gd name="T11" fmla="*/ 38 h 84"/>
                  <a:gd name="T12" fmla="*/ 45 w 54"/>
                  <a:gd name="T13" fmla="*/ 36 h 84"/>
                  <a:gd name="T14" fmla="*/ 44 w 54"/>
                  <a:gd name="T15" fmla="*/ 32 h 84"/>
                  <a:gd name="T16" fmla="*/ 42 w 54"/>
                  <a:gd name="T17" fmla="*/ 26 h 84"/>
                  <a:gd name="T18" fmla="*/ 45 w 54"/>
                  <a:gd name="T19" fmla="*/ 23 h 84"/>
                  <a:gd name="T20" fmla="*/ 44 w 54"/>
                  <a:gd name="T21" fmla="*/ 19 h 84"/>
                  <a:gd name="T22" fmla="*/ 38 w 54"/>
                  <a:gd name="T23" fmla="*/ 13 h 84"/>
                  <a:gd name="T24" fmla="*/ 40 w 54"/>
                  <a:gd name="T25" fmla="*/ 12 h 84"/>
                  <a:gd name="T26" fmla="*/ 39 w 54"/>
                  <a:gd name="T27" fmla="*/ 10 h 84"/>
                  <a:gd name="T28" fmla="*/ 41 w 54"/>
                  <a:gd name="T29" fmla="*/ 3 h 84"/>
                  <a:gd name="T30" fmla="*/ 37 w 54"/>
                  <a:gd name="T31" fmla="*/ 1 h 84"/>
                  <a:gd name="T32" fmla="*/ 34 w 54"/>
                  <a:gd name="T33" fmla="*/ 0 h 84"/>
                  <a:gd name="T34" fmla="*/ 29 w 54"/>
                  <a:gd name="T35" fmla="*/ 1 h 84"/>
                  <a:gd name="T36" fmla="*/ 25 w 54"/>
                  <a:gd name="T37" fmla="*/ 5 h 84"/>
                  <a:gd name="T38" fmla="*/ 24 w 54"/>
                  <a:gd name="T39" fmla="*/ 10 h 84"/>
                  <a:gd name="T40" fmla="*/ 21 w 54"/>
                  <a:gd name="T41" fmla="*/ 13 h 84"/>
                  <a:gd name="T42" fmla="*/ 17 w 54"/>
                  <a:gd name="T43" fmla="*/ 11 h 84"/>
                  <a:gd name="T44" fmla="*/ 14 w 54"/>
                  <a:gd name="T45" fmla="*/ 12 h 84"/>
                  <a:gd name="T46" fmla="*/ 7 w 54"/>
                  <a:gd name="T47" fmla="*/ 10 h 84"/>
                  <a:gd name="T48" fmla="*/ 4 w 54"/>
                  <a:gd name="T49" fmla="*/ 7 h 84"/>
                  <a:gd name="T50" fmla="*/ 0 w 54"/>
                  <a:gd name="T51" fmla="*/ 9 h 84"/>
                  <a:gd name="T52" fmla="*/ 8 w 54"/>
                  <a:gd name="T53" fmla="*/ 14 h 84"/>
                  <a:gd name="T54" fmla="*/ 12 w 54"/>
                  <a:gd name="T55" fmla="*/ 16 h 84"/>
                  <a:gd name="T56" fmla="*/ 14 w 54"/>
                  <a:gd name="T57" fmla="*/ 19 h 84"/>
                  <a:gd name="T58" fmla="*/ 14 w 54"/>
                  <a:gd name="T59" fmla="*/ 21 h 84"/>
                  <a:gd name="T60" fmla="*/ 15 w 54"/>
                  <a:gd name="T61" fmla="*/ 24 h 84"/>
                  <a:gd name="T62" fmla="*/ 15 w 54"/>
                  <a:gd name="T63" fmla="*/ 27 h 84"/>
                  <a:gd name="T64" fmla="*/ 16 w 54"/>
                  <a:gd name="T65" fmla="*/ 29 h 84"/>
                  <a:gd name="T66" fmla="*/ 15 w 54"/>
                  <a:gd name="T67" fmla="*/ 33 h 84"/>
                  <a:gd name="T68" fmla="*/ 17 w 54"/>
                  <a:gd name="T69" fmla="*/ 36 h 84"/>
                  <a:gd name="T70" fmla="*/ 21 w 54"/>
                  <a:gd name="T71" fmla="*/ 38 h 84"/>
                  <a:gd name="T72" fmla="*/ 22 w 54"/>
                  <a:gd name="T73" fmla="*/ 41 h 84"/>
                  <a:gd name="T74" fmla="*/ 23 w 54"/>
                  <a:gd name="T75" fmla="*/ 44 h 84"/>
                  <a:gd name="T76" fmla="*/ 20 w 54"/>
                  <a:gd name="T77" fmla="*/ 44 h 84"/>
                  <a:gd name="T78" fmla="*/ 16 w 54"/>
                  <a:gd name="T79" fmla="*/ 49 h 84"/>
                  <a:gd name="T80" fmla="*/ 13 w 54"/>
                  <a:gd name="T81" fmla="*/ 51 h 84"/>
                  <a:gd name="T82" fmla="*/ 10 w 54"/>
                  <a:gd name="T83" fmla="*/ 54 h 84"/>
                  <a:gd name="T84" fmla="*/ 4 w 54"/>
                  <a:gd name="T85" fmla="*/ 57 h 84"/>
                  <a:gd name="T86" fmla="*/ 2 w 54"/>
                  <a:gd name="T87" fmla="*/ 62 h 84"/>
                  <a:gd name="T88" fmla="*/ 4 w 54"/>
                  <a:gd name="T89" fmla="*/ 67 h 84"/>
                  <a:gd name="T90" fmla="*/ 4 w 54"/>
                  <a:gd name="T91" fmla="*/ 73 h 84"/>
                  <a:gd name="T92" fmla="*/ 4 w 54"/>
                  <a:gd name="T93" fmla="*/ 78 h 84"/>
                  <a:gd name="T94" fmla="*/ 7 w 54"/>
                  <a:gd name="T95" fmla="*/ 80 h 84"/>
                  <a:gd name="T96" fmla="*/ 5 w 54"/>
                  <a:gd name="T97" fmla="*/ 81 h 84"/>
                  <a:gd name="T98" fmla="*/ 8 w 54"/>
                  <a:gd name="T99" fmla="*/ 79 h 84"/>
                  <a:gd name="T100" fmla="*/ 8 w 54"/>
                  <a:gd name="T101" fmla="*/ 83 h 84"/>
                  <a:gd name="T102" fmla="*/ 11 w 54"/>
                  <a:gd name="T103" fmla="*/ 80 h 84"/>
                  <a:gd name="T104" fmla="*/ 11 w 54"/>
                  <a:gd name="T105" fmla="*/ 83 h 84"/>
                  <a:gd name="T106" fmla="*/ 23 w 54"/>
                  <a:gd name="T107" fmla="*/ 80 h 84"/>
                  <a:gd name="T108" fmla="*/ 36 w 54"/>
                  <a:gd name="T109" fmla="*/ 78 h 84"/>
                  <a:gd name="T110" fmla="*/ 46 w 54"/>
                  <a:gd name="T111" fmla="*/ 68 h 84"/>
                  <a:gd name="T112" fmla="*/ 53 w 54"/>
                  <a:gd name="T113" fmla="*/ 59 h 84"/>
                  <a:gd name="T114" fmla="*/ 53 w 54"/>
                  <a:gd name="T11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84">
                    <a:moveTo>
                      <a:pt x="53" y="59"/>
                    </a:moveTo>
                    <a:cubicBezTo>
                      <a:pt x="52" y="57"/>
                      <a:pt x="49" y="56"/>
                      <a:pt x="47" y="55"/>
                    </a:cubicBezTo>
                    <a:cubicBezTo>
                      <a:pt x="44" y="53"/>
                      <a:pt x="48" y="53"/>
                      <a:pt x="49" y="51"/>
                    </a:cubicBezTo>
                    <a:cubicBezTo>
                      <a:pt x="49" y="51"/>
                      <a:pt x="45" y="45"/>
                      <a:pt x="44" y="44"/>
                    </a:cubicBezTo>
                    <a:cubicBezTo>
                      <a:pt x="44" y="44"/>
                      <a:pt x="46" y="43"/>
                      <a:pt x="46" y="43"/>
                    </a:cubicBezTo>
                    <a:cubicBezTo>
                      <a:pt x="46" y="42"/>
                      <a:pt x="44" y="39"/>
                      <a:pt x="44" y="38"/>
                    </a:cubicBezTo>
                    <a:cubicBezTo>
                      <a:pt x="44" y="37"/>
                      <a:pt x="45" y="37"/>
                      <a:pt x="45" y="36"/>
                    </a:cubicBezTo>
                    <a:cubicBezTo>
                      <a:pt x="46" y="35"/>
                      <a:pt x="44" y="33"/>
                      <a:pt x="44" y="32"/>
                    </a:cubicBezTo>
                    <a:cubicBezTo>
                      <a:pt x="42" y="30"/>
                      <a:pt x="40" y="28"/>
                      <a:pt x="42" y="26"/>
                    </a:cubicBezTo>
                    <a:cubicBezTo>
                      <a:pt x="43" y="25"/>
                      <a:pt x="45" y="24"/>
                      <a:pt x="45" y="23"/>
                    </a:cubicBezTo>
                    <a:cubicBezTo>
                      <a:pt x="46" y="21"/>
                      <a:pt x="44" y="20"/>
                      <a:pt x="44" y="19"/>
                    </a:cubicBezTo>
                    <a:cubicBezTo>
                      <a:pt x="43" y="18"/>
                      <a:pt x="36" y="15"/>
                      <a:pt x="38" y="13"/>
                    </a:cubicBezTo>
                    <a:cubicBezTo>
                      <a:pt x="38" y="13"/>
                      <a:pt x="40" y="12"/>
                      <a:pt x="40" y="12"/>
                    </a:cubicBezTo>
                    <a:cubicBezTo>
                      <a:pt x="40" y="12"/>
                      <a:pt x="37" y="10"/>
                      <a:pt x="39" y="10"/>
                    </a:cubicBezTo>
                    <a:cubicBezTo>
                      <a:pt x="42" y="10"/>
                      <a:pt x="44" y="5"/>
                      <a:pt x="41" y="3"/>
                    </a:cubicBezTo>
                    <a:cubicBezTo>
                      <a:pt x="40" y="2"/>
                      <a:pt x="38" y="2"/>
                      <a:pt x="37" y="1"/>
                    </a:cubicBezTo>
                    <a:cubicBezTo>
                      <a:pt x="36" y="0"/>
                      <a:pt x="35" y="0"/>
                      <a:pt x="34" y="0"/>
                    </a:cubicBezTo>
                    <a:cubicBezTo>
                      <a:pt x="32" y="1"/>
                      <a:pt x="31" y="0"/>
                      <a:pt x="29" y="1"/>
                    </a:cubicBezTo>
                    <a:cubicBezTo>
                      <a:pt x="28" y="2"/>
                      <a:pt x="26" y="4"/>
                      <a:pt x="25" y="5"/>
                    </a:cubicBezTo>
                    <a:cubicBezTo>
                      <a:pt x="25" y="6"/>
                      <a:pt x="25" y="10"/>
                      <a:pt x="24" y="10"/>
                    </a:cubicBezTo>
                    <a:cubicBezTo>
                      <a:pt x="23" y="11"/>
                      <a:pt x="22" y="12"/>
                      <a:pt x="21" y="13"/>
                    </a:cubicBezTo>
                    <a:cubicBezTo>
                      <a:pt x="20" y="13"/>
                      <a:pt x="18" y="11"/>
                      <a:pt x="17" y="11"/>
                    </a:cubicBezTo>
                    <a:cubicBezTo>
                      <a:pt x="16" y="11"/>
                      <a:pt x="15" y="12"/>
                      <a:pt x="14" y="12"/>
                    </a:cubicBezTo>
                    <a:cubicBezTo>
                      <a:pt x="11" y="13"/>
                      <a:pt x="9" y="12"/>
                      <a:pt x="7" y="10"/>
                    </a:cubicBezTo>
                    <a:cubicBezTo>
                      <a:pt x="7" y="9"/>
                      <a:pt x="5" y="7"/>
                      <a:pt x="4" y="7"/>
                    </a:cubicBezTo>
                    <a:cubicBezTo>
                      <a:pt x="3" y="7"/>
                      <a:pt x="1" y="9"/>
                      <a:pt x="0" y="9"/>
                    </a:cubicBezTo>
                    <a:cubicBezTo>
                      <a:pt x="2" y="11"/>
                      <a:pt x="5" y="13"/>
                      <a:pt x="8" y="14"/>
                    </a:cubicBezTo>
                    <a:cubicBezTo>
                      <a:pt x="9" y="14"/>
                      <a:pt x="11" y="15"/>
                      <a:pt x="12" y="16"/>
                    </a:cubicBezTo>
                    <a:cubicBezTo>
                      <a:pt x="13" y="17"/>
                      <a:pt x="13" y="18"/>
                      <a:pt x="14" y="19"/>
                    </a:cubicBezTo>
                    <a:cubicBezTo>
                      <a:pt x="14" y="20"/>
                      <a:pt x="13" y="20"/>
                      <a:pt x="14" y="21"/>
                    </a:cubicBezTo>
                    <a:cubicBezTo>
                      <a:pt x="14" y="22"/>
                      <a:pt x="16" y="23"/>
                      <a:pt x="15" y="24"/>
                    </a:cubicBezTo>
                    <a:cubicBezTo>
                      <a:pt x="15" y="25"/>
                      <a:pt x="14" y="26"/>
                      <a:pt x="15" y="27"/>
                    </a:cubicBezTo>
                    <a:cubicBezTo>
                      <a:pt x="15" y="27"/>
                      <a:pt x="16" y="29"/>
                      <a:pt x="16" y="29"/>
                    </a:cubicBezTo>
                    <a:cubicBezTo>
                      <a:pt x="15" y="30"/>
                      <a:pt x="15" y="32"/>
                      <a:pt x="15" y="33"/>
                    </a:cubicBezTo>
                    <a:cubicBezTo>
                      <a:pt x="15" y="33"/>
                      <a:pt x="17" y="36"/>
                      <a:pt x="17" y="36"/>
                    </a:cubicBezTo>
                    <a:cubicBezTo>
                      <a:pt x="18" y="37"/>
                      <a:pt x="20" y="38"/>
                      <a:pt x="21" y="38"/>
                    </a:cubicBezTo>
                    <a:cubicBezTo>
                      <a:pt x="22" y="39"/>
                      <a:pt x="22" y="40"/>
                      <a:pt x="22" y="41"/>
                    </a:cubicBezTo>
                    <a:cubicBezTo>
                      <a:pt x="22" y="42"/>
                      <a:pt x="23" y="43"/>
                      <a:pt x="23" y="44"/>
                    </a:cubicBezTo>
                    <a:cubicBezTo>
                      <a:pt x="23" y="45"/>
                      <a:pt x="21" y="44"/>
                      <a:pt x="20" y="44"/>
                    </a:cubicBezTo>
                    <a:cubicBezTo>
                      <a:pt x="19" y="44"/>
                      <a:pt x="16" y="48"/>
                      <a:pt x="16" y="49"/>
                    </a:cubicBezTo>
                    <a:cubicBezTo>
                      <a:pt x="15" y="50"/>
                      <a:pt x="14" y="50"/>
                      <a:pt x="13" y="51"/>
                    </a:cubicBezTo>
                    <a:cubicBezTo>
                      <a:pt x="12" y="52"/>
                      <a:pt x="11" y="53"/>
                      <a:pt x="10" y="54"/>
                    </a:cubicBezTo>
                    <a:cubicBezTo>
                      <a:pt x="9" y="54"/>
                      <a:pt x="4" y="58"/>
                      <a:pt x="4" y="57"/>
                    </a:cubicBezTo>
                    <a:cubicBezTo>
                      <a:pt x="4" y="59"/>
                      <a:pt x="2" y="60"/>
                      <a:pt x="2" y="62"/>
                    </a:cubicBezTo>
                    <a:cubicBezTo>
                      <a:pt x="3" y="64"/>
                      <a:pt x="2" y="67"/>
                      <a:pt x="4" y="67"/>
                    </a:cubicBezTo>
                    <a:cubicBezTo>
                      <a:pt x="5" y="67"/>
                      <a:pt x="4" y="72"/>
                      <a:pt x="4" y="73"/>
                    </a:cubicBezTo>
                    <a:cubicBezTo>
                      <a:pt x="4" y="75"/>
                      <a:pt x="2" y="77"/>
                      <a:pt x="4" y="78"/>
                    </a:cubicBezTo>
                    <a:cubicBezTo>
                      <a:pt x="4" y="78"/>
                      <a:pt x="8" y="79"/>
                      <a:pt x="7" y="80"/>
                    </a:cubicBezTo>
                    <a:cubicBezTo>
                      <a:pt x="7" y="80"/>
                      <a:pt x="5" y="81"/>
                      <a:pt x="5" y="81"/>
                    </a:cubicBezTo>
                    <a:cubicBezTo>
                      <a:pt x="7" y="81"/>
                      <a:pt x="7" y="79"/>
                      <a:pt x="8" y="79"/>
                    </a:cubicBezTo>
                    <a:cubicBezTo>
                      <a:pt x="10" y="78"/>
                      <a:pt x="8" y="83"/>
                      <a:pt x="8" y="83"/>
                    </a:cubicBezTo>
                    <a:cubicBezTo>
                      <a:pt x="8" y="83"/>
                      <a:pt x="11" y="80"/>
                      <a:pt x="11" y="80"/>
                    </a:cubicBezTo>
                    <a:cubicBezTo>
                      <a:pt x="12" y="79"/>
                      <a:pt x="11" y="83"/>
                      <a:pt x="11" y="83"/>
                    </a:cubicBezTo>
                    <a:cubicBezTo>
                      <a:pt x="14" y="84"/>
                      <a:pt x="20" y="81"/>
                      <a:pt x="23" y="80"/>
                    </a:cubicBezTo>
                    <a:cubicBezTo>
                      <a:pt x="27" y="79"/>
                      <a:pt x="31" y="79"/>
                      <a:pt x="36" y="78"/>
                    </a:cubicBezTo>
                    <a:cubicBezTo>
                      <a:pt x="39" y="74"/>
                      <a:pt x="43" y="71"/>
                      <a:pt x="46" y="68"/>
                    </a:cubicBezTo>
                    <a:cubicBezTo>
                      <a:pt x="48" y="66"/>
                      <a:pt x="54" y="62"/>
                      <a:pt x="53" y="59"/>
                    </a:cubicBezTo>
                    <a:cubicBezTo>
                      <a:pt x="52" y="57"/>
                      <a:pt x="54" y="62"/>
                      <a:pt x="53" y="5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3" name="Freeform 719">
                <a:extLst>
                  <a:ext uri="{FF2B5EF4-FFF2-40B4-BE49-F238E27FC236}">
                    <a16:creationId xmlns:a16="http://schemas.microsoft.com/office/drawing/2014/main" id="{BFBCE460-BBEF-C30D-15FF-E21C647BD63A}"/>
                  </a:ext>
                </a:extLst>
              </p:cNvPr>
              <p:cNvSpPr>
                <a:spLocks/>
              </p:cNvSpPr>
              <p:nvPr/>
            </p:nvSpPr>
            <p:spPr bwMode="auto">
              <a:xfrm>
                <a:off x="11929493" y="4965129"/>
                <a:ext cx="1194269" cy="1000263"/>
              </a:xfrm>
              <a:custGeom>
                <a:avLst/>
                <a:gdLst>
                  <a:gd name="T0" fmla="*/ 38 w 128"/>
                  <a:gd name="T1" fmla="*/ 87 h 107"/>
                  <a:gd name="T2" fmla="*/ 38 w 128"/>
                  <a:gd name="T3" fmla="*/ 63 h 107"/>
                  <a:gd name="T4" fmla="*/ 47 w 128"/>
                  <a:gd name="T5" fmla="*/ 52 h 107"/>
                  <a:gd name="T6" fmla="*/ 56 w 128"/>
                  <a:gd name="T7" fmla="*/ 34 h 107"/>
                  <a:gd name="T8" fmla="*/ 72 w 128"/>
                  <a:gd name="T9" fmla="*/ 25 h 107"/>
                  <a:gd name="T10" fmla="*/ 86 w 128"/>
                  <a:gd name="T11" fmla="*/ 22 h 107"/>
                  <a:gd name="T12" fmla="*/ 102 w 128"/>
                  <a:gd name="T13" fmla="*/ 20 h 107"/>
                  <a:gd name="T14" fmla="*/ 112 w 128"/>
                  <a:gd name="T15" fmla="*/ 10 h 107"/>
                  <a:gd name="T16" fmla="*/ 120 w 128"/>
                  <a:gd name="T17" fmla="*/ 13 h 107"/>
                  <a:gd name="T18" fmla="*/ 127 w 128"/>
                  <a:gd name="T19" fmla="*/ 6 h 107"/>
                  <a:gd name="T20" fmla="*/ 114 w 128"/>
                  <a:gd name="T21" fmla="*/ 5 h 107"/>
                  <a:gd name="T22" fmla="*/ 116 w 128"/>
                  <a:gd name="T23" fmla="*/ 2 h 107"/>
                  <a:gd name="T24" fmla="*/ 106 w 128"/>
                  <a:gd name="T25" fmla="*/ 3 h 107"/>
                  <a:gd name="T26" fmla="*/ 100 w 128"/>
                  <a:gd name="T27" fmla="*/ 1 h 107"/>
                  <a:gd name="T28" fmla="*/ 95 w 128"/>
                  <a:gd name="T29" fmla="*/ 3 h 107"/>
                  <a:gd name="T30" fmla="*/ 91 w 128"/>
                  <a:gd name="T31" fmla="*/ 6 h 107"/>
                  <a:gd name="T32" fmla="*/ 90 w 128"/>
                  <a:gd name="T33" fmla="*/ 11 h 107"/>
                  <a:gd name="T34" fmla="*/ 84 w 128"/>
                  <a:gd name="T35" fmla="*/ 10 h 107"/>
                  <a:gd name="T36" fmla="*/ 80 w 128"/>
                  <a:gd name="T37" fmla="*/ 13 h 107"/>
                  <a:gd name="T38" fmla="*/ 76 w 128"/>
                  <a:gd name="T39" fmla="*/ 15 h 107"/>
                  <a:gd name="T40" fmla="*/ 72 w 128"/>
                  <a:gd name="T41" fmla="*/ 16 h 107"/>
                  <a:gd name="T42" fmla="*/ 68 w 128"/>
                  <a:gd name="T43" fmla="*/ 10 h 107"/>
                  <a:gd name="T44" fmla="*/ 67 w 128"/>
                  <a:gd name="T45" fmla="*/ 14 h 107"/>
                  <a:gd name="T46" fmla="*/ 65 w 128"/>
                  <a:gd name="T47" fmla="*/ 14 h 107"/>
                  <a:gd name="T48" fmla="*/ 62 w 128"/>
                  <a:gd name="T49" fmla="*/ 18 h 107"/>
                  <a:gd name="T50" fmla="*/ 61 w 128"/>
                  <a:gd name="T51" fmla="*/ 21 h 107"/>
                  <a:gd name="T52" fmla="*/ 57 w 128"/>
                  <a:gd name="T53" fmla="*/ 20 h 107"/>
                  <a:gd name="T54" fmla="*/ 54 w 128"/>
                  <a:gd name="T55" fmla="*/ 20 h 107"/>
                  <a:gd name="T56" fmla="*/ 51 w 128"/>
                  <a:gd name="T57" fmla="*/ 22 h 107"/>
                  <a:gd name="T58" fmla="*/ 49 w 128"/>
                  <a:gd name="T59" fmla="*/ 23 h 107"/>
                  <a:gd name="T60" fmla="*/ 54 w 128"/>
                  <a:gd name="T61" fmla="*/ 25 h 107"/>
                  <a:gd name="T62" fmla="*/ 56 w 128"/>
                  <a:gd name="T63" fmla="*/ 25 h 107"/>
                  <a:gd name="T64" fmla="*/ 57 w 128"/>
                  <a:gd name="T65" fmla="*/ 28 h 107"/>
                  <a:gd name="T66" fmla="*/ 49 w 128"/>
                  <a:gd name="T67" fmla="*/ 31 h 107"/>
                  <a:gd name="T68" fmla="*/ 53 w 128"/>
                  <a:gd name="T69" fmla="*/ 33 h 107"/>
                  <a:gd name="T70" fmla="*/ 49 w 128"/>
                  <a:gd name="T71" fmla="*/ 35 h 107"/>
                  <a:gd name="T72" fmla="*/ 43 w 128"/>
                  <a:gd name="T73" fmla="*/ 40 h 107"/>
                  <a:gd name="T74" fmla="*/ 42 w 128"/>
                  <a:gd name="T75" fmla="*/ 43 h 107"/>
                  <a:gd name="T76" fmla="*/ 39 w 128"/>
                  <a:gd name="T77" fmla="*/ 45 h 107"/>
                  <a:gd name="T78" fmla="*/ 39 w 128"/>
                  <a:gd name="T79" fmla="*/ 49 h 107"/>
                  <a:gd name="T80" fmla="*/ 39 w 128"/>
                  <a:gd name="T81" fmla="*/ 52 h 107"/>
                  <a:gd name="T82" fmla="*/ 35 w 128"/>
                  <a:gd name="T83" fmla="*/ 56 h 107"/>
                  <a:gd name="T84" fmla="*/ 27 w 128"/>
                  <a:gd name="T85" fmla="*/ 62 h 107"/>
                  <a:gd name="T86" fmla="*/ 31 w 128"/>
                  <a:gd name="T87" fmla="*/ 64 h 107"/>
                  <a:gd name="T88" fmla="*/ 28 w 128"/>
                  <a:gd name="T89" fmla="*/ 66 h 107"/>
                  <a:gd name="T90" fmla="*/ 19 w 128"/>
                  <a:gd name="T91" fmla="*/ 68 h 107"/>
                  <a:gd name="T92" fmla="*/ 16 w 128"/>
                  <a:gd name="T93" fmla="*/ 72 h 107"/>
                  <a:gd name="T94" fmla="*/ 10 w 128"/>
                  <a:gd name="T95" fmla="*/ 73 h 107"/>
                  <a:gd name="T96" fmla="*/ 10 w 128"/>
                  <a:gd name="T97" fmla="*/ 74 h 107"/>
                  <a:gd name="T98" fmla="*/ 5 w 128"/>
                  <a:gd name="T99" fmla="*/ 75 h 107"/>
                  <a:gd name="T100" fmla="*/ 4 w 128"/>
                  <a:gd name="T101" fmla="*/ 81 h 107"/>
                  <a:gd name="T102" fmla="*/ 1 w 128"/>
                  <a:gd name="T103" fmla="*/ 86 h 107"/>
                  <a:gd name="T104" fmla="*/ 6 w 128"/>
                  <a:gd name="T105" fmla="*/ 92 h 107"/>
                  <a:gd name="T106" fmla="*/ 7 w 128"/>
                  <a:gd name="T107" fmla="*/ 94 h 107"/>
                  <a:gd name="T108" fmla="*/ 3 w 128"/>
                  <a:gd name="T109" fmla="*/ 93 h 107"/>
                  <a:gd name="T110" fmla="*/ 5 w 128"/>
                  <a:gd name="T111" fmla="*/ 97 h 107"/>
                  <a:gd name="T112" fmla="*/ 5 w 128"/>
                  <a:gd name="T113" fmla="*/ 103 h 107"/>
                  <a:gd name="T114" fmla="*/ 27 w 128"/>
                  <a:gd name="T115" fmla="*/ 99 h 107"/>
                  <a:gd name="T116" fmla="*/ 34 w 128"/>
                  <a:gd name="T117"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8" h="107">
                    <a:moveTo>
                      <a:pt x="34" y="101"/>
                    </a:moveTo>
                    <a:cubicBezTo>
                      <a:pt x="34" y="101"/>
                      <a:pt x="35" y="98"/>
                      <a:pt x="35" y="97"/>
                    </a:cubicBezTo>
                    <a:cubicBezTo>
                      <a:pt x="35" y="95"/>
                      <a:pt x="36" y="94"/>
                      <a:pt x="38" y="93"/>
                    </a:cubicBezTo>
                    <a:cubicBezTo>
                      <a:pt x="40" y="91"/>
                      <a:pt x="38" y="88"/>
                      <a:pt x="38" y="87"/>
                    </a:cubicBezTo>
                    <a:cubicBezTo>
                      <a:pt x="38" y="84"/>
                      <a:pt x="42" y="84"/>
                      <a:pt x="39" y="82"/>
                    </a:cubicBezTo>
                    <a:cubicBezTo>
                      <a:pt x="37" y="80"/>
                      <a:pt x="36" y="80"/>
                      <a:pt x="37" y="77"/>
                    </a:cubicBezTo>
                    <a:cubicBezTo>
                      <a:pt x="38" y="75"/>
                      <a:pt x="37" y="73"/>
                      <a:pt x="37" y="71"/>
                    </a:cubicBezTo>
                    <a:cubicBezTo>
                      <a:pt x="36" y="68"/>
                      <a:pt x="35" y="65"/>
                      <a:pt x="38" y="63"/>
                    </a:cubicBezTo>
                    <a:cubicBezTo>
                      <a:pt x="39" y="62"/>
                      <a:pt x="41" y="62"/>
                      <a:pt x="42" y="61"/>
                    </a:cubicBezTo>
                    <a:cubicBezTo>
                      <a:pt x="43" y="61"/>
                      <a:pt x="44" y="62"/>
                      <a:pt x="45" y="61"/>
                    </a:cubicBezTo>
                    <a:cubicBezTo>
                      <a:pt x="46" y="59"/>
                      <a:pt x="45" y="58"/>
                      <a:pt x="44" y="57"/>
                    </a:cubicBezTo>
                    <a:cubicBezTo>
                      <a:pt x="44" y="55"/>
                      <a:pt x="46" y="54"/>
                      <a:pt x="47" y="52"/>
                    </a:cubicBezTo>
                    <a:cubicBezTo>
                      <a:pt x="47" y="51"/>
                      <a:pt x="48" y="48"/>
                      <a:pt x="48" y="46"/>
                    </a:cubicBezTo>
                    <a:cubicBezTo>
                      <a:pt x="48" y="44"/>
                      <a:pt x="52" y="44"/>
                      <a:pt x="51" y="43"/>
                    </a:cubicBezTo>
                    <a:cubicBezTo>
                      <a:pt x="51" y="41"/>
                      <a:pt x="53" y="40"/>
                      <a:pt x="54" y="38"/>
                    </a:cubicBezTo>
                    <a:cubicBezTo>
                      <a:pt x="56" y="36"/>
                      <a:pt x="56" y="37"/>
                      <a:pt x="56" y="34"/>
                    </a:cubicBezTo>
                    <a:cubicBezTo>
                      <a:pt x="55" y="33"/>
                      <a:pt x="59" y="28"/>
                      <a:pt x="60" y="28"/>
                    </a:cubicBezTo>
                    <a:cubicBezTo>
                      <a:pt x="61" y="27"/>
                      <a:pt x="64" y="28"/>
                      <a:pt x="65" y="28"/>
                    </a:cubicBezTo>
                    <a:cubicBezTo>
                      <a:pt x="65" y="26"/>
                      <a:pt x="65" y="25"/>
                      <a:pt x="65" y="23"/>
                    </a:cubicBezTo>
                    <a:cubicBezTo>
                      <a:pt x="68" y="24"/>
                      <a:pt x="70" y="24"/>
                      <a:pt x="72" y="25"/>
                    </a:cubicBezTo>
                    <a:cubicBezTo>
                      <a:pt x="76" y="25"/>
                      <a:pt x="74" y="21"/>
                      <a:pt x="75" y="19"/>
                    </a:cubicBezTo>
                    <a:cubicBezTo>
                      <a:pt x="75" y="19"/>
                      <a:pt x="77" y="19"/>
                      <a:pt x="78" y="19"/>
                    </a:cubicBezTo>
                    <a:cubicBezTo>
                      <a:pt x="79" y="18"/>
                      <a:pt x="81" y="16"/>
                      <a:pt x="82" y="18"/>
                    </a:cubicBezTo>
                    <a:cubicBezTo>
                      <a:pt x="84" y="19"/>
                      <a:pt x="84" y="21"/>
                      <a:pt x="86" y="22"/>
                    </a:cubicBezTo>
                    <a:cubicBezTo>
                      <a:pt x="87" y="22"/>
                      <a:pt x="89" y="22"/>
                      <a:pt x="90" y="22"/>
                    </a:cubicBezTo>
                    <a:cubicBezTo>
                      <a:pt x="91" y="22"/>
                      <a:pt x="92" y="21"/>
                      <a:pt x="94" y="21"/>
                    </a:cubicBezTo>
                    <a:cubicBezTo>
                      <a:pt x="95" y="21"/>
                      <a:pt x="96" y="23"/>
                      <a:pt x="98" y="23"/>
                    </a:cubicBezTo>
                    <a:cubicBezTo>
                      <a:pt x="98" y="22"/>
                      <a:pt x="102" y="20"/>
                      <a:pt x="102" y="20"/>
                    </a:cubicBezTo>
                    <a:cubicBezTo>
                      <a:pt x="102" y="17"/>
                      <a:pt x="102" y="16"/>
                      <a:pt x="103" y="14"/>
                    </a:cubicBezTo>
                    <a:cubicBezTo>
                      <a:pt x="104" y="13"/>
                      <a:pt x="106" y="11"/>
                      <a:pt x="107" y="11"/>
                    </a:cubicBezTo>
                    <a:cubicBezTo>
                      <a:pt x="108" y="11"/>
                      <a:pt x="109" y="11"/>
                      <a:pt x="110" y="11"/>
                    </a:cubicBezTo>
                    <a:cubicBezTo>
                      <a:pt x="111" y="11"/>
                      <a:pt x="111" y="10"/>
                      <a:pt x="112" y="10"/>
                    </a:cubicBezTo>
                    <a:cubicBezTo>
                      <a:pt x="113" y="10"/>
                      <a:pt x="115" y="12"/>
                      <a:pt x="116" y="12"/>
                    </a:cubicBezTo>
                    <a:cubicBezTo>
                      <a:pt x="118" y="13"/>
                      <a:pt x="119" y="14"/>
                      <a:pt x="119" y="17"/>
                    </a:cubicBezTo>
                    <a:cubicBezTo>
                      <a:pt x="121" y="17"/>
                      <a:pt x="126" y="14"/>
                      <a:pt x="124" y="12"/>
                    </a:cubicBezTo>
                    <a:cubicBezTo>
                      <a:pt x="126" y="13"/>
                      <a:pt x="121" y="13"/>
                      <a:pt x="120" y="13"/>
                    </a:cubicBezTo>
                    <a:cubicBezTo>
                      <a:pt x="125" y="12"/>
                      <a:pt x="118" y="9"/>
                      <a:pt x="117" y="10"/>
                    </a:cubicBezTo>
                    <a:cubicBezTo>
                      <a:pt x="118" y="9"/>
                      <a:pt x="119" y="10"/>
                      <a:pt x="119" y="10"/>
                    </a:cubicBezTo>
                    <a:cubicBezTo>
                      <a:pt x="121" y="10"/>
                      <a:pt x="123" y="10"/>
                      <a:pt x="124" y="9"/>
                    </a:cubicBezTo>
                    <a:cubicBezTo>
                      <a:pt x="125" y="9"/>
                      <a:pt x="128" y="7"/>
                      <a:pt x="127" y="6"/>
                    </a:cubicBezTo>
                    <a:cubicBezTo>
                      <a:pt x="125" y="5"/>
                      <a:pt x="122" y="4"/>
                      <a:pt x="119" y="3"/>
                    </a:cubicBezTo>
                    <a:cubicBezTo>
                      <a:pt x="118" y="2"/>
                      <a:pt x="117" y="4"/>
                      <a:pt x="116" y="5"/>
                    </a:cubicBezTo>
                    <a:cubicBezTo>
                      <a:pt x="116" y="5"/>
                      <a:pt x="114" y="8"/>
                      <a:pt x="114" y="7"/>
                    </a:cubicBezTo>
                    <a:cubicBezTo>
                      <a:pt x="114" y="7"/>
                      <a:pt x="114" y="6"/>
                      <a:pt x="114" y="5"/>
                    </a:cubicBezTo>
                    <a:cubicBezTo>
                      <a:pt x="114" y="5"/>
                      <a:pt x="112" y="5"/>
                      <a:pt x="112" y="5"/>
                    </a:cubicBezTo>
                    <a:cubicBezTo>
                      <a:pt x="113" y="4"/>
                      <a:pt x="115" y="5"/>
                      <a:pt x="115" y="4"/>
                    </a:cubicBezTo>
                    <a:cubicBezTo>
                      <a:pt x="115" y="4"/>
                      <a:pt x="112" y="4"/>
                      <a:pt x="112" y="4"/>
                    </a:cubicBezTo>
                    <a:cubicBezTo>
                      <a:pt x="112" y="3"/>
                      <a:pt x="116" y="3"/>
                      <a:pt x="116" y="2"/>
                    </a:cubicBezTo>
                    <a:cubicBezTo>
                      <a:pt x="115" y="1"/>
                      <a:pt x="109" y="0"/>
                      <a:pt x="110" y="2"/>
                    </a:cubicBezTo>
                    <a:cubicBezTo>
                      <a:pt x="111" y="3"/>
                      <a:pt x="111" y="3"/>
                      <a:pt x="110" y="4"/>
                    </a:cubicBezTo>
                    <a:cubicBezTo>
                      <a:pt x="109" y="5"/>
                      <a:pt x="107" y="7"/>
                      <a:pt x="106" y="7"/>
                    </a:cubicBezTo>
                    <a:cubicBezTo>
                      <a:pt x="105" y="7"/>
                      <a:pt x="106" y="3"/>
                      <a:pt x="106" y="3"/>
                    </a:cubicBezTo>
                    <a:cubicBezTo>
                      <a:pt x="106" y="2"/>
                      <a:pt x="101" y="9"/>
                      <a:pt x="100" y="9"/>
                    </a:cubicBezTo>
                    <a:cubicBezTo>
                      <a:pt x="97" y="9"/>
                      <a:pt x="100" y="5"/>
                      <a:pt x="101" y="4"/>
                    </a:cubicBezTo>
                    <a:cubicBezTo>
                      <a:pt x="102" y="4"/>
                      <a:pt x="103" y="2"/>
                      <a:pt x="103" y="2"/>
                    </a:cubicBezTo>
                    <a:cubicBezTo>
                      <a:pt x="102" y="1"/>
                      <a:pt x="100" y="0"/>
                      <a:pt x="100" y="1"/>
                    </a:cubicBezTo>
                    <a:cubicBezTo>
                      <a:pt x="100" y="1"/>
                      <a:pt x="101" y="2"/>
                      <a:pt x="101" y="2"/>
                    </a:cubicBezTo>
                    <a:cubicBezTo>
                      <a:pt x="101" y="2"/>
                      <a:pt x="99" y="2"/>
                      <a:pt x="98" y="2"/>
                    </a:cubicBezTo>
                    <a:cubicBezTo>
                      <a:pt x="97" y="3"/>
                      <a:pt x="98" y="2"/>
                      <a:pt x="97" y="1"/>
                    </a:cubicBezTo>
                    <a:cubicBezTo>
                      <a:pt x="97" y="1"/>
                      <a:pt x="95" y="3"/>
                      <a:pt x="95" y="3"/>
                    </a:cubicBezTo>
                    <a:cubicBezTo>
                      <a:pt x="95" y="4"/>
                      <a:pt x="97" y="5"/>
                      <a:pt x="96" y="5"/>
                    </a:cubicBezTo>
                    <a:cubicBezTo>
                      <a:pt x="95" y="5"/>
                      <a:pt x="95" y="5"/>
                      <a:pt x="95" y="5"/>
                    </a:cubicBezTo>
                    <a:cubicBezTo>
                      <a:pt x="94" y="5"/>
                      <a:pt x="94" y="6"/>
                      <a:pt x="94" y="7"/>
                    </a:cubicBezTo>
                    <a:cubicBezTo>
                      <a:pt x="95" y="5"/>
                      <a:pt x="91" y="6"/>
                      <a:pt x="91" y="6"/>
                    </a:cubicBezTo>
                    <a:cubicBezTo>
                      <a:pt x="91" y="6"/>
                      <a:pt x="93" y="5"/>
                      <a:pt x="93" y="4"/>
                    </a:cubicBezTo>
                    <a:cubicBezTo>
                      <a:pt x="93" y="5"/>
                      <a:pt x="89" y="6"/>
                      <a:pt x="88" y="6"/>
                    </a:cubicBezTo>
                    <a:cubicBezTo>
                      <a:pt x="87" y="6"/>
                      <a:pt x="91" y="9"/>
                      <a:pt x="91" y="9"/>
                    </a:cubicBezTo>
                    <a:cubicBezTo>
                      <a:pt x="91" y="9"/>
                      <a:pt x="90" y="11"/>
                      <a:pt x="90" y="11"/>
                    </a:cubicBezTo>
                    <a:cubicBezTo>
                      <a:pt x="90" y="11"/>
                      <a:pt x="87" y="8"/>
                      <a:pt x="87" y="8"/>
                    </a:cubicBezTo>
                    <a:cubicBezTo>
                      <a:pt x="87" y="8"/>
                      <a:pt x="85" y="11"/>
                      <a:pt x="85" y="8"/>
                    </a:cubicBezTo>
                    <a:cubicBezTo>
                      <a:pt x="84" y="7"/>
                      <a:pt x="81" y="9"/>
                      <a:pt x="80" y="8"/>
                    </a:cubicBezTo>
                    <a:cubicBezTo>
                      <a:pt x="81" y="9"/>
                      <a:pt x="84" y="9"/>
                      <a:pt x="84" y="10"/>
                    </a:cubicBezTo>
                    <a:cubicBezTo>
                      <a:pt x="84" y="10"/>
                      <a:pt x="83" y="10"/>
                      <a:pt x="83" y="11"/>
                    </a:cubicBezTo>
                    <a:cubicBezTo>
                      <a:pt x="83" y="12"/>
                      <a:pt x="84" y="12"/>
                      <a:pt x="84" y="13"/>
                    </a:cubicBezTo>
                    <a:cubicBezTo>
                      <a:pt x="84" y="13"/>
                      <a:pt x="81" y="12"/>
                      <a:pt x="81" y="11"/>
                    </a:cubicBezTo>
                    <a:cubicBezTo>
                      <a:pt x="80" y="11"/>
                      <a:pt x="80" y="12"/>
                      <a:pt x="80" y="13"/>
                    </a:cubicBezTo>
                    <a:cubicBezTo>
                      <a:pt x="79" y="13"/>
                      <a:pt x="79" y="12"/>
                      <a:pt x="79" y="11"/>
                    </a:cubicBezTo>
                    <a:cubicBezTo>
                      <a:pt x="79" y="11"/>
                      <a:pt x="77" y="13"/>
                      <a:pt x="77" y="13"/>
                    </a:cubicBezTo>
                    <a:cubicBezTo>
                      <a:pt x="76" y="14"/>
                      <a:pt x="78" y="14"/>
                      <a:pt x="78" y="15"/>
                    </a:cubicBezTo>
                    <a:cubicBezTo>
                      <a:pt x="78" y="15"/>
                      <a:pt x="76" y="15"/>
                      <a:pt x="76" y="15"/>
                    </a:cubicBezTo>
                    <a:cubicBezTo>
                      <a:pt x="75" y="14"/>
                      <a:pt x="76" y="13"/>
                      <a:pt x="76" y="12"/>
                    </a:cubicBezTo>
                    <a:cubicBezTo>
                      <a:pt x="76" y="12"/>
                      <a:pt x="73" y="14"/>
                      <a:pt x="73" y="14"/>
                    </a:cubicBezTo>
                    <a:cubicBezTo>
                      <a:pt x="73" y="14"/>
                      <a:pt x="73" y="14"/>
                      <a:pt x="74" y="14"/>
                    </a:cubicBezTo>
                    <a:cubicBezTo>
                      <a:pt x="73" y="14"/>
                      <a:pt x="72" y="16"/>
                      <a:pt x="72" y="16"/>
                    </a:cubicBezTo>
                    <a:cubicBezTo>
                      <a:pt x="71" y="15"/>
                      <a:pt x="73" y="14"/>
                      <a:pt x="72" y="14"/>
                    </a:cubicBezTo>
                    <a:cubicBezTo>
                      <a:pt x="71" y="13"/>
                      <a:pt x="70" y="13"/>
                      <a:pt x="70" y="12"/>
                    </a:cubicBezTo>
                    <a:cubicBezTo>
                      <a:pt x="70" y="12"/>
                      <a:pt x="72" y="12"/>
                      <a:pt x="72" y="12"/>
                    </a:cubicBezTo>
                    <a:cubicBezTo>
                      <a:pt x="72" y="11"/>
                      <a:pt x="69" y="10"/>
                      <a:pt x="68" y="10"/>
                    </a:cubicBezTo>
                    <a:cubicBezTo>
                      <a:pt x="68" y="11"/>
                      <a:pt x="69" y="13"/>
                      <a:pt x="69" y="13"/>
                    </a:cubicBezTo>
                    <a:cubicBezTo>
                      <a:pt x="69" y="13"/>
                      <a:pt x="65" y="14"/>
                      <a:pt x="66" y="14"/>
                    </a:cubicBezTo>
                    <a:cubicBezTo>
                      <a:pt x="66" y="14"/>
                      <a:pt x="68" y="14"/>
                      <a:pt x="68" y="14"/>
                    </a:cubicBezTo>
                    <a:cubicBezTo>
                      <a:pt x="68" y="14"/>
                      <a:pt x="67" y="14"/>
                      <a:pt x="67" y="14"/>
                    </a:cubicBezTo>
                    <a:cubicBezTo>
                      <a:pt x="68" y="16"/>
                      <a:pt x="70" y="14"/>
                      <a:pt x="69" y="14"/>
                    </a:cubicBezTo>
                    <a:cubicBezTo>
                      <a:pt x="70" y="15"/>
                      <a:pt x="69" y="16"/>
                      <a:pt x="69" y="16"/>
                    </a:cubicBezTo>
                    <a:cubicBezTo>
                      <a:pt x="69" y="17"/>
                      <a:pt x="67" y="15"/>
                      <a:pt x="67" y="15"/>
                    </a:cubicBezTo>
                    <a:cubicBezTo>
                      <a:pt x="66" y="15"/>
                      <a:pt x="66" y="14"/>
                      <a:pt x="65" y="14"/>
                    </a:cubicBezTo>
                    <a:cubicBezTo>
                      <a:pt x="65" y="14"/>
                      <a:pt x="64" y="16"/>
                      <a:pt x="63" y="15"/>
                    </a:cubicBezTo>
                    <a:cubicBezTo>
                      <a:pt x="63" y="14"/>
                      <a:pt x="60" y="16"/>
                      <a:pt x="60" y="16"/>
                    </a:cubicBezTo>
                    <a:cubicBezTo>
                      <a:pt x="60" y="16"/>
                      <a:pt x="60" y="19"/>
                      <a:pt x="60" y="19"/>
                    </a:cubicBezTo>
                    <a:cubicBezTo>
                      <a:pt x="60" y="20"/>
                      <a:pt x="61" y="17"/>
                      <a:pt x="62" y="18"/>
                    </a:cubicBezTo>
                    <a:cubicBezTo>
                      <a:pt x="62" y="18"/>
                      <a:pt x="64" y="19"/>
                      <a:pt x="64" y="18"/>
                    </a:cubicBezTo>
                    <a:cubicBezTo>
                      <a:pt x="64" y="19"/>
                      <a:pt x="63" y="19"/>
                      <a:pt x="63" y="20"/>
                    </a:cubicBezTo>
                    <a:cubicBezTo>
                      <a:pt x="62" y="20"/>
                      <a:pt x="63" y="22"/>
                      <a:pt x="62" y="22"/>
                    </a:cubicBezTo>
                    <a:cubicBezTo>
                      <a:pt x="62" y="23"/>
                      <a:pt x="61" y="21"/>
                      <a:pt x="61" y="21"/>
                    </a:cubicBezTo>
                    <a:cubicBezTo>
                      <a:pt x="60" y="21"/>
                      <a:pt x="60" y="23"/>
                      <a:pt x="59" y="23"/>
                    </a:cubicBezTo>
                    <a:cubicBezTo>
                      <a:pt x="59" y="23"/>
                      <a:pt x="59" y="21"/>
                      <a:pt x="59" y="21"/>
                    </a:cubicBezTo>
                    <a:cubicBezTo>
                      <a:pt x="58" y="21"/>
                      <a:pt x="58" y="22"/>
                      <a:pt x="57" y="22"/>
                    </a:cubicBezTo>
                    <a:cubicBezTo>
                      <a:pt x="57" y="22"/>
                      <a:pt x="57" y="20"/>
                      <a:pt x="57" y="20"/>
                    </a:cubicBezTo>
                    <a:cubicBezTo>
                      <a:pt x="57" y="19"/>
                      <a:pt x="56" y="22"/>
                      <a:pt x="55" y="22"/>
                    </a:cubicBezTo>
                    <a:cubicBezTo>
                      <a:pt x="53" y="23"/>
                      <a:pt x="56" y="17"/>
                      <a:pt x="56" y="17"/>
                    </a:cubicBezTo>
                    <a:cubicBezTo>
                      <a:pt x="55" y="17"/>
                      <a:pt x="53" y="18"/>
                      <a:pt x="53" y="18"/>
                    </a:cubicBezTo>
                    <a:cubicBezTo>
                      <a:pt x="52" y="19"/>
                      <a:pt x="54" y="20"/>
                      <a:pt x="54" y="20"/>
                    </a:cubicBezTo>
                    <a:cubicBezTo>
                      <a:pt x="53" y="20"/>
                      <a:pt x="53" y="20"/>
                      <a:pt x="52" y="20"/>
                    </a:cubicBezTo>
                    <a:cubicBezTo>
                      <a:pt x="52" y="20"/>
                      <a:pt x="52" y="21"/>
                      <a:pt x="51" y="22"/>
                    </a:cubicBezTo>
                    <a:cubicBezTo>
                      <a:pt x="52" y="21"/>
                      <a:pt x="47" y="21"/>
                      <a:pt x="49" y="22"/>
                    </a:cubicBezTo>
                    <a:cubicBezTo>
                      <a:pt x="49" y="23"/>
                      <a:pt x="51" y="22"/>
                      <a:pt x="51" y="22"/>
                    </a:cubicBezTo>
                    <a:cubicBezTo>
                      <a:pt x="51" y="22"/>
                      <a:pt x="50" y="23"/>
                      <a:pt x="51" y="23"/>
                    </a:cubicBezTo>
                    <a:cubicBezTo>
                      <a:pt x="51" y="23"/>
                      <a:pt x="52" y="23"/>
                      <a:pt x="52" y="22"/>
                    </a:cubicBezTo>
                    <a:cubicBezTo>
                      <a:pt x="52" y="22"/>
                      <a:pt x="52" y="24"/>
                      <a:pt x="51" y="24"/>
                    </a:cubicBezTo>
                    <a:cubicBezTo>
                      <a:pt x="50" y="24"/>
                      <a:pt x="50" y="23"/>
                      <a:pt x="49" y="23"/>
                    </a:cubicBezTo>
                    <a:cubicBezTo>
                      <a:pt x="48" y="24"/>
                      <a:pt x="48" y="26"/>
                      <a:pt x="47" y="26"/>
                    </a:cubicBezTo>
                    <a:cubicBezTo>
                      <a:pt x="47" y="26"/>
                      <a:pt x="44" y="26"/>
                      <a:pt x="44" y="26"/>
                    </a:cubicBezTo>
                    <a:cubicBezTo>
                      <a:pt x="44" y="29"/>
                      <a:pt x="51" y="25"/>
                      <a:pt x="51" y="25"/>
                    </a:cubicBezTo>
                    <a:cubicBezTo>
                      <a:pt x="52" y="25"/>
                      <a:pt x="53" y="24"/>
                      <a:pt x="54" y="25"/>
                    </a:cubicBezTo>
                    <a:cubicBezTo>
                      <a:pt x="56" y="25"/>
                      <a:pt x="55" y="23"/>
                      <a:pt x="54" y="23"/>
                    </a:cubicBezTo>
                    <a:cubicBezTo>
                      <a:pt x="55" y="23"/>
                      <a:pt x="55" y="23"/>
                      <a:pt x="55" y="23"/>
                    </a:cubicBezTo>
                    <a:cubicBezTo>
                      <a:pt x="56" y="25"/>
                      <a:pt x="57" y="23"/>
                      <a:pt x="58" y="23"/>
                    </a:cubicBezTo>
                    <a:cubicBezTo>
                      <a:pt x="57" y="23"/>
                      <a:pt x="57" y="25"/>
                      <a:pt x="56" y="25"/>
                    </a:cubicBezTo>
                    <a:cubicBezTo>
                      <a:pt x="57" y="25"/>
                      <a:pt x="58" y="25"/>
                      <a:pt x="58" y="25"/>
                    </a:cubicBezTo>
                    <a:cubicBezTo>
                      <a:pt x="58" y="25"/>
                      <a:pt x="56" y="26"/>
                      <a:pt x="56" y="27"/>
                    </a:cubicBezTo>
                    <a:cubicBezTo>
                      <a:pt x="56" y="27"/>
                      <a:pt x="61" y="25"/>
                      <a:pt x="61" y="26"/>
                    </a:cubicBezTo>
                    <a:cubicBezTo>
                      <a:pt x="60" y="27"/>
                      <a:pt x="57" y="26"/>
                      <a:pt x="57" y="28"/>
                    </a:cubicBezTo>
                    <a:cubicBezTo>
                      <a:pt x="56" y="31"/>
                      <a:pt x="54" y="27"/>
                      <a:pt x="54" y="27"/>
                    </a:cubicBezTo>
                    <a:cubicBezTo>
                      <a:pt x="54" y="26"/>
                      <a:pt x="54" y="29"/>
                      <a:pt x="54" y="29"/>
                    </a:cubicBezTo>
                    <a:cubicBezTo>
                      <a:pt x="54" y="29"/>
                      <a:pt x="53" y="27"/>
                      <a:pt x="52" y="27"/>
                    </a:cubicBezTo>
                    <a:cubicBezTo>
                      <a:pt x="51" y="28"/>
                      <a:pt x="49" y="30"/>
                      <a:pt x="49" y="31"/>
                    </a:cubicBezTo>
                    <a:cubicBezTo>
                      <a:pt x="49" y="31"/>
                      <a:pt x="51" y="30"/>
                      <a:pt x="51" y="30"/>
                    </a:cubicBezTo>
                    <a:cubicBezTo>
                      <a:pt x="51" y="31"/>
                      <a:pt x="53" y="30"/>
                      <a:pt x="53" y="31"/>
                    </a:cubicBezTo>
                    <a:cubicBezTo>
                      <a:pt x="53" y="30"/>
                      <a:pt x="50" y="31"/>
                      <a:pt x="50" y="32"/>
                    </a:cubicBezTo>
                    <a:cubicBezTo>
                      <a:pt x="51" y="33"/>
                      <a:pt x="54" y="31"/>
                      <a:pt x="53" y="33"/>
                    </a:cubicBezTo>
                    <a:cubicBezTo>
                      <a:pt x="54" y="31"/>
                      <a:pt x="47" y="34"/>
                      <a:pt x="47" y="34"/>
                    </a:cubicBezTo>
                    <a:cubicBezTo>
                      <a:pt x="47" y="33"/>
                      <a:pt x="53" y="35"/>
                      <a:pt x="52" y="35"/>
                    </a:cubicBezTo>
                    <a:cubicBezTo>
                      <a:pt x="51" y="36"/>
                      <a:pt x="50" y="34"/>
                      <a:pt x="49" y="35"/>
                    </a:cubicBezTo>
                    <a:cubicBezTo>
                      <a:pt x="49" y="35"/>
                      <a:pt x="49" y="35"/>
                      <a:pt x="49" y="35"/>
                    </a:cubicBezTo>
                    <a:cubicBezTo>
                      <a:pt x="49" y="36"/>
                      <a:pt x="46" y="34"/>
                      <a:pt x="45" y="36"/>
                    </a:cubicBezTo>
                    <a:cubicBezTo>
                      <a:pt x="45" y="36"/>
                      <a:pt x="48" y="36"/>
                      <a:pt x="48" y="36"/>
                    </a:cubicBezTo>
                    <a:cubicBezTo>
                      <a:pt x="46" y="38"/>
                      <a:pt x="44" y="36"/>
                      <a:pt x="45" y="39"/>
                    </a:cubicBezTo>
                    <a:cubicBezTo>
                      <a:pt x="45" y="39"/>
                      <a:pt x="43" y="40"/>
                      <a:pt x="43" y="40"/>
                    </a:cubicBezTo>
                    <a:cubicBezTo>
                      <a:pt x="42" y="41"/>
                      <a:pt x="42" y="41"/>
                      <a:pt x="42" y="41"/>
                    </a:cubicBezTo>
                    <a:cubicBezTo>
                      <a:pt x="42" y="42"/>
                      <a:pt x="41" y="42"/>
                      <a:pt x="41" y="42"/>
                    </a:cubicBezTo>
                    <a:cubicBezTo>
                      <a:pt x="41" y="43"/>
                      <a:pt x="42" y="42"/>
                      <a:pt x="42" y="42"/>
                    </a:cubicBezTo>
                    <a:cubicBezTo>
                      <a:pt x="43" y="42"/>
                      <a:pt x="42" y="43"/>
                      <a:pt x="42" y="43"/>
                    </a:cubicBezTo>
                    <a:cubicBezTo>
                      <a:pt x="43" y="43"/>
                      <a:pt x="45" y="44"/>
                      <a:pt x="46" y="43"/>
                    </a:cubicBezTo>
                    <a:cubicBezTo>
                      <a:pt x="44" y="44"/>
                      <a:pt x="44" y="44"/>
                      <a:pt x="42" y="44"/>
                    </a:cubicBezTo>
                    <a:cubicBezTo>
                      <a:pt x="41" y="44"/>
                      <a:pt x="38" y="44"/>
                      <a:pt x="38" y="45"/>
                    </a:cubicBezTo>
                    <a:cubicBezTo>
                      <a:pt x="38" y="45"/>
                      <a:pt x="39" y="45"/>
                      <a:pt x="39" y="45"/>
                    </a:cubicBezTo>
                    <a:cubicBezTo>
                      <a:pt x="39" y="45"/>
                      <a:pt x="38" y="46"/>
                      <a:pt x="38" y="46"/>
                    </a:cubicBezTo>
                    <a:cubicBezTo>
                      <a:pt x="38" y="46"/>
                      <a:pt x="40" y="45"/>
                      <a:pt x="40" y="46"/>
                    </a:cubicBezTo>
                    <a:cubicBezTo>
                      <a:pt x="40" y="46"/>
                      <a:pt x="38" y="48"/>
                      <a:pt x="38" y="48"/>
                    </a:cubicBezTo>
                    <a:cubicBezTo>
                      <a:pt x="38" y="48"/>
                      <a:pt x="39" y="48"/>
                      <a:pt x="39" y="49"/>
                    </a:cubicBezTo>
                    <a:cubicBezTo>
                      <a:pt x="39" y="49"/>
                      <a:pt x="37" y="49"/>
                      <a:pt x="37" y="49"/>
                    </a:cubicBezTo>
                    <a:cubicBezTo>
                      <a:pt x="37" y="49"/>
                      <a:pt x="39" y="50"/>
                      <a:pt x="39" y="50"/>
                    </a:cubicBezTo>
                    <a:cubicBezTo>
                      <a:pt x="38" y="50"/>
                      <a:pt x="37" y="50"/>
                      <a:pt x="37" y="50"/>
                    </a:cubicBezTo>
                    <a:cubicBezTo>
                      <a:pt x="37" y="51"/>
                      <a:pt x="38" y="52"/>
                      <a:pt x="39" y="52"/>
                    </a:cubicBezTo>
                    <a:cubicBezTo>
                      <a:pt x="37" y="52"/>
                      <a:pt x="35" y="52"/>
                      <a:pt x="34" y="54"/>
                    </a:cubicBezTo>
                    <a:cubicBezTo>
                      <a:pt x="34" y="55"/>
                      <a:pt x="30" y="54"/>
                      <a:pt x="30" y="54"/>
                    </a:cubicBezTo>
                    <a:cubicBezTo>
                      <a:pt x="30" y="57"/>
                      <a:pt x="36" y="54"/>
                      <a:pt x="37" y="54"/>
                    </a:cubicBezTo>
                    <a:cubicBezTo>
                      <a:pt x="36" y="54"/>
                      <a:pt x="35" y="56"/>
                      <a:pt x="35" y="56"/>
                    </a:cubicBezTo>
                    <a:cubicBezTo>
                      <a:pt x="32" y="56"/>
                      <a:pt x="34" y="57"/>
                      <a:pt x="33" y="58"/>
                    </a:cubicBezTo>
                    <a:cubicBezTo>
                      <a:pt x="32" y="59"/>
                      <a:pt x="30" y="57"/>
                      <a:pt x="29" y="58"/>
                    </a:cubicBezTo>
                    <a:cubicBezTo>
                      <a:pt x="29" y="59"/>
                      <a:pt x="26" y="61"/>
                      <a:pt x="26" y="61"/>
                    </a:cubicBezTo>
                    <a:cubicBezTo>
                      <a:pt x="26" y="62"/>
                      <a:pt x="27" y="62"/>
                      <a:pt x="27" y="62"/>
                    </a:cubicBezTo>
                    <a:cubicBezTo>
                      <a:pt x="27" y="63"/>
                      <a:pt x="24" y="63"/>
                      <a:pt x="24" y="63"/>
                    </a:cubicBezTo>
                    <a:cubicBezTo>
                      <a:pt x="24" y="63"/>
                      <a:pt x="25" y="64"/>
                      <a:pt x="25" y="65"/>
                    </a:cubicBezTo>
                    <a:cubicBezTo>
                      <a:pt x="25" y="66"/>
                      <a:pt x="27" y="65"/>
                      <a:pt x="28" y="65"/>
                    </a:cubicBezTo>
                    <a:cubicBezTo>
                      <a:pt x="29" y="64"/>
                      <a:pt x="30" y="65"/>
                      <a:pt x="31" y="64"/>
                    </a:cubicBezTo>
                    <a:cubicBezTo>
                      <a:pt x="31" y="64"/>
                      <a:pt x="30" y="63"/>
                      <a:pt x="30" y="62"/>
                    </a:cubicBezTo>
                    <a:cubicBezTo>
                      <a:pt x="30" y="62"/>
                      <a:pt x="32" y="63"/>
                      <a:pt x="33" y="64"/>
                    </a:cubicBezTo>
                    <a:cubicBezTo>
                      <a:pt x="33" y="64"/>
                      <a:pt x="30" y="66"/>
                      <a:pt x="30" y="66"/>
                    </a:cubicBezTo>
                    <a:cubicBezTo>
                      <a:pt x="29" y="66"/>
                      <a:pt x="28" y="67"/>
                      <a:pt x="28" y="66"/>
                    </a:cubicBezTo>
                    <a:cubicBezTo>
                      <a:pt x="27" y="65"/>
                      <a:pt x="26" y="67"/>
                      <a:pt x="25" y="67"/>
                    </a:cubicBezTo>
                    <a:cubicBezTo>
                      <a:pt x="24" y="66"/>
                      <a:pt x="24" y="63"/>
                      <a:pt x="23" y="66"/>
                    </a:cubicBezTo>
                    <a:cubicBezTo>
                      <a:pt x="21" y="70"/>
                      <a:pt x="20" y="65"/>
                      <a:pt x="21" y="65"/>
                    </a:cubicBezTo>
                    <a:cubicBezTo>
                      <a:pt x="19" y="65"/>
                      <a:pt x="21" y="69"/>
                      <a:pt x="19" y="68"/>
                    </a:cubicBezTo>
                    <a:cubicBezTo>
                      <a:pt x="15" y="68"/>
                      <a:pt x="18" y="70"/>
                      <a:pt x="17" y="71"/>
                    </a:cubicBezTo>
                    <a:cubicBezTo>
                      <a:pt x="16" y="71"/>
                      <a:pt x="16" y="69"/>
                      <a:pt x="16" y="69"/>
                    </a:cubicBezTo>
                    <a:cubicBezTo>
                      <a:pt x="14" y="69"/>
                      <a:pt x="12" y="70"/>
                      <a:pt x="11" y="71"/>
                    </a:cubicBezTo>
                    <a:cubicBezTo>
                      <a:pt x="11" y="72"/>
                      <a:pt x="15" y="72"/>
                      <a:pt x="16" y="72"/>
                    </a:cubicBezTo>
                    <a:cubicBezTo>
                      <a:pt x="16" y="72"/>
                      <a:pt x="19" y="71"/>
                      <a:pt x="19" y="71"/>
                    </a:cubicBezTo>
                    <a:cubicBezTo>
                      <a:pt x="20" y="72"/>
                      <a:pt x="15" y="72"/>
                      <a:pt x="15" y="72"/>
                    </a:cubicBezTo>
                    <a:cubicBezTo>
                      <a:pt x="14" y="72"/>
                      <a:pt x="14" y="73"/>
                      <a:pt x="13" y="73"/>
                    </a:cubicBezTo>
                    <a:cubicBezTo>
                      <a:pt x="12" y="73"/>
                      <a:pt x="11" y="73"/>
                      <a:pt x="10" y="73"/>
                    </a:cubicBezTo>
                    <a:cubicBezTo>
                      <a:pt x="8" y="72"/>
                      <a:pt x="7" y="73"/>
                      <a:pt x="9" y="74"/>
                    </a:cubicBezTo>
                    <a:cubicBezTo>
                      <a:pt x="10" y="74"/>
                      <a:pt x="12" y="74"/>
                      <a:pt x="12" y="76"/>
                    </a:cubicBezTo>
                    <a:cubicBezTo>
                      <a:pt x="12" y="76"/>
                      <a:pt x="11" y="78"/>
                      <a:pt x="11" y="77"/>
                    </a:cubicBezTo>
                    <a:cubicBezTo>
                      <a:pt x="10" y="77"/>
                      <a:pt x="12" y="75"/>
                      <a:pt x="10" y="74"/>
                    </a:cubicBezTo>
                    <a:cubicBezTo>
                      <a:pt x="7" y="74"/>
                      <a:pt x="9" y="75"/>
                      <a:pt x="8" y="76"/>
                    </a:cubicBezTo>
                    <a:cubicBezTo>
                      <a:pt x="8" y="76"/>
                      <a:pt x="8" y="73"/>
                      <a:pt x="7" y="73"/>
                    </a:cubicBezTo>
                    <a:cubicBezTo>
                      <a:pt x="7" y="72"/>
                      <a:pt x="5" y="78"/>
                      <a:pt x="6" y="77"/>
                    </a:cubicBezTo>
                    <a:cubicBezTo>
                      <a:pt x="5" y="77"/>
                      <a:pt x="5" y="75"/>
                      <a:pt x="5" y="75"/>
                    </a:cubicBezTo>
                    <a:cubicBezTo>
                      <a:pt x="4" y="75"/>
                      <a:pt x="4" y="77"/>
                      <a:pt x="4" y="77"/>
                    </a:cubicBezTo>
                    <a:cubicBezTo>
                      <a:pt x="3" y="78"/>
                      <a:pt x="1" y="77"/>
                      <a:pt x="1" y="78"/>
                    </a:cubicBezTo>
                    <a:cubicBezTo>
                      <a:pt x="1" y="79"/>
                      <a:pt x="0" y="80"/>
                      <a:pt x="1" y="80"/>
                    </a:cubicBezTo>
                    <a:cubicBezTo>
                      <a:pt x="2" y="80"/>
                      <a:pt x="3" y="80"/>
                      <a:pt x="4" y="81"/>
                    </a:cubicBezTo>
                    <a:cubicBezTo>
                      <a:pt x="4" y="81"/>
                      <a:pt x="0" y="82"/>
                      <a:pt x="1" y="83"/>
                    </a:cubicBezTo>
                    <a:cubicBezTo>
                      <a:pt x="1" y="84"/>
                      <a:pt x="3" y="84"/>
                      <a:pt x="3" y="84"/>
                    </a:cubicBezTo>
                    <a:cubicBezTo>
                      <a:pt x="3" y="84"/>
                      <a:pt x="6" y="83"/>
                      <a:pt x="6" y="84"/>
                    </a:cubicBezTo>
                    <a:cubicBezTo>
                      <a:pt x="5" y="85"/>
                      <a:pt x="2" y="84"/>
                      <a:pt x="1" y="86"/>
                    </a:cubicBezTo>
                    <a:cubicBezTo>
                      <a:pt x="0" y="87"/>
                      <a:pt x="6" y="87"/>
                      <a:pt x="4" y="89"/>
                    </a:cubicBezTo>
                    <a:cubicBezTo>
                      <a:pt x="4" y="89"/>
                      <a:pt x="3" y="87"/>
                      <a:pt x="2" y="88"/>
                    </a:cubicBezTo>
                    <a:cubicBezTo>
                      <a:pt x="1" y="89"/>
                      <a:pt x="1" y="90"/>
                      <a:pt x="2" y="91"/>
                    </a:cubicBezTo>
                    <a:cubicBezTo>
                      <a:pt x="3" y="91"/>
                      <a:pt x="5" y="92"/>
                      <a:pt x="6" y="92"/>
                    </a:cubicBezTo>
                    <a:cubicBezTo>
                      <a:pt x="7" y="91"/>
                      <a:pt x="8" y="89"/>
                      <a:pt x="9" y="90"/>
                    </a:cubicBezTo>
                    <a:cubicBezTo>
                      <a:pt x="8" y="90"/>
                      <a:pt x="7" y="91"/>
                      <a:pt x="7" y="91"/>
                    </a:cubicBezTo>
                    <a:cubicBezTo>
                      <a:pt x="7" y="92"/>
                      <a:pt x="6" y="92"/>
                      <a:pt x="5" y="92"/>
                    </a:cubicBezTo>
                    <a:cubicBezTo>
                      <a:pt x="5" y="92"/>
                      <a:pt x="7" y="93"/>
                      <a:pt x="7" y="94"/>
                    </a:cubicBezTo>
                    <a:cubicBezTo>
                      <a:pt x="7" y="94"/>
                      <a:pt x="4" y="92"/>
                      <a:pt x="5" y="94"/>
                    </a:cubicBezTo>
                    <a:cubicBezTo>
                      <a:pt x="5" y="95"/>
                      <a:pt x="8" y="96"/>
                      <a:pt x="8" y="96"/>
                    </a:cubicBezTo>
                    <a:cubicBezTo>
                      <a:pt x="8" y="97"/>
                      <a:pt x="5" y="95"/>
                      <a:pt x="4" y="96"/>
                    </a:cubicBezTo>
                    <a:cubicBezTo>
                      <a:pt x="2" y="96"/>
                      <a:pt x="4" y="93"/>
                      <a:pt x="3" y="93"/>
                    </a:cubicBezTo>
                    <a:cubicBezTo>
                      <a:pt x="3" y="93"/>
                      <a:pt x="1" y="95"/>
                      <a:pt x="2" y="96"/>
                    </a:cubicBezTo>
                    <a:cubicBezTo>
                      <a:pt x="3" y="96"/>
                      <a:pt x="2" y="98"/>
                      <a:pt x="2" y="98"/>
                    </a:cubicBezTo>
                    <a:cubicBezTo>
                      <a:pt x="3" y="99"/>
                      <a:pt x="4" y="97"/>
                      <a:pt x="5" y="96"/>
                    </a:cubicBezTo>
                    <a:cubicBezTo>
                      <a:pt x="5" y="96"/>
                      <a:pt x="5" y="97"/>
                      <a:pt x="5" y="97"/>
                    </a:cubicBezTo>
                    <a:cubicBezTo>
                      <a:pt x="6" y="97"/>
                      <a:pt x="6" y="96"/>
                      <a:pt x="7" y="96"/>
                    </a:cubicBezTo>
                    <a:cubicBezTo>
                      <a:pt x="7" y="96"/>
                      <a:pt x="7" y="98"/>
                      <a:pt x="6" y="98"/>
                    </a:cubicBezTo>
                    <a:cubicBezTo>
                      <a:pt x="4" y="99"/>
                      <a:pt x="8" y="101"/>
                      <a:pt x="8" y="100"/>
                    </a:cubicBezTo>
                    <a:cubicBezTo>
                      <a:pt x="8" y="102"/>
                      <a:pt x="1" y="100"/>
                      <a:pt x="5" y="103"/>
                    </a:cubicBezTo>
                    <a:cubicBezTo>
                      <a:pt x="7" y="104"/>
                      <a:pt x="8" y="105"/>
                      <a:pt x="10" y="105"/>
                    </a:cubicBezTo>
                    <a:cubicBezTo>
                      <a:pt x="10" y="105"/>
                      <a:pt x="13" y="107"/>
                      <a:pt x="14" y="107"/>
                    </a:cubicBezTo>
                    <a:cubicBezTo>
                      <a:pt x="17" y="107"/>
                      <a:pt x="21" y="104"/>
                      <a:pt x="23" y="102"/>
                    </a:cubicBezTo>
                    <a:cubicBezTo>
                      <a:pt x="24" y="100"/>
                      <a:pt x="25" y="100"/>
                      <a:pt x="27" y="99"/>
                    </a:cubicBezTo>
                    <a:cubicBezTo>
                      <a:pt x="28" y="98"/>
                      <a:pt x="28" y="95"/>
                      <a:pt x="29" y="95"/>
                    </a:cubicBezTo>
                    <a:cubicBezTo>
                      <a:pt x="29" y="95"/>
                      <a:pt x="29" y="98"/>
                      <a:pt x="30" y="98"/>
                    </a:cubicBezTo>
                    <a:cubicBezTo>
                      <a:pt x="32" y="99"/>
                      <a:pt x="31" y="99"/>
                      <a:pt x="31" y="100"/>
                    </a:cubicBezTo>
                    <a:cubicBezTo>
                      <a:pt x="32" y="100"/>
                      <a:pt x="33" y="100"/>
                      <a:pt x="34" y="101"/>
                    </a:cubicBezTo>
                    <a:cubicBezTo>
                      <a:pt x="34" y="102"/>
                      <a:pt x="33" y="100"/>
                      <a:pt x="34" y="10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4" name="Freeform 720">
                <a:extLst>
                  <a:ext uri="{FF2B5EF4-FFF2-40B4-BE49-F238E27FC236}">
                    <a16:creationId xmlns:a16="http://schemas.microsoft.com/office/drawing/2014/main" id="{0F676967-C273-55B6-C317-429688F3A53A}"/>
                  </a:ext>
                </a:extLst>
              </p:cNvPr>
              <p:cNvSpPr>
                <a:spLocks noEditPoints="1"/>
              </p:cNvSpPr>
              <p:nvPr/>
            </p:nvSpPr>
            <p:spPr bwMode="auto">
              <a:xfrm>
                <a:off x="12945416" y="4366247"/>
                <a:ext cx="7563702" cy="2637633"/>
              </a:xfrm>
              <a:custGeom>
                <a:avLst/>
                <a:gdLst>
                  <a:gd name="T0" fmla="*/ 785 w 810"/>
                  <a:gd name="T1" fmla="*/ 109 h 282"/>
                  <a:gd name="T2" fmla="*/ 725 w 810"/>
                  <a:gd name="T3" fmla="*/ 77 h 282"/>
                  <a:gd name="T4" fmla="*/ 665 w 810"/>
                  <a:gd name="T5" fmla="*/ 80 h 282"/>
                  <a:gd name="T6" fmla="*/ 607 w 810"/>
                  <a:gd name="T7" fmla="*/ 65 h 282"/>
                  <a:gd name="T8" fmla="*/ 578 w 810"/>
                  <a:gd name="T9" fmla="*/ 56 h 282"/>
                  <a:gd name="T10" fmla="*/ 555 w 810"/>
                  <a:gd name="T11" fmla="*/ 61 h 282"/>
                  <a:gd name="T12" fmla="*/ 521 w 810"/>
                  <a:gd name="T13" fmla="*/ 59 h 282"/>
                  <a:gd name="T14" fmla="*/ 495 w 810"/>
                  <a:gd name="T15" fmla="*/ 44 h 282"/>
                  <a:gd name="T16" fmla="*/ 469 w 810"/>
                  <a:gd name="T17" fmla="*/ 49 h 282"/>
                  <a:gd name="T18" fmla="*/ 423 w 810"/>
                  <a:gd name="T19" fmla="*/ 43 h 282"/>
                  <a:gd name="T20" fmla="*/ 383 w 810"/>
                  <a:gd name="T21" fmla="*/ 50 h 282"/>
                  <a:gd name="T22" fmla="*/ 423 w 810"/>
                  <a:gd name="T23" fmla="*/ 17 h 282"/>
                  <a:gd name="T24" fmla="*/ 378 w 810"/>
                  <a:gd name="T25" fmla="*/ 7 h 282"/>
                  <a:gd name="T26" fmla="*/ 355 w 810"/>
                  <a:gd name="T27" fmla="*/ 17 h 282"/>
                  <a:gd name="T28" fmla="*/ 320 w 810"/>
                  <a:gd name="T29" fmla="*/ 22 h 282"/>
                  <a:gd name="T30" fmla="*/ 297 w 810"/>
                  <a:gd name="T31" fmla="*/ 32 h 282"/>
                  <a:gd name="T32" fmla="*/ 269 w 810"/>
                  <a:gd name="T33" fmla="*/ 49 h 282"/>
                  <a:gd name="T34" fmla="*/ 247 w 810"/>
                  <a:gd name="T35" fmla="*/ 58 h 282"/>
                  <a:gd name="T36" fmla="*/ 242 w 810"/>
                  <a:gd name="T37" fmla="*/ 50 h 282"/>
                  <a:gd name="T38" fmla="*/ 259 w 810"/>
                  <a:gd name="T39" fmla="*/ 97 h 282"/>
                  <a:gd name="T40" fmla="*/ 227 w 810"/>
                  <a:gd name="T41" fmla="*/ 107 h 282"/>
                  <a:gd name="T42" fmla="*/ 231 w 810"/>
                  <a:gd name="T43" fmla="*/ 88 h 282"/>
                  <a:gd name="T44" fmla="*/ 206 w 810"/>
                  <a:gd name="T45" fmla="*/ 60 h 282"/>
                  <a:gd name="T46" fmla="*/ 191 w 810"/>
                  <a:gd name="T47" fmla="*/ 83 h 282"/>
                  <a:gd name="T48" fmla="*/ 131 w 810"/>
                  <a:gd name="T49" fmla="*/ 90 h 282"/>
                  <a:gd name="T50" fmla="*/ 92 w 810"/>
                  <a:gd name="T51" fmla="*/ 100 h 282"/>
                  <a:gd name="T52" fmla="*/ 84 w 810"/>
                  <a:gd name="T53" fmla="*/ 107 h 282"/>
                  <a:gd name="T54" fmla="*/ 53 w 810"/>
                  <a:gd name="T55" fmla="*/ 120 h 282"/>
                  <a:gd name="T56" fmla="*/ 31 w 810"/>
                  <a:gd name="T57" fmla="*/ 102 h 282"/>
                  <a:gd name="T58" fmla="*/ 29 w 810"/>
                  <a:gd name="T59" fmla="*/ 84 h 282"/>
                  <a:gd name="T60" fmla="*/ 5 w 810"/>
                  <a:gd name="T61" fmla="*/ 88 h 282"/>
                  <a:gd name="T62" fmla="*/ 7 w 810"/>
                  <a:gd name="T63" fmla="*/ 152 h 282"/>
                  <a:gd name="T64" fmla="*/ 16 w 810"/>
                  <a:gd name="T65" fmla="*/ 187 h 282"/>
                  <a:gd name="T66" fmla="*/ 40 w 810"/>
                  <a:gd name="T67" fmla="*/ 223 h 282"/>
                  <a:gd name="T68" fmla="*/ 53 w 810"/>
                  <a:gd name="T69" fmla="*/ 244 h 282"/>
                  <a:gd name="T70" fmla="*/ 82 w 810"/>
                  <a:gd name="T71" fmla="*/ 272 h 282"/>
                  <a:gd name="T72" fmla="*/ 109 w 810"/>
                  <a:gd name="T73" fmla="*/ 250 h 282"/>
                  <a:gd name="T74" fmla="*/ 108 w 810"/>
                  <a:gd name="T75" fmla="*/ 222 h 282"/>
                  <a:gd name="T76" fmla="*/ 160 w 810"/>
                  <a:gd name="T77" fmla="*/ 223 h 282"/>
                  <a:gd name="T78" fmla="*/ 196 w 810"/>
                  <a:gd name="T79" fmla="*/ 196 h 282"/>
                  <a:gd name="T80" fmla="*/ 252 w 810"/>
                  <a:gd name="T81" fmla="*/ 204 h 282"/>
                  <a:gd name="T82" fmla="*/ 331 w 810"/>
                  <a:gd name="T83" fmla="*/ 226 h 282"/>
                  <a:gd name="T84" fmla="*/ 415 w 810"/>
                  <a:gd name="T85" fmla="*/ 231 h 282"/>
                  <a:gd name="T86" fmla="*/ 483 w 810"/>
                  <a:gd name="T87" fmla="*/ 207 h 282"/>
                  <a:gd name="T88" fmla="*/ 521 w 810"/>
                  <a:gd name="T89" fmla="*/ 258 h 282"/>
                  <a:gd name="T90" fmla="*/ 558 w 810"/>
                  <a:gd name="T91" fmla="*/ 226 h 282"/>
                  <a:gd name="T92" fmla="*/ 543 w 810"/>
                  <a:gd name="T93" fmla="*/ 199 h 282"/>
                  <a:gd name="T94" fmla="*/ 591 w 810"/>
                  <a:gd name="T95" fmla="*/ 162 h 282"/>
                  <a:gd name="T96" fmla="*/ 627 w 810"/>
                  <a:gd name="T97" fmla="*/ 165 h 282"/>
                  <a:gd name="T98" fmla="*/ 657 w 810"/>
                  <a:gd name="T99" fmla="*/ 153 h 282"/>
                  <a:gd name="T100" fmla="*/ 669 w 810"/>
                  <a:gd name="T101" fmla="*/ 154 h 282"/>
                  <a:gd name="T102" fmla="*/ 649 w 810"/>
                  <a:gd name="T103" fmla="*/ 210 h 282"/>
                  <a:gd name="T104" fmla="*/ 667 w 810"/>
                  <a:gd name="T105" fmla="*/ 171 h 282"/>
                  <a:gd name="T106" fmla="*/ 710 w 810"/>
                  <a:gd name="T107" fmla="*/ 156 h 282"/>
                  <a:gd name="T108" fmla="*/ 738 w 810"/>
                  <a:gd name="T109" fmla="*/ 121 h 282"/>
                  <a:gd name="T110" fmla="*/ 765 w 810"/>
                  <a:gd name="T111" fmla="*/ 116 h 282"/>
                  <a:gd name="T112" fmla="*/ 802 w 810"/>
                  <a:gd name="T113" fmla="*/ 115 h 282"/>
                  <a:gd name="T114" fmla="*/ 388 w 810"/>
                  <a:gd name="T115" fmla="*/ 2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10" h="282">
                    <a:moveTo>
                      <a:pt x="808" y="111"/>
                    </a:moveTo>
                    <a:cubicBezTo>
                      <a:pt x="806" y="109"/>
                      <a:pt x="803" y="108"/>
                      <a:pt x="801" y="106"/>
                    </a:cubicBezTo>
                    <a:cubicBezTo>
                      <a:pt x="800" y="105"/>
                      <a:pt x="799" y="104"/>
                      <a:pt x="797" y="103"/>
                    </a:cubicBezTo>
                    <a:cubicBezTo>
                      <a:pt x="796" y="103"/>
                      <a:pt x="794" y="103"/>
                      <a:pt x="793" y="102"/>
                    </a:cubicBezTo>
                    <a:cubicBezTo>
                      <a:pt x="793" y="103"/>
                      <a:pt x="794" y="103"/>
                      <a:pt x="794" y="103"/>
                    </a:cubicBezTo>
                    <a:cubicBezTo>
                      <a:pt x="795" y="103"/>
                      <a:pt x="792" y="104"/>
                      <a:pt x="791" y="103"/>
                    </a:cubicBezTo>
                    <a:cubicBezTo>
                      <a:pt x="791" y="103"/>
                      <a:pt x="792" y="103"/>
                      <a:pt x="792" y="102"/>
                    </a:cubicBezTo>
                    <a:cubicBezTo>
                      <a:pt x="791" y="101"/>
                      <a:pt x="786" y="103"/>
                      <a:pt x="785" y="102"/>
                    </a:cubicBezTo>
                    <a:cubicBezTo>
                      <a:pt x="787" y="103"/>
                      <a:pt x="787" y="103"/>
                      <a:pt x="787" y="106"/>
                    </a:cubicBezTo>
                    <a:cubicBezTo>
                      <a:pt x="786" y="107"/>
                      <a:pt x="788" y="109"/>
                      <a:pt x="788" y="109"/>
                    </a:cubicBezTo>
                    <a:cubicBezTo>
                      <a:pt x="787" y="109"/>
                      <a:pt x="787" y="108"/>
                      <a:pt x="787" y="108"/>
                    </a:cubicBezTo>
                    <a:cubicBezTo>
                      <a:pt x="786" y="107"/>
                      <a:pt x="786" y="109"/>
                      <a:pt x="785" y="109"/>
                    </a:cubicBezTo>
                    <a:cubicBezTo>
                      <a:pt x="785" y="109"/>
                      <a:pt x="783" y="105"/>
                      <a:pt x="783" y="105"/>
                    </a:cubicBezTo>
                    <a:cubicBezTo>
                      <a:pt x="783" y="104"/>
                      <a:pt x="783" y="104"/>
                      <a:pt x="783" y="104"/>
                    </a:cubicBezTo>
                    <a:cubicBezTo>
                      <a:pt x="783" y="103"/>
                      <a:pt x="782" y="102"/>
                      <a:pt x="783" y="101"/>
                    </a:cubicBezTo>
                    <a:cubicBezTo>
                      <a:pt x="784" y="99"/>
                      <a:pt x="782" y="100"/>
                      <a:pt x="781" y="99"/>
                    </a:cubicBezTo>
                    <a:cubicBezTo>
                      <a:pt x="781" y="98"/>
                      <a:pt x="779" y="97"/>
                      <a:pt x="778" y="97"/>
                    </a:cubicBezTo>
                    <a:cubicBezTo>
                      <a:pt x="771" y="93"/>
                      <a:pt x="765" y="89"/>
                      <a:pt x="758" y="87"/>
                    </a:cubicBezTo>
                    <a:cubicBezTo>
                      <a:pt x="756" y="86"/>
                      <a:pt x="755" y="85"/>
                      <a:pt x="754" y="84"/>
                    </a:cubicBezTo>
                    <a:cubicBezTo>
                      <a:pt x="753" y="83"/>
                      <a:pt x="751" y="82"/>
                      <a:pt x="749" y="82"/>
                    </a:cubicBezTo>
                    <a:cubicBezTo>
                      <a:pt x="746" y="81"/>
                      <a:pt x="743" y="80"/>
                      <a:pt x="739" y="78"/>
                    </a:cubicBezTo>
                    <a:cubicBezTo>
                      <a:pt x="736" y="78"/>
                      <a:pt x="732" y="78"/>
                      <a:pt x="730" y="78"/>
                    </a:cubicBezTo>
                    <a:cubicBezTo>
                      <a:pt x="728" y="78"/>
                      <a:pt x="727" y="78"/>
                      <a:pt x="726" y="78"/>
                    </a:cubicBezTo>
                    <a:cubicBezTo>
                      <a:pt x="726" y="78"/>
                      <a:pt x="725" y="77"/>
                      <a:pt x="725" y="77"/>
                    </a:cubicBezTo>
                    <a:cubicBezTo>
                      <a:pt x="724" y="78"/>
                      <a:pt x="724" y="79"/>
                      <a:pt x="723" y="78"/>
                    </a:cubicBezTo>
                    <a:cubicBezTo>
                      <a:pt x="720" y="78"/>
                      <a:pt x="717" y="77"/>
                      <a:pt x="714" y="76"/>
                    </a:cubicBezTo>
                    <a:cubicBezTo>
                      <a:pt x="713" y="76"/>
                      <a:pt x="710" y="75"/>
                      <a:pt x="710" y="77"/>
                    </a:cubicBezTo>
                    <a:cubicBezTo>
                      <a:pt x="709" y="79"/>
                      <a:pt x="708" y="79"/>
                      <a:pt x="710" y="80"/>
                    </a:cubicBezTo>
                    <a:cubicBezTo>
                      <a:pt x="712" y="82"/>
                      <a:pt x="714" y="86"/>
                      <a:pt x="709" y="87"/>
                    </a:cubicBezTo>
                    <a:cubicBezTo>
                      <a:pt x="708" y="88"/>
                      <a:pt x="705" y="88"/>
                      <a:pt x="704" y="86"/>
                    </a:cubicBezTo>
                    <a:cubicBezTo>
                      <a:pt x="703" y="85"/>
                      <a:pt x="703" y="84"/>
                      <a:pt x="700" y="84"/>
                    </a:cubicBezTo>
                    <a:cubicBezTo>
                      <a:pt x="697" y="83"/>
                      <a:pt x="699" y="82"/>
                      <a:pt x="698" y="81"/>
                    </a:cubicBezTo>
                    <a:cubicBezTo>
                      <a:pt x="698" y="80"/>
                      <a:pt x="695" y="79"/>
                      <a:pt x="694" y="80"/>
                    </a:cubicBezTo>
                    <a:cubicBezTo>
                      <a:pt x="691" y="83"/>
                      <a:pt x="686" y="80"/>
                      <a:pt x="682" y="80"/>
                    </a:cubicBezTo>
                    <a:cubicBezTo>
                      <a:pt x="678" y="80"/>
                      <a:pt x="674" y="79"/>
                      <a:pt x="670" y="79"/>
                    </a:cubicBezTo>
                    <a:cubicBezTo>
                      <a:pt x="668" y="79"/>
                      <a:pt x="667" y="79"/>
                      <a:pt x="665" y="80"/>
                    </a:cubicBezTo>
                    <a:cubicBezTo>
                      <a:pt x="663" y="81"/>
                      <a:pt x="664" y="84"/>
                      <a:pt x="664" y="86"/>
                    </a:cubicBezTo>
                    <a:cubicBezTo>
                      <a:pt x="664" y="86"/>
                      <a:pt x="664" y="86"/>
                      <a:pt x="664" y="86"/>
                    </a:cubicBezTo>
                    <a:cubicBezTo>
                      <a:pt x="663" y="86"/>
                      <a:pt x="662" y="81"/>
                      <a:pt x="661" y="80"/>
                    </a:cubicBezTo>
                    <a:cubicBezTo>
                      <a:pt x="660" y="80"/>
                      <a:pt x="656" y="80"/>
                      <a:pt x="655" y="78"/>
                    </a:cubicBezTo>
                    <a:cubicBezTo>
                      <a:pt x="655" y="75"/>
                      <a:pt x="659" y="74"/>
                      <a:pt x="655" y="71"/>
                    </a:cubicBezTo>
                    <a:cubicBezTo>
                      <a:pt x="653" y="70"/>
                      <a:pt x="651" y="69"/>
                      <a:pt x="648" y="68"/>
                    </a:cubicBezTo>
                    <a:cubicBezTo>
                      <a:pt x="642" y="66"/>
                      <a:pt x="635" y="68"/>
                      <a:pt x="629" y="69"/>
                    </a:cubicBezTo>
                    <a:cubicBezTo>
                      <a:pt x="626" y="69"/>
                      <a:pt x="623" y="69"/>
                      <a:pt x="619" y="69"/>
                    </a:cubicBezTo>
                    <a:cubicBezTo>
                      <a:pt x="618" y="69"/>
                      <a:pt x="618" y="69"/>
                      <a:pt x="617" y="69"/>
                    </a:cubicBezTo>
                    <a:cubicBezTo>
                      <a:pt x="615" y="68"/>
                      <a:pt x="617" y="68"/>
                      <a:pt x="618" y="67"/>
                    </a:cubicBezTo>
                    <a:cubicBezTo>
                      <a:pt x="618" y="66"/>
                      <a:pt x="613" y="65"/>
                      <a:pt x="613" y="65"/>
                    </a:cubicBezTo>
                    <a:cubicBezTo>
                      <a:pt x="612" y="64"/>
                      <a:pt x="608" y="65"/>
                      <a:pt x="607" y="65"/>
                    </a:cubicBezTo>
                    <a:cubicBezTo>
                      <a:pt x="607" y="65"/>
                      <a:pt x="611" y="64"/>
                      <a:pt x="610" y="63"/>
                    </a:cubicBezTo>
                    <a:cubicBezTo>
                      <a:pt x="609" y="63"/>
                      <a:pt x="608" y="64"/>
                      <a:pt x="607" y="64"/>
                    </a:cubicBezTo>
                    <a:cubicBezTo>
                      <a:pt x="606" y="63"/>
                      <a:pt x="604" y="62"/>
                      <a:pt x="604" y="62"/>
                    </a:cubicBezTo>
                    <a:cubicBezTo>
                      <a:pt x="603" y="62"/>
                      <a:pt x="600" y="60"/>
                      <a:pt x="602" y="60"/>
                    </a:cubicBezTo>
                    <a:cubicBezTo>
                      <a:pt x="603" y="60"/>
                      <a:pt x="605" y="60"/>
                      <a:pt x="606" y="60"/>
                    </a:cubicBezTo>
                    <a:cubicBezTo>
                      <a:pt x="609" y="60"/>
                      <a:pt x="605" y="57"/>
                      <a:pt x="604" y="57"/>
                    </a:cubicBezTo>
                    <a:cubicBezTo>
                      <a:pt x="602" y="55"/>
                      <a:pt x="597" y="56"/>
                      <a:pt x="594" y="55"/>
                    </a:cubicBezTo>
                    <a:cubicBezTo>
                      <a:pt x="592" y="55"/>
                      <a:pt x="591" y="57"/>
                      <a:pt x="589" y="59"/>
                    </a:cubicBezTo>
                    <a:cubicBezTo>
                      <a:pt x="589" y="59"/>
                      <a:pt x="582" y="63"/>
                      <a:pt x="582" y="60"/>
                    </a:cubicBezTo>
                    <a:cubicBezTo>
                      <a:pt x="583" y="58"/>
                      <a:pt x="584" y="60"/>
                      <a:pt x="586" y="59"/>
                    </a:cubicBezTo>
                    <a:cubicBezTo>
                      <a:pt x="586" y="59"/>
                      <a:pt x="585" y="56"/>
                      <a:pt x="584" y="56"/>
                    </a:cubicBezTo>
                    <a:cubicBezTo>
                      <a:pt x="584" y="56"/>
                      <a:pt x="578" y="56"/>
                      <a:pt x="578" y="56"/>
                    </a:cubicBezTo>
                    <a:cubicBezTo>
                      <a:pt x="579" y="55"/>
                      <a:pt x="581" y="54"/>
                      <a:pt x="583" y="54"/>
                    </a:cubicBezTo>
                    <a:cubicBezTo>
                      <a:pt x="584" y="55"/>
                      <a:pt x="591" y="55"/>
                      <a:pt x="591" y="55"/>
                    </a:cubicBezTo>
                    <a:cubicBezTo>
                      <a:pt x="591" y="54"/>
                      <a:pt x="585" y="54"/>
                      <a:pt x="584" y="53"/>
                    </a:cubicBezTo>
                    <a:cubicBezTo>
                      <a:pt x="582" y="53"/>
                      <a:pt x="580" y="53"/>
                      <a:pt x="578" y="53"/>
                    </a:cubicBezTo>
                    <a:cubicBezTo>
                      <a:pt x="574" y="52"/>
                      <a:pt x="570" y="52"/>
                      <a:pt x="566" y="51"/>
                    </a:cubicBezTo>
                    <a:cubicBezTo>
                      <a:pt x="565" y="51"/>
                      <a:pt x="561" y="50"/>
                      <a:pt x="561" y="50"/>
                    </a:cubicBezTo>
                    <a:cubicBezTo>
                      <a:pt x="561" y="51"/>
                      <a:pt x="562" y="52"/>
                      <a:pt x="561" y="52"/>
                    </a:cubicBezTo>
                    <a:cubicBezTo>
                      <a:pt x="560" y="53"/>
                      <a:pt x="559" y="53"/>
                      <a:pt x="558" y="53"/>
                    </a:cubicBezTo>
                    <a:cubicBezTo>
                      <a:pt x="557" y="53"/>
                      <a:pt x="552" y="54"/>
                      <a:pt x="553" y="56"/>
                    </a:cubicBezTo>
                    <a:cubicBezTo>
                      <a:pt x="554" y="58"/>
                      <a:pt x="556" y="55"/>
                      <a:pt x="557" y="56"/>
                    </a:cubicBezTo>
                    <a:cubicBezTo>
                      <a:pt x="557" y="56"/>
                      <a:pt x="554" y="57"/>
                      <a:pt x="555" y="59"/>
                    </a:cubicBezTo>
                    <a:cubicBezTo>
                      <a:pt x="556" y="59"/>
                      <a:pt x="555" y="60"/>
                      <a:pt x="555" y="61"/>
                    </a:cubicBezTo>
                    <a:cubicBezTo>
                      <a:pt x="556" y="61"/>
                      <a:pt x="557" y="62"/>
                      <a:pt x="557" y="63"/>
                    </a:cubicBezTo>
                    <a:cubicBezTo>
                      <a:pt x="557" y="63"/>
                      <a:pt x="553" y="63"/>
                      <a:pt x="552" y="63"/>
                    </a:cubicBezTo>
                    <a:cubicBezTo>
                      <a:pt x="550" y="63"/>
                      <a:pt x="552" y="62"/>
                      <a:pt x="552" y="62"/>
                    </a:cubicBezTo>
                    <a:cubicBezTo>
                      <a:pt x="551" y="61"/>
                      <a:pt x="548" y="62"/>
                      <a:pt x="548" y="62"/>
                    </a:cubicBezTo>
                    <a:cubicBezTo>
                      <a:pt x="546" y="63"/>
                      <a:pt x="544" y="62"/>
                      <a:pt x="543" y="62"/>
                    </a:cubicBezTo>
                    <a:cubicBezTo>
                      <a:pt x="542" y="62"/>
                      <a:pt x="546" y="63"/>
                      <a:pt x="546" y="63"/>
                    </a:cubicBezTo>
                    <a:cubicBezTo>
                      <a:pt x="549" y="64"/>
                      <a:pt x="546" y="66"/>
                      <a:pt x="545" y="65"/>
                    </a:cubicBezTo>
                    <a:cubicBezTo>
                      <a:pt x="544" y="65"/>
                      <a:pt x="544" y="64"/>
                      <a:pt x="544" y="63"/>
                    </a:cubicBezTo>
                    <a:cubicBezTo>
                      <a:pt x="543" y="63"/>
                      <a:pt x="542" y="63"/>
                      <a:pt x="541" y="63"/>
                    </a:cubicBezTo>
                    <a:cubicBezTo>
                      <a:pt x="539" y="62"/>
                      <a:pt x="537" y="61"/>
                      <a:pt x="534" y="62"/>
                    </a:cubicBezTo>
                    <a:cubicBezTo>
                      <a:pt x="531" y="62"/>
                      <a:pt x="529" y="65"/>
                      <a:pt x="526" y="63"/>
                    </a:cubicBezTo>
                    <a:cubicBezTo>
                      <a:pt x="524" y="62"/>
                      <a:pt x="522" y="61"/>
                      <a:pt x="521" y="59"/>
                    </a:cubicBezTo>
                    <a:cubicBezTo>
                      <a:pt x="520" y="58"/>
                      <a:pt x="518" y="62"/>
                      <a:pt x="517" y="62"/>
                    </a:cubicBezTo>
                    <a:cubicBezTo>
                      <a:pt x="516" y="64"/>
                      <a:pt x="515" y="70"/>
                      <a:pt x="512" y="69"/>
                    </a:cubicBezTo>
                    <a:cubicBezTo>
                      <a:pt x="510" y="68"/>
                      <a:pt x="508" y="68"/>
                      <a:pt x="506" y="66"/>
                    </a:cubicBezTo>
                    <a:cubicBezTo>
                      <a:pt x="505" y="65"/>
                      <a:pt x="503" y="63"/>
                      <a:pt x="502" y="62"/>
                    </a:cubicBezTo>
                    <a:cubicBezTo>
                      <a:pt x="501" y="60"/>
                      <a:pt x="499" y="59"/>
                      <a:pt x="498" y="58"/>
                    </a:cubicBezTo>
                    <a:cubicBezTo>
                      <a:pt x="496" y="56"/>
                      <a:pt x="500" y="57"/>
                      <a:pt x="501" y="57"/>
                    </a:cubicBezTo>
                    <a:cubicBezTo>
                      <a:pt x="502" y="57"/>
                      <a:pt x="504" y="56"/>
                      <a:pt x="504" y="55"/>
                    </a:cubicBezTo>
                    <a:cubicBezTo>
                      <a:pt x="504" y="55"/>
                      <a:pt x="499" y="52"/>
                      <a:pt x="499" y="52"/>
                    </a:cubicBezTo>
                    <a:cubicBezTo>
                      <a:pt x="499" y="52"/>
                      <a:pt x="502" y="52"/>
                      <a:pt x="502" y="51"/>
                    </a:cubicBezTo>
                    <a:cubicBezTo>
                      <a:pt x="501" y="50"/>
                      <a:pt x="499" y="50"/>
                      <a:pt x="499" y="50"/>
                    </a:cubicBezTo>
                    <a:cubicBezTo>
                      <a:pt x="499" y="48"/>
                      <a:pt x="504" y="47"/>
                      <a:pt x="499" y="46"/>
                    </a:cubicBezTo>
                    <a:cubicBezTo>
                      <a:pt x="498" y="46"/>
                      <a:pt x="497" y="44"/>
                      <a:pt x="495" y="44"/>
                    </a:cubicBezTo>
                    <a:cubicBezTo>
                      <a:pt x="494" y="44"/>
                      <a:pt x="492" y="43"/>
                      <a:pt x="491" y="44"/>
                    </a:cubicBezTo>
                    <a:cubicBezTo>
                      <a:pt x="490" y="44"/>
                      <a:pt x="490" y="45"/>
                      <a:pt x="489" y="45"/>
                    </a:cubicBezTo>
                    <a:cubicBezTo>
                      <a:pt x="488" y="44"/>
                      <a:pt x="488" y="44"/>
                      <a:pt x="487" y="44"/>
                    </a:cubicBezTo>
                    <a:cubicBezTo>
                      <a:pt x="486" y="44"/>
                      <a:pt x="484" y="44"/>
                      <a:pt x="483" y="43"/>
                    </a:cubicBezTo>
                    <a:cubicBezTo>
                      <a:pt x="482" y="43"/>
                      <a:pt x="481" y="43"/>
                      <a:pt x="480" y="41"/>
                    </a:cubicBezTo>
                    <a:cubicBezTo>
                      <a:pt x="479" y="41"/>
                      <a:pt x="480" y="40"/>
                      <a:pt x="478" y="41"/>
                    </a:cubicBezTo>
                    <a:cubicBezTo>
                      <a:pt x="478" y="41"/>
                      <a:pt x="477" y="42"/>
                      <a:pt x="476" y="42"/>
                    </a:cubicBezTo>
                    <a:cubicBezTo>
                      <a:pt x="475" y="42"/>
                      <a:pt x="475" y="41"/>
                      <a:pt x="474" y="42"/>
                    </a:cubicBezTo>
                    <a:cubicBezTo>
                      <a:pt x="474" y="43"/>
                      <a:pt x="473" y="44"/>
                      <a:pt x="473" y="45"/>
                    </a:cubicBezTo>
                    <a:cubicBezTo>
                      <a:pt x="473" y="46"/>
                      <a:pt x="475" y="46"/>
                      <a:pt x="474" y="47"/>
                    </a:cubicBezTo>
                    <a:cubicBezTo>
                      <a:pt x="473" y="48"/>
                      <a:pt x="474" y="48"/>
                      <a:pt x="473" y="48"/>
                    </a:cubicBezTo>
                    <a:cubicBezTo>
                      <a:pt x="472" y="48"/>
                      <a:pt x="470" y="48"/>
                      <a:pt x="469" y="49"/>
                    </a:cubicBezTo>
                    <a:cubicBezTo>
                      <a:pt x="470" y="48"/>
                      <a:pt x="473" y="50"/>
                      <a:pt x="473" y="50"/>
                    </a:cubicBezTo>
                    <a:cubicBezTo>
                      <a:pt x="472" y="51"/>
                      <a:pt x="469" y="49"/>
                      <a:pt x="467" y="49"/>
                    </a:cubicBezTo>
                    <a:cubicBezTo>
                      <a:pt x="465" y="49"/>
                      <a:pt x="462" y="49"/>
                      <a:pt x="459" y="49"/>
                    </a:cubicBezTo>
                    <a:cubicBezTo>
                      <a:pt x="458" y="49"/>
                      <a:pt x="458" y="48"/>
                      <a:pt x="457" y="48"/>
                    </a:cubicBezTo>
                    <a:cubicBezTo>
                      <a:pt x="456" y="47"/>
                      <a:pt x="453" y="48"/>
                      <a:pt x="452" y="48"/>
                    </a:cubicBezTo>
                    <a:cubicBezTo>
                      <a:pt x="451" y="47"/>
                      <a:pt x="449" y="47"/>
                      <a:pt x="448" y="46"/>
                    </a:cubicBezTo>
                    <a:cubicBezTo>
                      <a:pt x="448" y="45"/>
                      <a:pt x="450" y="45"/>
                      <a:pt x="450" y="44"/>
                    </a:cubicBezTo>
                    <a:cubicBezTo>
                      <a:pt x="451" y="43"/>
                      <a:pt x="442" y="43"/>
                      <a:pt x="441" y="43"/>
                    </a:cubicBezTo>
                    <a:cubicBezTo>
                      <a:pt x="436" y="42"/>
                      <a:pt x="432" y="43"/>
                      <a:pt x="427" y="43"/>
                    </a:cubicBezTo>
                    <a:cubicBezTo>
                      <a:pt x="424" y="43"/>
                      <a:pt x="425" y="43"/>
                      <a:pt x="426" y="45"/>
                    </a:cubicBezTo>
                    <a:cubicBezTo>
                      <a:pt x="426" y="46"/>
                      <a:pt x="424" y="45"/>
                      <a:pt x="424" y="45"/>
                    </a:cubicBezTo>
                    <a:cubicBezTo>
                      <a:pt x="422" y="45"/>
                      <a:pt x="423" y="44"/>
                      <a:pt x="423" y="43"/>
                    </a:cubicBezTo>
                    <a:cubicBezTo>
                      <a:pt x="423" y="41"/>
                      <a:pt x="422" y="38"/>
                      <a:pt x="420" y="40"/>
                    </a:cubicBezTo>
                    <a:cubicBezTo>
                      <a:pt x="420" y="42"/>
                      <a:pt x="416" y="42"/>
                      <a:pt x="414" y="41"/>
                    </a:cubicBezTo>
                    <a:cubicBezTo>
                      <a:pt x="413" y="40"/>
                      <a:pt x="415" y="38"/>
                      <a:pt x="411" y="39"/>
                    </a:cubicBezTo>
                    <a:cubicBezTo>
                      <a:pt x="410" y="39"/>
                      <a:pt x="409" y="39"/>
                      <a:pt x="408" y="39"/>
                    </a:cubicBezTo>
                    <a:cubicBezTo>
                      <a:pt x="407" y="38"/>
                      <a:pt x="406" y="39"/>
                      <a:pt x="404" y="40"/>
                    </a:cubicBezTo>
                    <a:cubicBezTo>
                      <a:pt x="402" y="42"/>
                      <a:pt x="407" y="41"/>
                      <a:pt x="407" y="42"/>
                    </a:cubicBezTo>
                    <a:cubicBezTo>
                      <a:pt x="407" y="44"/>
                      <a:pt x="403" y="43"/>
                      <a:pt x="402" y="44"/>
                    </a:cubicBezTo>
                    <a:cubicBezTo>
                      <a:pt x="401" y="45"/>
                      <a:pt x="399" y="45"/>
                      <a:pt x="397" y="46"/>
                    </a:cubicBezTo>
                    <a:cubicBezTo>
                      <a:pt x="395" y="47"/>
                      <a:pt x="393" y="47"/>
                      <a:pt x="390" y="47"/>
                    </a:cubicBezTo>
                    <a:cubicBezTo>
                      <a:pt x="388" y="47"/>
                      <a:pt x="388" y="47"/>
                      <a:pt x="387" y="49"/>
                    </a:cubicBezTo>
                    <a:cubicBezTo>
                      <a:pt x="386" y="50"/>
                      <a:pt x="382" y="51"/>
                      <a:pt x="381" y="51"/>
                    </a:cubicBezTo>
                    <a:cubicBezTo>
                      <a:pt x="381" y="50"/>
                      <a:pt x="383" y="50"/>
                      <a:pt x="383" y="50"/>
                    </a:cubicBezTo>
                    <a:cubicBezTo>
                      <a:pt x="385" y="49"/>
                      <a:pt x="385" y="47"/>
                      <a:pt x="386" y="46"/>
                    </a:cubicBezTo>
                    <a:cubicBezTo>
                      <a:pt x="387" y="44"/>
                      <a:pt x="388" y="46"/>
                      <a:pt x="389" y="45"/>
                    </a:cubicBezTo>
                    <a:cubicBezTo>
                      <a:pt x="390" y="45"/>
                      <a:pt x="390" y="44"/>
                      <a:pt x="391" y="44"/>
                    </a:cubicBezTo>
                    <a:cubicBezTo>
                      <a:pt x="394" y="42"/>
                      <a:pt x="398" y="41"/>
                      <a:pt x="401" y="39"/>
                    </a:cubicBezTo>
                    <a:cubicBezTo>
                      <a:pt x="403" y="38"/>
                      <a:pt x="405" y="37"/>
                      <a:pt x="407" y="36"/>
                    </a:cubicBezTo>
                    <a:cubicBezTo>
                      <a:pt x="411" y="33"/>
                      <a:pt x="416" y="31"/>
                      <a:pt x="420" y="29"/>
                    </a:cubicBezTo>
                    <a:cubicBezTo>
                      <a:pt x="423" y="28"/>
                      <a:pt x="426" y="26"/>
                      <a:pt x="423" y="23"/>
                    </a:cubicBezTo>
                    <a:cubicBezTo>
                      <a:pt x="422" y="22"/>
                      <a:pt x="422" y="24"/>
                      <a:pt x="421" y="23"/>
                    </a:cubicBezTo>
                    <a:cubicBezTo>
                      <a:pt x="420" y="22"/>
                      <a:pt x="419" y="22"/>
                      <a:pt x="418" y="21"/>
                    </a:cubicBezTo>
                    <a:cubicBezTo>
                      <a:pt x="418" y="20"/>
                      <a:pt x="423" y="22"/>
                      <a:pt x="423" y="22"/>
                    </a:cubicBezTo>
                    <a:cubicBezTo>
                      <a:pt x="424" y="22"/>
                      <a:pt x="427" y="22"/>
                      <a:pt x="425" y="20"/>
                    </a:cubicBezTo>
                    <a:cubicBezTo>
                      <a:pt x="424" y="19"/>
                      <a:pt x="424" y="18"/>
                      <a:pt x="423" y="17"/>
                    </a:cubicBezTo>
                    <a:cubicBezTo>
                      <a:pt x="422" y="15"/>
                      <a:pt x="421" y="19"/>
                      <a:pt x="420" y="19"/>
                    </a:cubicBezTo>
                    <a:cubicBezTo>
                      <a:pt x="420" y="18"/>
                      <a:pt x="420" y="17"/>
                      <a:pt x="420" y="17"/>
                    </a:cubicBezTo>
                    <a:cubicBezTo>
                      <a:pt x="420" y="16"/>
                      <a:pt x="420" y="16"/>
                      <a:pt x="419" y="15"/>
                    </a:cubicBezTo>
                    <a:cubicBezTo>
                      <a:pt x="419" y="14"/>
                      <a:pt x="417" y="13"/>
                      <a:pt x="416" y="13"/>
                    </a:cubicBezTo>
                    <a:cubicBezTo>
                      <a:pt x="414" y="12"/>
                      <a:pt x="413" y="12"/>
                      <a:pt x="411" y="11"/>
                    </a:cubicBezTo>
                    <a:cubicBezTo>
                      <a:pt x="409" y="11"/>
                      <a:pt x="409" y="11"/>
                      <a:pt x="406" y="12"/>
                    </a:cubicBezTo>
                    <a:cubicBezTo>
                      <a:pt x="404" y="12"/>
                      <a:pt x="397" y="9"/>
                      <a:pt x="396" y="12"/>
                    </a:cubicBezTo>
                    <a:cubicBezTo>
                      <a:pt x="395" y="13"/>
                      <a:pt x="389" y="14"/>
                      <a:pt x="388" y="13"/>
                    </a:cubicBezTo>
                    <a:cubicBezTo>
                      <a:pt x="388" y="13"/>
                      <a:pt x="394" y="9"/>
                      <a:pt x="392" y="8"/>
                    </a:cubicBezTo>
                    <a:cubicBezTo>
                      <a:pt x="392" y="8"/>
                      <a:pt x="385" y="9"/>
                      <a:pt x="384" y="8"/>
                    </a:cubicBezTo>
                    <a:cubicBezTo>
                      <a:pt x="384" y="7"/>
                      <a:pt x="386" y="7"/>
                      <a:pt x="386" y="7"/>
                    </a:cubicBezTo>
                    <a:cubicBezTo>
                      <a:pt x="386" y="6"/>
                      <a:pt x="378" y="7"/>
                      <a:pt x="378" y="7"/>
                    </a:cubicBezTo>
                    <a:cubicBezTo>
                      <a:pt x="379" y="5"/>
                      <a:pt x="383" y="6"/>
                      <a:pt x="384" y="5"/>
                    </a:cubicBezTo>
                    <a:cubicBezTo>
                      <a:pt x="385" y="4"/>
                      <a:pt x="387" y="5"/>
                      <a:pt x="386" y="4"/>
                    </a:cubicBezTo>
                    <a:cubicBezTo>
                      <a:pt x="386" y="3"/>
                      <a:pt x="386" y="2"/>
                      <a:pt x="385" y="2"/>
                    </a:cubicBezTo>
                    <a:cubicBezTo>
                      <a:pt x="382" y="2"/>
                      <a:pt x="381" y="1"/>
                      <a:pt x="378" y="1"/>
                    </a:cubicBezTo>
                    <a:cubicBezTo>
                      <a:pt x="376" y="0"/>
                      <a:pt x="374" y="1"/>
                      <a:pt x="372" y="2"/>
                    </a:cubicBezTo>
                    <a:cubicBezTo>
                      <a:pt x="368" y="3"/>
                      <a:pt x="364" y="6"/>
                      <a:pt x="362" y="8"/>
                    </a:cubicBezTo>
                    <a:cubicBezTo>
                      <a:pt x="361" y="9"/>
                      <a:pt x="361" y="9"/>
                      <a:pt x="362" y="10"/>
                    </a:cubicBezTo>
                    <a:cubicBezTo>
                      <a:pt x="363" y="10"/>
                      <a:pt x="362" y="11"/>
                      <a:pt x="362" y="12"/>
                    </a:cubicBezTo>
                    <a:cubicBezTo>
                      <a:pt x="362" y="14"/>
                      <a:pt x="366" y="13"/>
                      <a:pt x="366" y="14"/>
                    </a:cubicBezTo>
                    <a:cubicBezTo>
                      <a:pt x="366" y="13"/>
                      <a:pt x="361" y="14"/>
                      <a:pt x="360" y="14"/>
                    </a:cubicBezTo>
                    <a:cubicBezTo>
                      <a:pt x="359" y="14"/>
                      <a:pt x="353" y="13"/>
                      <a:pt x="352" y="14"/>
                    </a:cubicBezTo>
                    <a:cubicBezTo>
                      <a:pt x="352" y="13"/>
                      <a:pt x="355" y="17"/>
                      <a:pt x="355" y="17"/>
                    </a:cubicBezTo>
                    <a:cubicBezTo>
                      <a:pt x="356" y="18"/>
                      <a:pt x="351" y="16"/>
                      <a:pt x="350" y="16"/>
                    </a:cubicBezTo>
                    <a:cubicBezTo>
                      <a:pt x="349" y="16"/>
                      <a:pt x="347" y="17"/>
                      <a:pt x="345" y="18"/>
                    </a:cubicBezTo>
                    <a:cubicBezTo>
                      <a:pt x="345" y="18"/>
                      <a:pt x="345" y="18"/>
                      <a:pt x="344" y="18"/>
                    </a:cubicBezTo>
                    <a:cubicBezTo>
                      <a:pt x="342" y="18"/>
                      <a:pt x="344" y="18"/>
                      <a:pt x="343" y="17"/>
                    </a:cubicBezTo>
                    <a:cubicBezTo>
                      <a:pt x="343" y="18"/>
                      <a:pt x="338" y="20"/>
                      <a:pt x="338" y="20"/>
                    </a:cubicBezTo>
                    <a:cubicBezTo>
                      <a:pt x="338" y="19"/>
                      <a:pt x="340" y="18"/>
                      <a:pt x="340" y="18"/>
                    </a:cubicBezTo>
                    <a:cubicBezTo>
                      <a:pt x="340" y="17"/>
                      <a:pt x="335" y="18"/>
                      <a:pt x="334" y="17"/>
                    </a:cubicBezTo>
                    <a:cubicBezTo>
                      <a:pt x="334" y="17"/>
                      <a:pt x="336" y="16"/>
                      <a:pt x="336" y="16"/>
                    </a:cubicBezTo>
                    <a:cubicBezTo>
                      <a:pt x="335" y="17"/>
                      <a:pt x="330" y="18"/>
                      <a:pt x="328" y="18"/>
                    </a:cubicBezTo>
                    <a:cubicBezTo>
                      <a:pt x="323" y="19"/>
                      <a:pt x="329" y="19"/>
                      <a:pt x="330" y="20"/>
                    </a:cubicBezTo>
                    <a:cubicBezTo>
                      <a:pt x="329" y="19"/>
                      <a:pt x="324" y="21"/>
                      <a:pt x="323" y="21"/>
                    </a:cubicBezTo>
                    <a:cubicBezTo>
                      <a:pt x="322" y="21"/>
                      <a:pt x="321" y="21"/>
                      <a:pt x="320" y="22"/>
                    </a:cubicBezTo>
                    <a:cubicBezTo>
                      <a:pt x="319" y="23"/>
                      <a:pt x="317" y="22"/>
                      <a:pt x="315" y="22"/>
                    </a:cubicBezTo>
                    <a:cubicBezTo>
                      <a:pt x="314" y="22"/>
                      <a:pt x="313" y="24"/>
                      <a:pt x="311" y="24"/>
                    </a:cubicBezTo>
                    <a:cubicBezTo>
                      <a:pt x="309" y="25"/>
                      <a:pt x="308" y="24"/>
                      <a:pt x="307" y="25"/>
                    </a:cubicBezTo>
                    <a:cubicBezTo>
                      <a:pt x="306" y="26"/>
                      <a:pt x="305" y="27"/>
                      <a:pt x="304" y="27"/>
                    </a:cubicBezTo>
                    <a:cubicBezTo>
                      <a:pt x="302" y="27"/>
                      <a:pt x="300" y="27"/>
                      <a:pt x="299" y="27"/>
                    </a:cubicBezTo>
                    <a:cubicBezTo>
                      <a:pt x="299" y="27"/>
                      <a:pt x="302" y="29"/>
                      <a:pt x="302" y="29"/>
                    </a:cubicBezTo>
                    <a:cubicBezTo>
                      <a:pt x="301" y="30"/>
                      <a:pt x="295" y="30"/>
                      <a:pt x="295" y="30"/>
                    </a:cubicBezTo>
                    <a:cubicBezTo>
                      <a:pt x="295" y="30"/>
                      <a:pt x="299" y="30"/>
                      <a:pt x="299" y="30"/>
                    </a:cubicBezTo>
                    <a:cubicBezTo>
                      <a:pt x="299" y="30"/>
                      <a:pt x="297" y="30"/>
                      <a:pt x="296" y="30"/>
                    </a:cubicBezTo>
                    <a:cubicBezTo>
                      <a:pt x="297" y="30"/>
                      <a:pt x="299" y="31"/>
                      <a:pt x="299" y="31"/>
                    </a:cubicBezTo>
                    <a:cubicBezTo>
                      <a:pt x="298" y="31"/>
                      <a:pt x="298" y="31"/>
                      <a:pt x="297" y="31"/>
                    </a:cubicBezTo>
                    <a:cubicBezTo>
                      <a:pt x="298" y="31"/>
                      <a:pt x="297" y="32"/>
                      <a:pt x="297" y="32"/>
                    </a:cubicBezTo>
                    <a:cubicBezTo>
                      <a:pt x="297" y="33"/>
                      <a:pt x="294" y="32"/>
                      <a:pt x="294" y="32"/>
                    </a:cubicBezTo>
                    <a:cubicBezTo>
                      <a:pt x="294" y="33"/>
                      <a:pt x="296" y="33"/>
                      <a:pt x="296" y="34"/>
                    </a:cubicBezTo>
                    <a:cubicBezTo>
                      <a:pt x="297" y="34"/>
                      <a:pt x="295" y="34"/>
                      <a:pt x="295" y="34"/>
                    </a:cubicBezTo>
                    <a:cubicBezTo>
                      <a:pt x="295" y="36"/>
                      <a:pt x="299" y="34"/>
                      <a:pt x="298" y="36"/>
                    </a:cubicBezTo>
                    <a:cubicBezTo>
                      <a:pt x="296" y="38"/>
                      <a:pt x="301" y="39"/>
                      <a:pt x="298" y="40"/>
                    </a:cubicBezTo>
                    <a:cubicBezTo>
                      <a:pt x="296" y="40"/>
                      <a:pt x="294" y="40"/>
                      <a:pt x="292" y="40"/>
                    </a:cubicBezTo>
                    <a:cubicBezTo>
                      <a:pt x="291" y="41"/>
                      <a:pt x="291" y="42"/>
                      <a:pt x="289" y="41"/>
                    </a:cubicBezTo>
                    <a:cubicBezTo>
                      <a:pt x="288" y="41"/>
                      <a:pt x="287" y="41"/>
                      <a:pt x="286" y="41"/>
                    </a:cubicBezTo>
                    <a:cubicBezTo>
                      <a:pt x="282" y="42"/>
                      <a:pt x="278" y="42"/>
                      <a:pt x="274" y="42"/>
                    </a:cubicBezTo>
                    <a:cubicBezTo>
                      <a:pt x="272" y="42"/>
                      <a:pt x="270" y="42"/>
                      <a:pt x="269" y="43"/>
                    </a:cubicBezTo>
                    <a:cubicBezTo>
                      <a:pt x="268" y="44"/>
                      <a:pt x="267" y="45"/>
                      <a:pt x="267" y="46"/>
                    </a:cubicBezTo>
                    <a:cubicBezTo>
                      <a:pt x="267" y="47"/>
                      <a:pt x="269" y="48"/>
                      <a:pt x="269" y="49"/>
                    </a:cubicBezTo>
                    <a:cubicBezTo>
                      <a:pt x="268" y="51"/>
                      <a:pt x="268" y="52"/>
                      <a:pt x="269" y="53"/>
                    </a:cubicBezTo>
                    <a:cubicBezTo>
                      <a:pt x="271" y="55"/>
                      <a:pt x="274" y="54"/>
                      <a:pt x="276" y="56"/>
                    </a:cubicBezTo>
                    <a:cubicBezTo>
                      <a:pt x="276" y="56"/>
                      <a:pt x="278" y="60"/>
                      <a:pt x="278" y="60"/>
                    </a:cubicBezTo>
                    <a:cubicBezTo>
                      <a:pt x="274" y="60"/>
                      <a:pt x="273" y="60"/>
                      <a:pt x="270" y="58"/>
                    </a:cubicBezTo>
                    <a:cubicBezTo>
                      <a:pt x="267" y="56"/>
                      <a:pt x="262" y="54"/>
                      <a:pt x="258" y="54"/>
                    </a:cubicBezTo>
                    <a:cubicBezTo>
                      <a:pt x="256" y="54"/>
                      <a:pt x="257" y="53"/>
                      <a:pt x="255" y="52"/>
                    </a:cubicBezTo>
                    <a:cubicBezTo>
                      <a:pt x="254" y="52"/>
                      <a:pt x="250" y="52"/>
                      <a:pt x="250" y="54"/>
                    </a:cubicBezTo>
                    <a:cubicBezTo>
                      <a:pt x="250" y="55"/>
                      <a:pt x="254" y="55"/>
                      <a:pt x="254" y="55"/>
                    </a:cubicBezTo>
                    <a:cubicBezTo>
                      <a:pt x="254" y="55"/>
                      <a:pt x="251" y="56"/>
                      <a:pt x="252" y="56"/>
                    </a:cubicBezTo>
                    <a:cubicBezTo>
                      <a:pt x="254" y="57"/>
                      <a:pt x="255" y="56"/>
                      <a:pt x="256" y="58"/>
                    </a:cubicBezTo>
                    <a:cubicBezTo>
                      <a:pt x="256" y="60"/>
                      <a:pt x="253" y="59"/>
                      <a:pt x="252" y="59"/>
                    </a:cubicBezTo>
                    <a:cubicBezTo>
                      <a:pt x="250" y="58"/>
                      <a:pt x="249" y="57"/>
                      <a:pt x="247" y="58"/>
                    </a:cubicBezTo>
                    <a:cubicBezTo>
                      <a:pt x="245" y="58"/>
                      <a:pt x="246" y="61"/>
                      <a:pt x="247" y="62"/>
                    </a:cubicBezTo>
                    <a:cubicBezTo>
                      <a:pt x="248" y="63"/>
                      <a:pt x="250" y="63"/>
                      <a:pt x="251" y="63"/>
                    </a:cubicBezTo>
                    <a:cubicBezTo>
                      <a:pt x="253" y="64"/>
                      <a:pt x="255" y="64"/>
                      <a:pt x="256" y="65"/>
                    </a:cubicBezTo>
                    <a:cubicBezTo>
                      <a:pt x="257" y="66"/>
                      <a:pt x="257" y="67"/>
                      <a:pt x="257" y="67"/>
                    </a:cubicBezTo>
                    <a:cubicBezTo>
                      <a:pt x="258" y="67"/>
                      <a:pt x="259" y="67"/>
                      <a:pt x="260" y="67"/>
                    </a:cubicBezTo>
                    <a:cubicBezTo>
                      <a:pt x="260" y="67"/>
                      <a:pt x="257" y="68"/>
                      <a:pt x="257" y="68"/>
                    </a:cubicBezTo>
                    <a:cubicBezTo>
                      <a:pt x="255" y="68"/>
                      <a:pt x="255" y="67"/>
                      <a:pt x="254" y="66"/>
                    </a:cubicBezTo>
                    <a:cubicBezTo>
                      <a:pt x="252" y="65"/>
                      <a:pt x="249" y="65"/>
                      <a:pt x="246" y="65"/>
                    </a:cubicBezTo>
                    <a:cubicBezTo>
                      <a:pt x="245" y="65"/>
                      <a:pt x="240" y="64"/>
                      <a:pt x="242" y="62"/>
                    </a:cubicBezTo>
                    <a:cubicBezTo>
                      <a:pt x="243" y="62"/>
                      <a:pt x="242" y="61"/>
                      <a:pt x="242" y="60"/>
                    </a:cubicBezTo>
                    <a:cubicBezTo>
                      <a:pt x="241" y="59"/>
                      <a:pt x="242" y="58"/>
                      <a:pt x="242" y="57"/>
                    </a:cubicBezTo>
                    <a:cubicBezTo>
                      <a:pt x="243" y="55"/>
                      <a:pt x="244" y="51"/>
                      <a:pt x="242" y="50"/>
                    </a:cubicBezTo>
                    <a:cubicBezTo>
                      <a:pt x="238" y="49"/>
                      <a:pt x="241" y="54"/>
                      <a:pt x="240" y="56"/>
                    </a:cubicBezTo>
                    <a:cubicBezTo>
                      <a:pt x="238" y="58"/>
                      <a:pt x="235" y="59"/>
                      <a:pt x="233" y="61"/>
                    </a:cubicBezTo>
                    <a:cubicBezTo>
                      <a:pt x="230" y="64"/>
                      <a:pt x="231" y="63"/>
                      <a:pt x="233" y="65"/>
                    </a:cubicBezTo>
                    <a:cubicBezTo>
                      <a:pt x="234" y="66"/>
                      <a:pt x="237" y="69"/>
                      <a:pt x="237" y="71"/>
                    </a:cubicBezTo>
                    <a:cubicBezTo>
                      <a:pt x="237" y="71"/>
                      <a:pt x="236" y="73"/>
                      <a:pt x="235" y="73"/>
                    </a:cubicBezTo>
                    <a:cubicBezTo>
                      <a:pt x="234" y="75"/>
                      <a:pt x="233" y="77"/>
                      <a:pt x="233" y="79"/>
                    </a:cubicBezTo>
                    <a:cubicBezTo>
                      <a:pt x="233" y="79"/>
                      <a:pt x="234" y="84"/>
                      <a:pt x="235" y="84"/>
                    </a:cubicBezTo>
                    <a:cubicBezTo>
                      <a:pt x="237" y="84"/>
                      <a:pt x="239" y="84"/>
                      <a:pt x="241" y="83"/>
                    </a:cubicBezTo>
                    <a:cubicBezTo>
                      <a:pt x="243" y="82"/>
                      <a:pt x="246" y="83"/>
                      <a:pt x="248" y="84"/>
                    </a:cubicBezTo>
                    <a:cubicBezTo>
                      <a:pt x="251" y="84"/>
                      <a:pt x="253" y="86"/>
                      <a:pt x="254" y="89"/>
                    </a:cubicBezTo>
                    <a:cubicBezTo>
                      <a:pt x="255" y="91"/>
                      <a:pt x="251" y="94"/>
                      <a:pt x="253" y="95"/>
                    </a:cubicBezTo>
                    <a:cubicBezTo>
                      <a:pt x="253" y="95"/>
                      <a:pt x="259" y="97"/>
                      <a:pt x="259" y="97"/>
                    </a:cubicBezTo>
                    <a:cubicBezTo>
                      <a:pt x="259" y="98"/>
                      <a:pt x="252" y="96"/>
                      <a:pt x="251" y="96"/>
                    </a:cubicBezTo>
                    <a:cubicBezTo>
                      <a:pt x="251" y="96"/>
                      <a:pt x="250" y="93"/>
                      <a:pt x="250" y="93"/>
                    </a:cubicBezTo>
                    <a:cubicBezTo>
                      <a:pt x="251" y="91"/>
                      <a:pt x="252" y="90"/>
                      <a:pt x="250" y="89"/>
                    </a:cubicBezTo>
                    <a:cubicBezTo>
                      <a:pt x="248" y="88"/>
                      <a:pt x="249" y="86"/>
                      <a:pt x="247" y="85"/>
                    </a:cubicBezTo>
                    <a:cubicBezTo>
                      <a:pt x="245" y="85"/>
                      <a:pt x="243" y="86"/>
                      <a:pt x="241" y="86"/>
                    </a:cubicBezTo>
                    <a:cubicBezTo>
                      <a:pt x="241" y="86"/>
                      <a:pt x="237" y="87"/>
                      <a:pt x="237" y="88"/>
                    </a:cubicBezTo>
                    <a:cubicBezTo>
                      <a:pt x="238" y="88"/>
                      <a:pt x="239" y="88"/>
                      <a:pt x="238" y="88"/>
                    </a:cubicBezTo>
                    <a:cubicBezTo>
                      <a:pt x="238" y="89"/>
                      <a:pt x="236" y="90"/>
                      <a:pt x="237" y="91"/>
                    </a:cubicBezTo>
                    <a:cubicBezTo>
                      <a:pt x="241" y="93"/>
                      <a:pt x="238" y="96"/>
                      <a:pt x="236" y="98"/>
                    </a:cubicBezTo>
                    <a:cubicBezTo>
                      <a:pt x="235" y="99"/>
                      <a:pt x="234" y="101"/>
                      <a:pt x="234" y="102"/>
                    </a:cubicBezTo>
                    <a:cubicBezTo>
                      <a:pt x="233" y="103"/>
                      <a:pt x="231" y="104"/>
                      <a:pt x="229" y="104"/>
                    </a:cubicBezTo>
                    <a:cubicBezTo>
                      <a:pt x="228" y="105"/>
                      <a:pt x="227" y="105"/>
                      <a:pt x="227" y="107"/>
                    </a:cubicBezTo>
                    <a:cubicBezTo>
                      <a:pt x="226" y="109"/>
                      <a:pt x="224" y="108"/>
                      <a:pt x="223" y="108"/>
                    </a:cubicBezTo>
                    <a:cubicBezTo>
                      <a:pt x="220" y="107"/>
                      <a:pt x="218" y="108"/>
                      <a:pt x="216" y="107"/>
                    </a:cubicBezTo>
                    <a:cubicBezTo>
                      <a:pt x="215" y="107"/>
                      <a:pt x="214" y="106"/>
                      <a:pt x="213" y="106"/>
                    </a:cubicBezTo>
                    <a:cubicBezTo>
                      <a:pt x="211" y="106"/>
                      <a:pt x="211" y="105"/>
                      <a:pt x="210" y="104"/>
                    </a:cubicBezTo>
                    <a:cubicBezTo>
                      <a:pt x="210" y="104"/>
                      <a:pt x="212" y="103"/>
                      <a:pt x="212" y="104"/>
                    </a:cubicBezTo>
                    <a:cubicBezTo>
                      <a:pt x="213" y="106"/>
                      <a:pt x="215" y="106"/>
                      <a:pt x="215" y="105"/>
                    </a:cubicBezTo>
                    <a:cubicBezTo>
                      <a:pt x="216" y="104"/>
                      <a:pt x="221" y="107"/>
                      <a:pt x="223" y="105"/>
                    </a:cubicBezTo>
                    <a:cubicBezTo>
                      <a:pt x="223" y="104"/>
                      <a:pt x="221" y="103"/>
                      <a:pt x="223" y="103"/>
                    </a:cubicBezTo>
                    <a:cubicBezTo>
                      <a:pt x="224" y="102"/>
                      <a:pt x="226" y="101"/>
                      <a:pt x="227" y="100"/>
                    </a:cubicBezTo>
                    <a:cubicBezTo>
                      <a:pt x="228" y="98"/>
                      <a:pt x="227" y="98"/>
                      <a:pt x="230" y="97"/>
                    </a:cubicBezTo>
                    <a:cubicBezTo>
                      <a:pt x="233" y="95"/>
                      <a:pt x="229" y="93"/>
                      <a:pt x="231" y="91"/>
                    </a:cubicBezTo>
                    <a:cubicBezTo>
                      <a:pt x="233" y="90"/>
                      <a:pt x="233" y="89"/>
                      <a:pt x="231" y="88"/>
                    </a:cubicBezTo>
                    <a:cubicBezTo>
                      <a:pt x="230" y="88"/>
                      <a:pt x="229" y="87"/>
                      <a:pt x="228" y="86"/>
                    </a:cubicBezTo>
                    <a:cubicBezTo>
                      <a:pt x="227" y="84"/>
                      <a:pt x="228" y="81"/>
                      <a:pt x="228" y="79"/>
                    </a:cubicBezTo>
                    <a:cubicBezTo>
                      <a:pt x="228" y="77"/>
                      <a:pt x="227" y="75"/>
                      <a:pt x="228" y="73"/>
                    </a:cubicBezTo>
                    <a:cubicBezTo>
                      <a:pt x="228" y="71"/>
                      <a:pt x="230" y="71"/>
                      <a:pt x="230" y="69"/>
                    </a:cubicBezTo>
                    <a:cubicBezTo>
                      <a:pt x="229" y="67"/>
                      <a:pt x="227" y="66"/>
                      <a:pt x="226" y="65"/>
                    </a:cubicBezTo>
                    <a:cubicBezTo>
                      <a:pt x="225" y="64"/>
                      <a:pt x="224" y="63"/>
                      <a:pt x="225" y="62"/>
                    </a:cubicBezTo>
                    <a:cubicBezTo>
                      <a:pt x="227" y="61"/>
                      <a:pt x="227" y="59"/>
                      <a:pt x="228" y="57"/>
                    </a:cubicBezTo>
                    <a:cubicBezTo>
                      <a:pt x="229" y="56"/>
                      <a:pt x="230" y="53"/>
                      <a:pt x="229" y="52"/>
                    </a:cubicBezTo>
                    <a:cubicBezTo>
                      <a:pt x="229" y="51"/>
                      <a:pt x="225" y="50"/>
                      <a:pt x="223" y="49"/>
                    </a:cubicBezTo>
                    <a:cubicBezTo>
                      <a:pt x="221" y="49"/>
                      <a:pt x="219" y="49"/>
                      <a:pt x="217" y="49"/>
                    </a:cubicBezTo>
                    <a:cubicBezTo>
                      <a:pt x="216" y="49"/>
                      <a:pt x="213" y="48"/>
                      <a:pt x="212" y="49"/>
                    </a:cubicBezTo>
                    <a:cubicBezTo>
                      <a:pt x="209" y="51"/>
                      <a:pt x="209" y="58"/>
                      <a:pt x="206" y="60"/>
                    </a:cubicBezTo>
                    <a:cubicBezTo>
                      <a:pt x="204" y="63"/>
                      <a:pt x="198" y="64"/>
                      <a:pt x="198" y="68"/>
                    </a:cubicBezTo>
                    <a:cubicBezTo>
                      <a:pt x="198" y="69"/>
                      <a:pt x="201" y="68"/>
                      <a:pt x="201" y="68"/>
                    </a:cubicBezTo>
                    <a:cubicBezTo>
                      <a:pt x="202" y="69"/>
                      <a:pt x="201" y="73"/>
                      <a:pt x="201" y="73"/>
                    </a:cubicBezTo>
                    <a:cubicBezTo>
                      <a:pt x="200" y="75"/>
                      <a:pt x="202" y="76"/>
                      <a:pt x="199" y="76"/>
                    </a:cubicBezTo>
                    <a:cubicBezTo>
                      <a:pt x="199" y="77"/>
                      <a:pt x="198" y="77"/>
                      <a:pt x="198" y="78"/>
                    </a:cubicBezTo>
                    <a:cubicBezTo>
                      <a:pt x="199" y="79"/>
                      <a:pt x="200" y="79"/>
                      <a:pt x="201" y="79"/>
                    </a:cubicBezTo>
                    <a:cubicBezTo>
                      <a:pt x="202" y="79"/>
                      <a:pt x="206" y="79"/>
                      <a:pt x="206" y="80"/>
                    </a:cubicBezTo>
                    <a:cubicBezTo>
                      <a:pt x="206" y="82"/>
                      <a:pt x="206" y="84"/>
                      <a:pt x="208" y="85"/>
                    </a:cubicBezTo>
                    <a:cubicBezTo>
                      <a:pt x="210" y="86"/>
                      <a:pt x="212" y="85"/>
                      <a:pt x="210" y="87"/>
                    </a:cubicBezTo>
                    <a:cubicBezTo>
                      <a:pt x="209" y="88"/>
                      <a:pt x="209" y="90"/>
                      <a:pt x="208" y="91"/>
                    </a:cubicBezTo>
                    <a:cubicBezTo>
                      <a:pt x="207" y="93"/>
                      <a:pt x="202" y="88"/>
                      <a:pt x="201" y="87"/>
                    </a:cubicBezTo>
                    <a:cubicBezTo>
                      <a:pt x="198" y="85"/>
                      <a:pt x="194" y="84"/>
                      <a:pt x="191" y="83"/>
                    </a:cubicBezTo>
                    <a:cubicBezTo>
                      <a:pt x="189" y="82"/>
                      <a:pt x="188" y="81"/>
                      <a:pt x="186" y="80"/>
                    </a:cubicBezTo>
                    <a:cubicBezTo>
                      <a:pt x="185" y="80"/>
                      <a:pt x="183" y="79"/>
                      <a:pt x="182" y="79"/>
                    </a:cubicBezTo>
                    <a:cubicBezTo>
                      <a:pt x="179" y="79"/>
                      <a:pt x="176" y="78"/>
                      <a:pt x="173" y="78"/>
                    </a:cubicBezTo>
                    <a:cubicBezTo>
                      <a:pt x="169" y="78"/>
                      <a:pt x="165" y="78"/>
                      <a:pt x="168" y="83"/>
                    </a:cubicBezTo>
                    <a:cubicBezTo>
                      <a:pt x="170" y="84"/>
                      <a:pt x="169" y="86"/>
                      <a:pt x="167" y="87"/>
                    </a:cubicBezTo>
                    <a:cubicBezTo>
                      <a:pt x="166" y="88"/>
                      <a:pt x="163" y="86"/>
                      <a:pt x="164" y="89"/>
                    </a:cubicBezTo>
                    <a:cubicBezTo>
                      <a:pt x="165" y="90"/>
                      <a:pt x="157" y="90"/>
                      <a:pt x="161" y="87"/>
                    </a:cubicBezTo>
                    <a:cubicBezTo>
                      <a:pt x="162" y="86"/>
                      <a:pt x="159" y="84"/>
                      <a:pt x="158" y="85"/>
                    </a:cubicBezTo>
                    <a:cubicBezTo>
                      <a:pt x="156" y="85"/>
                      <a:pt x="154" y="86"/>
                      <a:pt x="153" y="87"/>
                    </a:cubicBezTo>
                    <a:cubicBezTo>
                      <a:pt x="150" y="89"/>
                      <a:pt x="147" y="87"/>
                      <a:pt x="144" y="88"/>
                    </a:cubicBezTo>
                    <a:cubicBezTo>
                      <a:pt x="141" y="89"/>
                      <a:pt x="139" y="91"/>
                      <a:pt x="137" y="91"/>
                    </a:cubicBezTo>
                    <a:cubicBezTo>
                      <a:pt x="136" y="91"/>
                      <a:pt x="130" y="91"/>
                      <a:pt x="131" y="90"/>
                    </a:cubicBezTo>
                    <a:cubicBezTo>
                      <a:pt x="133" y="90"/>
                      <a:pt x="133" y="90"/>
                      <a:pt x="133" y="89"/>
                    </a:cubicBezTo>
                    <a:cubicBezTo>
                      <a:pt x="133" y="86"/>
                      <a:pt x="135" y="87"/>
                      <a:pt x="135" y="85"/>
                    </a:cubicBezTo>
                    <a:cubicBezTo>
                      <a:pt x="136" y="84"/>
                      <a:pt x="129" y="86"/>
                      <a:pt x="129" y="86"/>
                    </a:cubicBezTo>
                    <a:cubicBezTo>
                      <a:pt x="128" y="86"/>
                      <a:pt x="127" y="86"/>
                      <a:pt x="127" y="87"/>
                    </a:cubicBezTo>
                    <a:cubicBezTo>
                      <a:pt x="127" y="88"/>
                      <a:pt x="127" y="89"/>
                      <a:pt x="127" y="90"/>
                    </a:cubicBezTo>
                    <a:cubicBezTo>
                      <a:pt x="126" y="90"/>
                      <a:pt x="124" y="89"/>
                      <a:pt x="123" y="89"/>
                    </a:cubicBezTo>
                    <a:cubicBezTo>
                      <a:pt x="121" y="89"/>
                      <a:pt x="118" y="90"/>
                      <a:pt x="116" y="91"/>
                    </a:cubicBezTo>
                    <a:cubicBezTo>
                      <a:pt x="113" y="92"/>
                      <a:pt x="110" y="94"/>
                      <a:pt x="107" y="95"/>
                    </a:cubicBezTo>
                    <a:cubicBezTo>
                      <a:pt x="105" y="95"/>
                      <a:pt x="104" y="96"/>
                      <a:pt x="103" y="98"/>
                    </a:cubicBezTo>
                    <a:cubicBezTo>
                      <a:pt x="103" y="99"/>
                      <a:pt x="103" y="102"/>
                      <a:pt x="101" y="102"/>
                    </a:cubicBezTo>
                    <a:cubicBezTo>
                      <a:pt x="99" y="102"/>
                      <a:pt x="97" y="103"/>
                      <a:pt x="95" y="103"/>
                    </a:cubicBezTo>
                    <a:cubicBezTo>
                      <a:pt x="94" y="103"/>
                      <a:pt x="93" y="101"/>
                      <a:pt x="92" y="100"/>
                    </a:cubicBezTo>
                    <a:cubicBezTo>
                      <a:pt x="90" y="98"/>
                      <a:pt x="87" y="99"/>
                      <a:pt x="89" y="96"/>
                    </a:cubicBezTo>
                    <a:cubicBezTo>
                      <a:pt x="90" y="94"/>
                      <a:pt x="93" y="95"/>
                      <a:pt x="94" y="94"/>
                    </a:cubicBezTo>
                    <a:cubicBezTo>
                      <a:pt x="96" y="94"/>
                      <a:pt x="98" y="95"/>
                      <a:pt x="97" y="93"/>
                    </a:cubicBezTo>
                    <a:cubicBezTo>
                      <a:pt x="96" y="92"/>
                      <a:pt x="95" y="90"/>
                      <a:pt x="94" y="89"/>
                    </a:cubicBezTo>
                    <a:cubicBezTo>
                      <a:pt x="92" y="87"/>
                      <a:pt x="89" y="88"/>
                      <a:pt x="87" y="88"/>
                    </a:cubicBezTo>
                    <a:cubicBezTo>
                      <a:pt x="86" y="88"/>
                      <a:pt x="80" y="87"/>
                      <a:pt x="80" y="87"/>
                    </a:cubicBezTo>
                    <a:cubicBezTo>
                      <a:pt x="80" y="87"/>
                      <a:pt x="83" y="88"/>
                      <a:pt x="83" y="88"/>
                    </a:cubicBezTo>
                    <a:cubicBezTo>
                      <a:pt x="84" y="89"/>
                      <a:pt x="84" y="90"/>
                      <a:pt x="84" y="91"/>
                    </a:cubicBezTo>
                    <a:cubicBezTo>
                      <a:pt x="84" y="92"/>
                      <a:pt x="84" y="94"/>
                      <a:pt x="84" y="95"/>
                    </a:cubicBezTo>
                    <a:cubicBezTo>
                      <a:pt x="83" y="96"/>
                      <a:pt x="82" y="97"/>
                      <a:pt x="82" y="98"/>
                    </a:cubicBezTo>
                    <a:cubicBezTo>
                      <a:pt x="83" y="100"/>
                      <a:pt x="87" y="100"/>
                      <a:pt x="86" y="103"/>
                    </a:cubicBezTo>
                    <a:cubicBezTo>
                      <a:pt x="85" y="104"/>
                      <a:pt x="84" y="106"/>
                      <a:pt x="84" y="107"/>
                    </a:cubicBezTo>
                    <a:cubicBezTo>
                      <a:pt x="84" y="107"/>
                      <a:pt x="84" y="111"/>
                      <a:pt x="84" y="111"/>
                    </a:cubicBezTo>
                    <a:cubicBezTo>
                      <a:pt x="84" y="111"/>
                      <a:pt x="83" y="108"/>
                      <a:pt x="83" y="108"/>
                    </a:cubicBezTo>
                    <a:cubicBezTo>
                      <a:pt x="82" y="108"/>
                      <a:pt x="81" y="110"/>
                      <a:pt x="80" y="109"/>
                    </a:cubicBezTo>
                    <a:cubicBezTo>
                      <a:pt x="80" y="109"/>
                      <a:pt x="82" y="108"/>
                      <a:pt x="82" y="107"/>
                    </a:cubicBezTo>
                    <a:cubicBezTo>
                      <a:pt x="81" y="106"/>
                      <a:pt x="79" y="106"/>
                      <a:pt x="78" y="106"/>
                    </a:cubicBezTo>
                    <a:cubicBezTo>
                      <a:pt x="77" y="106"/>
                      <a:pt x="76" y="105"/>
                      <a:pt x="75" y="106"/>
                    </a:cubicBezTo>
                    <a:cubicBezTo>
                      <a:pt x="73" y="106"/>
                      <a:pt x="72" y="108"/>
                      <a:pt x="70" y="108"/>
                    </a:cubicBezTo>
                    <a:cubicBezTo>
                      <a:pt x="68" y="110"/>
                      <a:pt x="67" y="110"/>
                      <a:pt x="65" y="112"/>
                    </a:cubicBezTo>
                    <a:cubicBezTo>
                      <a:pt x="63" y="114"/>
                      <a:pt x="61" y="114"/>
                      <a:pt x="64" y="116"/>
                    </a:cubicBezTo>
                    <a:cubicBezTo>
                      <a:pt x="65" y="117"/>
                      <a:pt x="67" y="120"/>
                      <a:pt x="66" y="121"/>
                    </a:cubicBezTo>
                    <a:cubicBezTo>
                      <a:pt x="65" y="122"/>
                      <a:pt x="59" y="120"/>
                      <a:pt x="58" y="120"/>
                    </a:cubicBezTo>
                    <a:cubicBezTo>
                      <a:pt x="57" y="119"/>
                      <a:pt x="54" y="120"/>
                      <a:pt x="53" y="120"/>
                    </a:cubicBezTo>
                    <a:cubicBezTo>
                      <a:pt x="54" y="119"/>
                      <a:pt x="49" y="115"/>
                      <a:pt x="48" y="117"/>
                    </a:cubicBezTo>
                    <a:cubicBezTo>
                      <a:pt x="43" y="121"/>
                      <a:pt x="54" y="122"/>
                      <a:pt x="54" y="124"/>
                    </a:cubicBezTo>
                    <a:cubicBezTo>
                      <a:pt x="53" y="128"/>
                      <a:pt x="50" y="126"/>
                      <a:pt x="47" y="126"/>
                    </a:cubicBezTo>
                    <a:cubicBezTo>
                      <a:pt x="44" y="125"/>
                      <a:pt x="43" y="123"/>
                      <a:pt x="40" y="122"/>
                    </a:cubicBezTo>
                    <a:cubicBezTo>
                      <a:pt x="38" y="121"/>
                      <a:pt x="38" y="120"/>
                      <a:pt x="37" y="118"/>
                    </a:cubicBezTo>
                    <a:cubicBezTo>
                      <a:pt x="37" y="116"/>
                      <a:pt x="36" y="116"/>
                      <a:pt x="35" y="115"/>
                    </a:cubicBezTo>
                    <a:cubicBezTo>
                      <a:pt x="35" y="114"/>
                      <a:pt x="38" y="112"/>
                      <a:pt x="38" y="112"/>
                    </a:cubicBezTo>
                    <a:cubicBezTo>
                      <a:pt x="39" y="109"/>
                      <a:pt x="34" y="107"/>
                      <a:pt x="32" y="107"/>
                    </a:cubicBezTo>
                    <a:cubicBezTo>
                      <a:pt x="30" y="106"/>
                      <a:pt x="30" y="104"/>
                      <a:pt x="28" y="104"/>
                    </a:cubicBezTo>
                    <a:cubicBezTo>
                      <a:pt x="29" y="103"/>
                      <a:pt x="24" y="99"/>
                      <a:pt x="24" y="99"/>
                    </a:cubicBezTo>
                    <a:cubicBezTo>
                      <a:pt x="26" y="98"/>
                      <a:pt x="28" y="101"/>
                      <a:pt x="29" y="102"/>
                    </a:cubicBezTo>
                    <a:cubicBezTo>
                      <a:pt x="30" y="103"/>
                      <a:pt x="31" y="103"/>
                      <a:pt x="31" y="102"/>
                    </a:cubicBezTo>
                    <a:cubicBezTo>
                      <a:pt x="32" y="102"/>
                      <a:pt x="33" y="103"/>
                      <a:pt x="33" y="103"/>
                    </a:cubicBezTo>
                    <a:cubicBezTo>
                      <a:pt x="36" y="104"/>
                      <a:pt x="38" y="105"/>
                      <a:pt x="41" y="105"/>
                    </a:cubicBezTo>
                    <a:cubicBezTo>
                      <a:pt x="43" y="106"/>
                      <a:pt x="46" y="106"/>
                      <a:pt x="49" y="107"/>
                    </a:cubicBezTo>
                    <a:cubicBezTo>
                      <a:pt x="54" y="109"/>
                      <a:pt x="58" y="109"/>
                      <a:pt x="63" y="106"/>
                    </a:cubicBezTo>
                    <a:cubicBezTo>
                      <a:pt x="65" y="105"/>
                      <a:pt x="66" y="104"/>
                      <a:pt x="68" y="103"/>
                    </a:cubicBezTo>
                    <a:cubicBezTo>
                      <a:pt x="71" y="101"/>
                      <a:pt x="69" y="100"/>
                      <a:pt x="69" y="97"/>
                    </a:cubicBezTo>
                    <a:cubicBezTo>
                      <a:pt x="69" y="94"/>
                      <a:pt x="62" y="93"/>
                      <a:pt x="60" y="91"/>
                    </a:cubicBezTo>
                    <a:cubicBezTo>
                      <a:pt x="57" y="89"/>
                      <a:pt x="53" y="87"/>
                      <a:pt x="50" y="86"/>
                    </a:cubicBezTo>
                    <a:cubicBezTo>
                      <a:pt x="47" y="84"/>
                      <a:pt x="43" y="82"/>
                      <a:pt x="40" y="82"/>
                    </a:cubicBezTo>
                    <a:cubicBezTo>
                      <a:pt x="39" y="81"/>
                      <a:pt x="39" y="82"/>
                      <a:pt x="38" y="82"/>
                    </a:cubicBezTo>
                    <a:cubicBezTo>
                      <a:pt x="37" y="82"/>
                      <a:pt x="36" y="81"/>
                      <a:pt x="35" y="81"/>
                    </a:cubicBezTo>
                    <a:cubicBezTo>
                      <a:pt x="33" y="80"/>
                      <a:pt x="31" y="84"/>
                      <a:pt x="29" y="84"/>
                    </a:cubicBezTo>
                    <a:cubicBezTo>
                      <a:pt x="29" y="83"/>
                      <a:pt x="33" y="80"/>
                      <a:pt x="29" y="80"/>
                    </a:cubicBezTo>
                    <a:cubicBezTo>
                      <a:pt x="28" y="80"/>
                      <a:pt x="24" y="78"/>
                      <a:pt x="24" y="78"/>
                    </a:cubicBezTo>
                    <a:cubicBezTo>
                      <a:pt x="25" y="77"/>
                      <a:pt x="29" y="80"/>
                      <a:pt x="29" y="78"/>
                    </a:cubicBezTo>
                    <a:cubicBezTo>
                      <a:pt x="29" y="77"/>
                      <a:pt x="25" y="75"/>
                      <a:pt x="24" y="75"/>
                    </a:cubicBezTo>
                    <a:cubicBezTo>
                      <a:pt x="23" y="76"/>
                      <a:pt x="20" y="78"/>
                      <a:pt x="20" y="78"/>
                    </a:cubicBezTo>
                    <a:cubicBezTo>
                      <a:pt x="20" y="77"/>
                      <a:pt x="20" y="77"/>
                      <a:pt x="19" y="76"/>
                    </a:cubicBezTo>
                    <a:cubicBezTo>
                      <a:pt x="17" y="76"/>
                      <a:pt x="17" y="77"/>
                      <a:pt x="16" y="78"/>
                    </a:cubicBezTo>
                    <a:cubicBezTo>
                      <a:pt x="16" y="78"/>
                      <a:pt x="16" y="78"/>
                      <a:pt x="16" y="77"/>
                    </a:cubicBezTo>
                    <a:cubicBezTo>
                      <a:pt x="15" y="78"/>
                      <a:pt x="14" y="80"/>
                      <a:pt x="13" y="80"/>
                    </a:cubicBezTo>
                    <a:cubicBezTo>
                      <a:pt x="12" y="81"/>
                      <a:pt x="10" y="81"/>
                      <a:pt x="10" y="81"/>
                    </a:cubicBezTo>
                    <a:cubicBezTo>
                      <a:pt x="9" y="83"/>
                      <a:pt x="5" y="83"/>
                      <a:pt x="6" y="85"/>
                    </a:cubicBezTo>
                    <a:cubicBezTo>
                      <a:pt x="9" y="87"/>
                      <a:pt x="5" y="85"/>
                      <a:pt x="5" y="88"/>
                    </a:cubicBezTo>
                    <a:cubicBezTo>
                      <a:pt x="5" y="90"/>
                      <a:pt x="9" y="91"/>
                      <a:pt x="10" y="92"/>
                    </a:cubicBezTo>
                    <a:cubicBezTo>
                      <a:pt x="12" y="93"/>
                      <a:pt x="14" y="95"/>
                      <a:pt x="13" y="97"/>
                    </a:cubicBezTo>
                    <a:cubicBezTo>
                      <a:pt x="12" y="99"/>
                      <a:pt x="9" y="100"/>
                      <a:pt x="9" y="102"/>
                    </a:cubicBezTo>
                    <a:cubicBezTo>
                      <a:pt x="10" y="104"/>
                      <a:pt x="12" y="106"/>
                      <a:pt x="13" y="108"/>
                    </a:cubicBezTo>
                    <a:cubicBezTo>
                      <a:pt x="14" y="110"/>
                      <a:pt x="12" y="110"/>
                      <a:pt x="12" y="112"/>
                    </a:cubicBezTo>
                    <a:cubicBezTo>
                      <a:pt x="12" y="114"/>
                      <a:pt x="15" y="116"/>
                      <a:pt x="13" y="117"/>
                    </a:cubicBezTo>
                    <a:cubicBezTo>
                      <a:pt x="11" y="118"/>
                      <a:pt x="14" y="121"/>
                      <a:pt x="14" y="122"/>
                    </a:cubicBezTo>
                    <a:cubicBezTo>
                      <a:pt x="16" y="124"/>
                      <a:pt x="18" y="124"/>
                      <a:pt x="15" y="126"/>
                    </a:cubicBezTo>
                    <a:cubicBezTo>
                      <a:pt x="13" y="128"/>
                      <a:pt x="14" y="128"/>
                      <a:pt x="15" y="129"/>
                    </a:cubicBezTo>
                    <a:cubicBezTo>
                      <a:pt x="20" y="132"/>
                      <a:pt x="23" y="134"/>
                      <a:pt x="18" y="138"/>
                    </a:cubicBezTo>
                    <a:cubicBezTo>
                      <a:pt x="13" y="143"/>
                      <a:pt x="8" y="147"/>
                      <a:pt x="4" y="152"/>
                    </a:cubicBezTo>
                    <a:cubicBezTo>
                      <a:pt x="6" y="152"/>
                      <a:pt x="6" y="151"/>
                      <a:pt x="7" y="152"/>
                    </a:cubicBezTo>
                    <a:cubicBezTo>
                      <a:pt x="8" y="154"/>
                      <a:pt x="10" y="154"/>
                      <a:pt x="11" y="155"/>
                    </a:cubicBezTo>
                    <a:cubicBezTo>
                      <a:pt x="17" y="157"/>
                      <a:pt x="9" y="157"/>
                      <a:pt x="7" y="157"/>
                    </a:cubicBezTo>
                    <a:cubicBezTo>
                      <a:pt x="5" y="157"/>
                      <a:pt x="4" y="158"/>
                      <a:pt x="4" y="160"/>
                    </a:cubicBezTo>
                    <a:cubicBezTo>
                      <a:pt x="4" y="162"/>
                      <a:pt x="2" y="163"/>
                      <a:pt x="1" y="165"/>
                    </a:cubicBezTo>
                    <a:cubicBezTo>
                      <a:pt x="0" y="166"/>
                      <a:pt x="1" y="168"/>
                      <a:pt x="2" y="170"/>
                    </a:cubicBezTo>
                    <a:cubicBezTo>
                      <a:pt x="2" y="172"/>
                      <a:pt x="0" y="174"/>
                      <a:pt x="1" y="175"/>
                    </a:cubicBezTo>
                    <a:cubicBezTo>
                      <a:pt x="3" y="176"/>
                      <a:pt x="3" y="176"/>
                      <a:pt x="3" y="178"/>
                    </a:cubicBezTo>
                    <a:cubicBezTo>
                      <a:pt x="2" y="180"/>
                      <a:pt x="4" y="181"/>
                      <a:pt x="4" y="183"/>
                    </a:cubicBezTo>
                    <a:cubicBezTo>
                      <a:pt x="4" y="184"/>
                      <a:pt x="7" y="186"/>
                      <a:pt x="8" y="186"/>
                    </a:cubicBezTo>
                    <a:cubicBezTo>
                      <a:pt x="8" y="186"/>
                      <a:pt x="9" y="185"/>
                      <a:pt x="10" y="185"/>
                    </a:cubicBezTo>
                    <a:cubicBezTo>
                      <a:pt x="11" y="185"/>
                      <a:pt x="11" y="187"/>
                      <a:pt x="12" y="187"/>
                    </a:cubicBezTo>
                    <a:cubicBezTo>
                      <a:pt x="14" y="186"/>
                      <a:pt x="14" y="185"/>
                      <a:pt x="16" y="187"/>
                    </a:cubicBezTo>
                    <a:cubicBezTo>
                      <a:pt x="18" y="188"/>
                      <a:pt x="18" y="188"/>
                      <a:pt x="18" y="190"/>
                    </a:cubicBezTo>
                    <a:cubicBezTo>
                      <a:pt x="17" y="195"/>
                      <a:pt x="21" y="199"/>
                      <a:pt x="24" y="201"/>
                    </a:cubicBezTo>
                    <a:cubicBezTo>
                      <a:pt x="26" y="202"/>
                      <a:pt x="27" y="203"/>
                      <a:pt x="25" y="204"/>
                    </a:cubicBezTo>
                    <a:cubicBezTo>
                      <a:pt x="24" y="206"/>
                      <a:pt x="23" y="205"/>
                      <a:pt x="21" y="205"/>
                    </a:cubicBezTo>
                    <a:cubicBezTo>
                      <a:pt x="19" y="205"/>
                      <a:pt x="22" y="214"/>
                      <a:pt x="24" y="213"/>
                    </a:cubicBezTo>
                    <a:cubicBezTo>
                      <a:pt x="25" y="212"/>
                      <a:pt x="26" y="209"/>
                      <a:pt x="27" y="210"/>
                    </a:cubicBezTo>
                    <a:cubicBezTo>
                      <a:pt x="28" y="210"/>
                      <a:pt x="29" y="211"/>
                      <a:pt x="31" y="211"/>
                    </a:cubicBezTo>
                    <a:cubicBezTo>
                      <a:pt x="33" y="211"/>
                      <a:pt x="35" y="212"/>
                      <a:pt x="35" y="214"/>
                    </a:cubicBezTo>
                    <a:cubicBezTo>
                      <a:pt x="35" y="215"/>
                      <a:pt x="34" y="215"/>
                      <a:pt x="34" y="215"/>
                    </a:cubicBezTo>
                    <a:cubicBezTo>
                      <a:pt x="33" y="216"/>
                      <a:pt x="34" y="218"/>
                      <a:pt x="35" y="218"/>
                    </a:cubicBezTo>
                    <a:cubicBezTo>
                      <a:pt x="36" y="219"/>
                      <a:pt x="38" y="218"/>
                      <a:pt x="39" y="219"/>
                    </a:cubicBezTo>
                    <a:cubicBezTo>
                      <a:pt x="40" y="220"/>
                      <a:pt x="40" y="222"/>
                      <a:pt x="40" y="223"/>
                    </a:cubicBezTo>
                    <a:cubicBezTo>
                      <a:pt x="40" y="224"/>
                      <a:pt x="43" y="223"/>
                      <a:pt x="44" y="223"/>
                    </a:cubicBezTo>
                    <a:cubicBezTo>
                      <a:pt x="45" y="224"/>
                      <a:pt x="47" y="227"/>
                      <a:pt x="48" y="225"/>
                    </a:cubicBezTo>
                    <a:cubicBezTo>
                      <a:pt x="49" y="223"/>
                      <a:pt x="50" y="224"/>
                      <a:pt x="51" y="225"/>
                    </a:cubicBezTo>
                    <a:cubicBezTo>
                      <a:pt x="53" y="227"/>
                      <a:pt x="53" y="226"/>
                      <a:pt x="55" y="226"/>
                    </a:cubicBezTo>
                    <a:cubicBezTo>
                      <a:pt x="56" y="226"/>
                      <a:pt x="57" y="229"/>
                      <a:pt x="58" y="228"/>
                    </a:cubicBezTo>
                    <a:cubicBezTo>
                      <a:pt x="60" y="227"/>
                      <a:pt x="62" y="229"/>
                      <a:pt x="63" y="230"/>
                    </a:cubicBezTo>
                    <a:cubicBezTo>
                      <a:pt x="65" y="231"/>
                      <a:pt x="62" y="232"/>
                      <a:pt x="62" y="232"/>
                    </a:cubicBezTo>
                    <a:cubicBezTo>
                      <a:pt x="60" y="233"/>
                      <a:pt x="63" y="234"/>
                      <a:pt x="63" y="234"/>
                    </a:cubicBezTo>
                    <a:cubicBezTo>
                      <a:pt x="63" y="234"/>
                      <a:pt x="60" y="234"/>
                      <a:pt x="61" y="236"/>
                    </a:cubicBezTo>
                    <a:cubicBezTo>
                      <a:pt x="63" y="237"/>
                      <a:pt x="62" y="238"/>
                      <a:pt x="61" y="239"/>
                    </a:cubicBezTo>
                    <a:cubicBezTo>
                      <a:pt x="61" y="240"/>
                      <a:pt x="58" y="240"/>
                      <a:pt x="57" y="240"/>
                    </a:cubicBezTo>
                    <a:cubicBezTo>
                      <a:pt x="55" y="240"/>
                      <a:pt x="54" y="242"/>
                      <a:pt x="53" y="244"/>
                    </a:cubicBezTo>
                    <a:cubicBezTo>
                      <a:pt x="54" y="244"/>
                      <a:pt x="58" y="244"/>
                      <a:pt x="58" y="245"/>
                    </a:cubicBezTo>
                    <a:cubicBezTo>
                      <a:pt x="58" y="246"/>
                      <a:pt x="53" y="247"/>
                      <a:pt x="53" y="248"/>
                    </a:cubicBezTo>
                    <a:cubicBezTo>
                      <a:pt x="53" y="249"/>
                      <a:pt x="55" y="249"/>
                      <a:pt x="55" y="251"/>
                    </a:cubicBezTo>
                    <a:cubicBezTo>
                      <a:pt x="55" y="251"/>
                      <a:pt x="52" y="252"/>
                      <a:pt x="52" y="252"/>
                    </a:cubicBezTo>
                    <a:cubicBezTo>
                      <a:pt x="51" y="253"/>
                      <a:pt x="51" y="254"/>
                      <a:pt x="50" y="255"/>
                    </a:cubicBezTo>
                    <a:cubicBezTo>
                      <a:pt x="50" y="256"/>
                      <a:pt x="48" y="255"/>
                      <a:pt x="48" y="257"/>
                    </a:cubicBezTo>
                    <a:cubicBezTo>
                      <a:pt x="47" y="258"/>
                      <a:pt x="49" y="260"/>
                      <a:pt x="51" y="260"/>
                    </a:cubicBezTo>
                    <a:cubicBezTo>
                      <a:pt x="53" y="261"/>
                      <a:pt x="55" y="262"/>
                      <a:pt x="58" y="264"/>
                    </a:cubicBezTo>
                    <a:cubicBezTo>
                      <a:pt x="59" y="265"/>
                      <a:pt x="60" y="266"/>
                      <a:pt x="61" y="266"/>
                    </a:cubicBezTo>
                    <a:cubicBezTo>
                      <a:pt x="62" y="268"/>
                      <a:pt x="62" y="267"/>
                      <a:pt x="64" y="266"/>
                    </a:cubicBezTo>
                    <a:cubicBezTo>
                      <a:pt x="67" y="266"/>
                      <a:pt x="70" y="269"/>
                      <a:pt x="73" y="269"/>
                    </a:cubicBezTo>
                    <a:cubicBezTo>
                      <a:pt x="76" y="269"/>
                      <a:pt x="79" y="271"/>
                      <a:pt x="82" y="272"/>
                    </a:cubicBezTo>
                    <a:cubicBezTo>
                      <a:pt x="85" y="273"/>
                      <a:pt x="87" y="272"/>
                      <a:pt x="90" y="272"/>
                    </a:cubicBezTo>
                    <a:cubicBezTo>
                      <a:pt x="91" y="273"/>
                      <a:pt x="92" y="274"/>
                      <a:pt x="92" y="275"/>
                    </a:cubicBezTo>
                    <a:cubicBezTo>
                      <a:pt x="92" y="276"/>
                      <a:pt x="93" y="276"/>
                      <a:pt x="94" y="276"/>
                    </a:cubicBezTo>
                    <a:cubicBezTo>
                      <a:pt x="97" y="277"/>
                      <a:pt x="99" y="282"/>
                      <a:pt x="103" y="280"/>
                    </a:cubicBezTo>
                    <a:cubicBezTo>
                      <a:pt x="104" y="279"/>
                      <a:pt x="106" y="278"/>
                      <a:pt x="105" y="277"/>
                    </a:cubicBezTo>
                    <a:cubicBezTo>
                      <a:pt x="104" y="276"/>
                      <a:pt x="103" y="275"/>
                      <a:pt x="102" y="274"/>
                    </a:cubicBezTo>
                    <a:cubicBezTo>
                      <a:pt x="100" y="272"/>
                      <a:pt x="99" y="270"/>
                      <a:pt x="100" y="267"/>
                    </a:cubicBezTo>
                    <a:cubicBezTo>
                      <a:pt x="100" y="265"/>
                      <a:pt x="99" y="263"/>
                      <a:pt x="97" y="262"/>
                    </a:cubicBezTo>
                    <a:cubicBezTo>
                      <a:pt x="95" y="261"/>
                      <a:pt x="98" y="259"/>
                      <a:pt x="99" y="258"/>
                    </a:cubicBezTo>
                    <a:cubicBezTo>
                      <a:pt x="100" y="256"/>
                      <a:pt x="100" y="254"/>
                      <a:pt x="103" y="254"/>
                    </a:cubicBezTo>
                    <a:cubicBezTo>
                      <a:pt x="104" y="254"/>
                      <a:pt x="105" y="253"/>
                      <a:pt x="106" y="252"/>
                    </a:cubicBezTo>
                    <a:cubicBezTo>
                      <a:pt x="107" y="251"/>
                      <a:pt x="108" y="251"/>
                      <a:pt x="109" y="250"/>
                    </a:cubicBezTo>
                    <a:cubicBezTo>
                      <a:pt x="108" y="250"/>
                      <a:pt x="106" y="249"/>
                      <a:pt x="106" y="248"/>
                    </a:cubicBezTo>
                    <a:cubicBezTo>
                      <a:pt x="106" y="247"/>
                      <a:pt x="108" y="248"/>
                      <a:pt x="108" y="248"/>
                    </a:cubicBezTo>
                    <a:cubicBezTo>
                      <a:pt x="108" y="247"/>
                      <a:pt x="106" y="244"/>
                      <a:pt x="105" y="243"/>
                    </a:cubicBezTo>
                    <a:cubicBezTo>
                      <a:pt x="104" y="241"/>
                      <a:pt x="103" y="241"/>
                      <a:pt x="101" y="241"/>
                    </a:cubicBezTo>
                    <a:cubicBezTo>
                      <a:pt x="98" y="241"/>
                      <a:pt x="100" y="239"/>
                      <a:pt x="98" y="238"/>
                    </a:cubicBezTo>
                    <a:cubicBezTo>
                      <a:pt x="97" y="237"/>
                      <a:pt x="94" y="237"/>
                      <a:pt x="96" y="235"/>
                    </a:cubicBezTo>
                    <a:cubicBezTo>
                      <a:pt x="97" y="233"/>
                      <a:pt x="99" y="232"/>
                      <a:pt x="97" y="231"/>
                    </a:cubicBezTo>
                    <a:cubicBezTo>
                      <a:pt x="96" y="229"/>
                      <a:pt x="98" y="228"/>
                      <a:pt x="99" y="227"/>
                    </a:cubicBezTo>
                    <a:cubicBezTo>
                      <a:pt x="99" y="226"/>
                      <a:pt x="101" y="223"/>
                      <a:pt x="101" y="224"/>
                    </a:cubicBezTo>
                    <a:cubicBezTo>
                      <a:pt x="102" y="225"/>
                      <a:pt x="103" y="227"/>
                      <a:pt x="104" y="228"/>
                    </a:cubicBezTo>
                    <a:cubicBezTo>
                      <a:pt x="106" y="228"/>
                      <a:pt x="107" y="227"/>
                      <a:pt x="107" y="226"/>
                    </a:cubicBezTo>
                    <a:cubicBezTo>
                      <a:pt x="106" y="224"/>
                      <a:pt x="106" y="223"/>
                      <a:pt x="108" y="222"/>
                    </a:cubicBezTo>
                    <a:cubicBezTo>
                      <a:pt x="110" y="221"/>
                      <a:pt x="110" y="219"/>
                      <a:pt x="112" y="219"/>
                    </a:cubicBezTo>
                    <a:cubicBezTo>
                      <a:pt x="114" y="218"/>
                      <a:pt x="116" y="215"/>
                      <a:pt x="118" y="216"/>
                    </a:cubicBezTo>
                    <a:cubicBezTo>
                      <a:pt x="120" y="216"/>
                      <a:pt x="120" y="218"/>
                      <a:pt x="122" y="216"/>
                    </a:cubicBezTo>
                    <a:cubicBezTo>
                      <a:pt x="124" y="215"/>
                      <a:pt x="124" y="216"/>
                      <a:pt x="126" y="217"/>
                    </a:cubicBezTo>
                    <a:cubicBezTo>
                      <a:pt x="128" y="217"/>
                      <a:pt x="130" y="217"/>
                      <a:pt x="132" y="218"/>
                    </a:cubicBezTo>
                    <a:cubicBezTo>
                      <a:pt x="134" y="219"/>
                      <a:pt x="134" y="221"/>
                      <a:pt x="136" y="223"/>
                    </a:cubicBezTo>
                    <a:cubicBezTo>
                      <a:pt x="136" y="223"/>
                      <a:pt x="136" y="220"/>
                      <a:pt x="138" y="221"/>
                    </a:cubicBezTo>
                    <a:cubicBezTo>
                      <a:pt x="139" y="221"/>
                      <a:pt x="140" y="223"/>
                      <a:pt x="142" y="223"/>
                    </a:cubicBezTo>
                    <a:cubicBezTo>
                      <a:pt x="143" y="224"/>
                      <a:pt x="144" y="222"/>
                      <a:pt x="145" y="221"/>
                    </a:cubicBezTo>
                    <a:cubicBezTo>
                      <a:pt x="147" y="219"/>
                      <a:pt x="148" y="221"/>
                      <a:pt x="150" y="221"/>
                    </a:cubicBezTo>
                    <a:cubicBezTo>
                      <a:pt x="152" y="221"/>
                      <a:pt x="153" y="219"/>
                      <a:pt x="155" y="220"/>
                    </a:cubicBezTo>
                    <a:cubicBezTo>
                      <a:pt x="157" y="221"/>
                      <a:pt x="158" y="222"/>
                      <a:pt x="160" y="223"/>
                    </a:cubicBezTo>
                    <a:cubicBezTo>
                      <a:pt x="162" y="224"/>
                      <a:pt x="161" y="223"/>
                      <a:pt x="163" y="222"/>
                    </a:cubicBezTo>
                    <a:cubicBezTo>
                      <a:pt x="164" y="221"/>
                      <a:pt x="168" y="222"/>
                      <a:pt x="169" y="222"/>
                    </a:cubicBezTo>
                    <a:cubicBezTo>
                      <a:pt x="170" y="222"/>
                      <a:pt x="172" y="220"/>
                      <a:pt x="172" y="219"/>
                    </a:cubicBezTo>
                    <a:cubicBezTo>
                      <a:pt x="172" y="217"/>
                      <a:pt x="169" y="217"/>
                      <a:pt x="168" y="216"/>
                    </a:cubicBezTo>
                    <a:cubicBezTo>
                      <a:pt x="161" y="213"/>
                      <a:pt x="171" y="214"/>
                      <a:pt x="169" y="210"/>
                    </a:cubicBezTo>
                    <a:cubicBezTo>
                      <a:pt x="168" y="209"/>
                      <a:pt x="166" y="209"/>
                      <a:pt x="169" y="208"/>
                    </a:cubicBezTo>
                    <a:cubicBezTo>
                      <a:pt x="170" y="207"/>
                      <a:pt x="172" y="208"/>
                      <a:pt x="173" y="207"/>
                    </a:cubicBezTo>
                    <a:cubicBezTo>
                      <a:pt x="177" y="207"/>
                      <a:pt x="166" y="202"/>
                      <a:pt x="171" y="200"/>
                    </a:cubicBezTo>
                    <a:cubicBezTo>
                      <a:pt x="172" y="200"/>
                      <a:pt x="174" y="200"/>
                      <a:pt x="175" y="200"/>
                    </a:cubicBezTo>
                    <a:cubicBezTo>
                      <a:pt x="178" y="200"/>
                      <a:pt x="180" y="200"/>
                      <a:pt x="183" y="199"/>
                    </a:cubicBezTo>
                    <a:cubicBezTo>
                      <a:pt x="185" y="198"/>
                      <a:pt x="187" y="198"/>
                      <a:pt x="189" y="198"/>
                    </a:cubicBezTo>
                    <a:cubicBezTo>
                      <a:pt x="191" y="197"/>
                      <a:pt x="193" y="196"/>
                      <a:pt x="196" y="196"/>
                    </a:cubicBezTo>
                    <a:cubicBezTo>
                      <a:pt x="200" y="195"/>
                      <a:pt x="204" y="194"/>
                      <a:pt x="208" y="192"/>
                    </a:cubicBezTo>
                    <a:cubicBezTo>
                      <a:pt x="211" y="190"/>
                      <a:pt x="217" y="190"/>
                      <a:pt x="219" y="194"/>
                    </a:cubicBezTo>
                    <a:cubicBezTo>
                      <a:pt x="220" y="196"/>
                      <a:pt x="219" y="196"/>
                      <a:pt x="220" y="198"/>
                    </a:cubicBezTo>
                    <a:cubicBezTo>
                      <a:pt x="220" y="201"/>
                      <a:pt x="224" y="198"/>
                      <a:pt x="226" y="199"/>
                    </a:cubicBezTo>
                    <a:cubicBezTo>
                      <a:pt x="227" y="199"/>
                      <a:pt x="226" y="200"/>
                      <a:pt x="227" y="200"/>
                    </a:cubicBezTo>
                    <a:cubicBezTo>
                      <a:pt x="228" y="201"/>
                      <a:pt x="228" y="200"/>
                      <a:pt x="228" y="200"/>
                    </a:cubicBezTo>
                    <a:cubicBezTo>
                      <a:pt x="229" y="199"/>
                      <a:pt x="230" y="200"/>
                      <a:pt x="231" y="201"/>
                    </a:cubicBezTo>
                    <a:cubicBezTo>
                      <a:pt x="232" y="201"/>
                      <a:pt x="232" y="201"/>
                      <a:pt x="231" y="202"/>
                    </a:cubicBezTo>
                    <a:cubicBezTo>
                      <a:pt x="230" y="205"/>
                      <a:pt x="237" y="203"/>
                      <a:pt x="239" y="202"/>
                    </a:cubicBezTo>
                    <a:cubicBezTo>
                      <a:pt x="239" y="202"/>
                      <a:pt x="248" y="197"/>
                      <a:pt x="248" y="198"/>
                    </a:cubicBezTo>
                    <a:cubicBezTo>
                      <a:pt x="248" y="199"/>
                      <a:pt x="246" y="201"/>
                      <a:pt x="248" y="202"/>
                    </a:cubicBezTo>
                    <a:cubicBezTo>
                      <a:pt x="250" y="202"/>
                      <a:pt x="251" y="203"/>
                      <a:pt x="252" y="204"/>
                    </a:cubicBezTo>
                    <a:cubicBezTo>
                      <a:pt x="255" y="207"/>
                      <a:pt x="256" y="210"/>
                      <a:pt x="258" y="213"/>
                    </a:cubicBezTo>
                    <a:cubicBezTo>
                      <a:pt x="260" y="216"/>
                      <a:pt x="261" y="219"/>
                      <a:pt x="263" y="221"/>
                    </a:cubicBezTo>
                    <a:cubicBezTo>
                      <a:pt x="266" y="224"/>
                      <a:pt x="266" y="217"/>
                      <a:pt x="269" y="220"/>
                    </a:cubicBezTo>
                    <a:cubicBezTo>
                      <a:pt x="273" y="224"/>
                      <a:pt x="275" y="222"/>
                      <a:pt x="280" y="221"/>
                    </a:cubicBezTo>
                    <a:cubicBezTo>
                      <a:pt x="282" y="220"/>
                      <a:pt x="283" y="223"/>
                      <a:pt x="284" y="224"/>
                    </a:cubicBezTo>
                    <a:cubicBezTo>
                      <a:pt x="285" y="226"/>
                      <a:pt x="287" y="226"/>
                      <a:pt x="288" y="228"/>
                    </a:cubicBezTo>
                    <a:cubicBezTo>
                      <a:pt x="289" y="230"/>
                      <a:pt x="291" y="230"/>
                      <a:pt x="293" y="230"/>
                    </a:cubicBezTo>
                    <a:cubicBezTo>
                      <a:pt x="296" y="229"/>
                      <a:pt x="295" y="230"/>
                      <a:pt x="296" y="231"/>
                    </a:cubicBezTo>
                    <a:cubicBezTo>
                      <a:pt x="298" y="235"/>
                      <a:pt x="304" y="230"/>
                      <a:pt x="307" y="230"/>
                    </a:cubicBezTo>
                    <a:cubicBezTo>
                      <a:pt x="310" y="229"/>
                      <a:pt x="313" y="226"/>
                      <a:pt x="316" y="225"/>
                    </a:cubicBezTo>
                    <a:cubicBezTo>
                      <a:pt x="320" y="222"/>
                      <a:pt x="322" y="222"/>
                      <a:pt x="327" y="223"/>
                    </a:cubicBezTo>
                    <a:cubicBezTo>
                      <a:pt x="329" y="223"/>
                      <a:pt x="329" y="224"/>
                      <a:pt x="331" y="226"/>
                    </a:cubicBezTo>
                    <a:cubicBezTo>
                      <a:pt x="332" y="227"/>
                      <a:pt x="334" y="227"/>
                      <a:pt x="336" y="227"/>
                    </a:cubicBezTo>
                    <a:cubicBezTo>
                      <a:pt x="338" y="227"/>
                      <a:pt x="339" y="228"/>
                      <a:pt x="341" y="228"/>
                    </a:cubicBezTo>
                    <a:cubicBezTo>
                      <a:pt x="343" y="230"/>
                      <a:pt x="344" y="228"/>
                      <a:pt x="346" y="227"/>
                    </a:cubicBezTo>
                    <a:cubicBezTo>
                      <a:pt x="349" y="224"/>
                      <a:pt x="344" y="222"/>
                      <a:pt x="346" y="219"/>
                    </a:cubicBezTo>
                    <a:cubicBezTo>
                      <a:pt x="347" y="217"/>
                      <a:pt x="351" y="213"/>
                      <a:pt x="353" y="214"/>
                    </a:cubicBezTo>
                    <a:cubicBezTo>
                      <a:pt x="357" y="216"/>
                      <a:pt x="362" y="216"/>
                      <a:pt x="366" y="218"/>
                    </a:cubicBezTo>
                    <a:cubicBezTo>
                      <a:pt x="368" y="219"/>
                      <a:pt x="367" y="221"/>
                      <a:pt x="368" y="222"/>
                    </a:cubicBezTo>
                    <a:cubicBezTo>
                      <a:pt x="369" y="225"/>
                      <a:pt x="371" y="225"/>
                      <a:pt x="374" y="226"/>
                    </a:cubicBezTo>
                    <a:cubicBezTo>
                      <a:pt x="378" y="227"/>
                      <a:pt x="382" y="224"/>
                      <a:pt x="386" y="225"/>
                    </a:cubicBezTo>
                    <a:cubicBezTo>
                      <a:pt x="387" y="225"/>
                      <a:pt x="389" y="225"/>
                      <a:pt x="390" y="226"/>
                    </a:cubicBezTo>
                    <a:cubicBezTo>
                      <a:pt x="392" y="227"/>
                      <a:pt x="394" y="227"/>
                      <a:pt x="396" y="229"/>
                    </a:cubicBezTo>
                    <a:cubicBezTo>
                      <a:pt x="401" y="233"/>
                      <a:pt x="409" y="233"/>
                      <a:pt x="415" y="231"/>
                    </a:cubicBezTo>
                    <a:cubicBezTo>
                      <a:pt x="419" y="230"/>
                      <a:pt x="422" y="228"/>
                      <a:pt x="426" y="227"/>
                    </a:cubicBezTo>
                    <a:cubicBezTo>
                      <a:pt x="428" y="225"/>
                      <a:pt x="431" y="227"/>
                      <a:pt x="433" y="227"/>
                    </a:cubicBezTo>
                    <a:cubicBezTo>
                      <a:pt x="435" y="228"/>
                      <a:pt x="436" y="226"/>
                      <a:pt x="438" y="227"/>
                    </a:cubicBezTo>
                    <a:cubicBezTo>
                      <a:pt x="439" y="228"/>
                      <a:pt x="443" y="231"/>
                      <a:pt x="445" y="230"/>
                    </a:cubicBezTo>
                    <a:cubicBezTo>
                      <a:pt x="446" y="230"/>
                      <a:pt x="448" y="229"/>
                      <a:pt x="449" y="228"/>
                    </a:cubicBezTo>
                    <a:cubicBezTo>
                      <a:pt x="452" y="227"/>
                      <a:pt x="453" y="227"/>
                      <a:pt x="453" y="225"/>
                    </a:cubicBezTo>
                    <a:cubicBezTo>
                      <a:pt x="453" y="221"/>
                      <a:pt x="456" y="217"/>
                      <a:pt x="458" y="215"/>
                    </a:cubicBezTo>
                    <a:cubicBezTo>
                      <a:pt x="459" y="214"/>
                      <a:pt x="460" y="212"/>
                      <a:pt x="459" y="211"/>
                    </a:cubicBezTo>
                    <a:cubicBezTo>
                      <a:pt x="458" y="210"/>
                      <a:pt x="455" y="210"/>
                      <a:pt x="457" y="208"/>
                    </a:cubicBezTo>
                    <a:cubicBezTo>
                      <a:pt x="460" y="205"/>
                      <a:pt x="465" y="205"/>
                      <a:pt x="470" y="204"/>
                    </a:cubicBezTo>
                    <a:cubicBezTo>
                      <a:pt x="472" y="204"/>
                      <a:pt x="474" y="204"/>
                      <a:pt x="476" y="205"/>
                    </a:cubicBezTo>
                    <a:cubicBezTo>
                      <a:pt x="478" y="206"/>
                      <a:pt x="481" y="206"/>
                      <a:pt x="483" y="207"/>
                    </a:cubicBezTo>
                    <a:cubicBezTo>
                      <a:pt x="486" y="208"/>
                      <a:pt x="487" y="212"/>
                      <a:pt x="489" y="215"/>
                    </a:cubicBezTo>
                    <a:cubicBezTo>
                      <a:pt x="490" y="218"/>
                      <a:pt x="492" y="221"/>
                      <a:pt x="493" y="224"/>
                    </a:cubicBezTo>
                    <a:cubicBezTo>
                      <a:pt x="493" y="225"/>
                      <a:pt x="493" y="227"/>
                      <a:pt x="494" y="229"/>
                    </a:cubicBezTo>
                    <a:cubicBezTo>
                      <a:pt x="494" y="230"/>
                      <a:pt x="497" y="230"/>
                      <a:pt x="498" y="230"/>
                    </a:cubicBezTo>
                    <a:cubicBezTo>
                      <a:pt x="502" y="231"/>
                      <a:pt x="507" y="233"/>
                      <a:pt x="508" y="237"/>
                    </a:cubicBezTo>
                    <a:cubicBezTo>
                      <a:pt x="509" y="240"/>
                      <a:pt x="510" y="242"/>
                      <a:pt x="514" y="242"/>
                    </a:cubicBezTo>
                    <a:cubicBezTo>
                      <a:pt x="515" y="242"/>
                      <a:pt x="517" y="242"/>
                      <a:pt x="518" y="242"/>
                    </a:cubicBezTo>
                    <a:cubicBezTo>
                      <a:pt x="520" y="242"/>
                      <a:pt x="520" y="240"/>
                      <a:pt x="522" y="240"/>
                    </a:cubicBezTo>
                    <a:cubicBezTo>
                      <a:pt x="525" y="240"/>
                      <a:pt x="528" y="237"/>
                      <a:pt x="530" y="241"/>
                    </a:cubicBezTo>
                    <a:cubicBezTo>
                      <a:pt x="530" y="243"/>
                      <a:pt x="530" y="243"/>
                      <a:pt x="529" y="244"/>
                    </a:cubicBezTo>
                    <a:cubicBezTo>
                      <a:pt x="527" y="246"/>
                      <a:pt x="527" y="247"/>
                      <a:pt x="526" y="249"/>
                    </a:cubicBezTo>
                    <a:cubicBezTo>
                      <a:pt x="525" y="252"/>
                      <a:pt x="523" y="255"/>
                      <a:pt x="521" y="258"/>
                    </a:cubicBezTo>
                    <a:cubicBezTo>
                      <a:pt x="520" y="260"/>
                      <a:pt x="519" y="259"/>
                      <a:pt x="518" y="258"/>
                    </a:cubicBezTo>
                    <a:cubicBezTo>
                      <a:pt x="516" y="257"/>
                      <a:pt x="516" y="258"/>
                      <a:pt x="514" y="259"/>
                    </a:cubicBezTo>
                    <a:cubicBezTo>
                      <a:pt x="513" y="259"/>
                      <a:pt x="511" y="260"/>
                      <a:pt x="511" y="260"/>
                    </a:cubicBezTo>
                    <a:cubicBezTo>
                      <a:pt x="510" y="261"/>
                      <a:pt x="513" y="265"/>
                      <a:pt x="513" y="267"/>
                    </a:cubicBezTo>
                    <a:cubicBezTo>
                      <a:pt x="512" y="268"/>
                      <a:pt x="512" y="270"/>
                      <a:pt x="512" y="271"/>
                    </a:cubicBezTo>
                    <a:cubicBezTo>
                      <a:pt x="511" y="273"/>
                      <a:pt x="509" y="272"/>
                      <a:pt x="509" y="274"/>
                    </a:cubicBezTo>
                    <a:cubicBezTo>
                      <a:pt x="511" y="273"/>
                      <a:pt x="512" y="274"/>
                      <a:pt x="514" y="272"/>
                    </a:cubicBezTo>
                    <a:cubicBezTo>
                      <a:pt x="515" y="270"/>
                      <a:pt x="517" y="272"/>
                      <a:pt x="519" y="272"/>
                    </a:cubicBezTo>
                    <a:cubicBezTo>
                      <a:pt x="523" y="274"/>
                      <a:pt x="527" y="272"/>
                      <a:pt x="531" y="269"/>
                    </a:cubicBezTo>
                    <a:cubicBezTo>
                      <a:pt x="534" y="266"/>
                      <a:pt x="537" y="262"/>
                      <a:pt x="540" y="259"/>
                    </a:cubicBezTo>
                    <a:cubicBezTo>
                      <a:pt x="543" y="255"/>
                      <a:pt x="546" y="251"/>
                      <a:pt x="549" y="247"/>
                    </a:cubicBezTo>
                    <a:cubicBezTo>
                      <a:pt x="554" y="240"/>
                      <a:pt x="559" y="235"/>
                      <a:pt x="558" y="226"/>
                    </a:cubicBezTo>
                    <a:cubicBezTo>
                      <a:pt x="558" y="222"/>
                      <a:pt x="559" y="220"/>
                      <a:pt x="561" y="217"/>
                    </a:cubicBezTo>
                    <a:cubicBezTo>
                      <a:pt x="562" y="215"/>
                      <a:pt x="562" y="214"/>
                      <a:pt x="563" y="212"/>
                    </a:cubicBezTo>
                    <a:cubicBezTo>
                      <a:pt x="563" y="212"/>
                      <a:pt x="563" y="211"/>
                      <a:pt x="563" y="210"/>
                    </a:cubicBezTo>
                    <a:cubicBezTo>
                      <a:pt x="563" y="209"/>
                      <a:pt x="561" y="208"/>
                      <a:pt x="561" y="207"/>
                    </a:cubicBezTo>
                    <a:cubicBezTo>
                      <a:pt x="561" y="207"/>
                      <a:pt x="563" y="208"/>
                      <a:pt x="563" y="207"/>
                    </a:cubicBezTo>
                    <a:cubicBezTo>
                      <a:pt x="562" y="206"/>
                      <a:pt x="562" y="205"/>
                      <a:pt x="561" y="205"/>
                    </a:cubicBezTo>
                    <a:cubicBezTo>
                      <a:pt x="560" y="204"/>
                      <a:pt x="558" y="201"/>
                      <a:pt x="557" y="200"/>
                    </a:cubicBezTo>
                    <a:cubicBezTo>
                      <a:pt x="556" y="200"/>
                      <a:pt x="551" y="198"/>
                      <a:pt x="550" y="199"/>
                    </a:cubicBezTo>
                    <a:cubicBezTo>
                      <a:pt x="550" y="200"/>
                      <a:pt x="551" y="201"/>
                      <a:pt x="550" y="201"/>
                    </a:cubicBezTo>
                    <a:cubicBezTo>
                      <a:pt x="548" y="201"/>
                      <a:pt x="548" y="203"/>
                      <a:pt x="547" y="203"/>
                    </a:cubicBezTo>
                    <a:cubicBezTo>
                      <a:pt x="545" y="205"/>
                      <a:pt x="544" y="202"/>
                      <a:pt x="544" y="201"/>
                    </a:cubicBezTo>
                    <a:cubicBezTo>
                      <a:pt x="544" y="199"/>
                      <a:pt x="546" y="198"/>
                      <a:pt x="543" y="199"/>
                    </a:cubicBezTo>
                    <a:cubicBezTo>
                      <a:pt x="540" y="200"/>
                      <a:pt x="544" y="202"/>
                      <a:pt x="540" y="202"/>
                    </a:cubicBezTo>
                    <a:cubicBezTo>
                      <a:pt x="539" y="202"/>
                      <a:pt x="541" y="197"/>
                      <a:pt x="540" y="196"/>
                    </a:cubicBezTo>
                    <a:cubicBezTo>
                      <a:pt x="540" y="197"/>
                      <a:pt x="529" y="197"/>
                      <a:pt x="534" y="194"/>
                    </a:cubicBezTo>
                    <a:cubicBezTo>
                      <a:pt x="538" y="191"/>
                      <a:pt x="542" y="188"/>
                      <a:pt x="546" y="185"/>
                    </a:cubicBezTo>
                    <a:cubicBezTo>
                      <a:pt x="547" y="184"/>
                      <a:pt x="548" y="182"/>
                      <a:pt x="549" y="181"/>
                    </a:cubicBezTo>
                    <a:cubicBezTo>
                      <a:pt x="552" y="179"/>
                      <a:pt x="555" y="177"/>
                      <a:pt x="557" y="175"/>
                    </a:cubicBezTo>
                    <a:cubicBezTo>
                      <a:pt x="558" y="174"/>
                      <a:pt x="559" y="172"/>
                      <a:pt x="561" y="171"/>
                    </a:cubicBezTo>
                    <a:cubicBezTo>
                      <a:pt x="563" y="169"/>
                      <a:pt x="565" y="167"/>
                      <a:pt x="567" y="165"/>
                    </a:cubicBezTo>
                    <a:cubicBezTo>
                      <a:pt x="571" y="162"/>
                      <a:pt x="577" y="162"/>
                      <a:pt x="582" y="162"/>
                    </a:cubicBezTo>
                    <a:cubicBezTo>
                      <a:pt x="583" y="162"/>
                      <a:pt x="584" y="162"/>
                      <a:pt x="585" y="162"/>
                    </a:cubicBezTo>
                    <a:cubicBezTo>
                      <a:pt x="586" y="163"/>
                      <a:pt x="586" y="164"/>
                      <a:pt x="587" y="164"/>
                    </a:cubicBezTo>
                    <a:cubicBezTo>
                      <a:pt x="588" y="163"/>
                      <a:pt x="590" y="163"/>
                      <a:pt x="591" y="162"/>
                    </a:cubicBezTo>
                    <a:cubicBezTo>
                      <a:pt x="592" y="162"/>
                      <a:pt x="593" y="163"/>
                      <a:pt x="594" y="163"/>
                    </a:cubicBezTo>
                    <a:cubicBezTo>
                      <a:pt x="595" y="163"/>
                      <a:pt x="596" y="163"/>
                      <a:pt x="597" y="163"/>
                    </a:cubicBezTo>
                    <a:cubicBezTo>
                      <a:pt x="597" y="162"/>
                      <a:pt x="598" y="163"/>
                      <a:pt x="599" y="163"/>
                    </a:cubicBezTo>
                    <a:cubicBezTo>
                      <a:pt x="601" y="163"/>
                      <a:pt x="601" y="160"/>
                      <a:pt x="604" y="160"/>
                    </a:cubicBezTo>
                    <a:cubicBezTo>
                      <a:pt x="605" y="160"/>
                      <a:pt x="607" y="160"/>
                      <a:pt x="608" y="160"/>
                    </a:cubicBezTo>
                    <a:cubicBezTo>
                      <a:pt x="609" y="161"/>
                      <a:pt x="610" y="162"/>
                      <a:pt x="611" y="162"/>
                    </a:cubicBezTo>
                    <a:cubicBezTo>
                      <a:pt x="612" y="163"/>
                      <a:pt x="616" y="161"/>
                      <a:pt x="616" y="164"/>
                    </a:cubicBezTo>
                    <a:cubicBezTo>
                      <a:pt x="616" y="164"/>
                      <a:pt x="613" y="164"/>
                      <a:pt x="613" y="165"/>
                    </a:cubicBezTo>
                    <a:cubicBezTo>
                      <a:pt x="612" y="167"/>
                      <a:pt x="616" y="166"/>
                      <a:pt x="616" y="166"/>
                    </a:cubicBezTo>
                    <a:cubicBezTo>
                      <a:pt x="618" y="166"/>
                      <a:pt x="620" y="166"/>
                      <a:pt x="621" y="166"/>
                    </a:cubicBezTo>
                    <a:cubicBezTo>
                      <a:pt x="622" y="165"/>
                      <a:pt x="622" y="165"/>
                      <a:pt x="623" y="164"/>
                    </a:cubicBezTo>
                    <a:cubicBezTo>
                      <a:pt x="624" y="164"/>
                      <a:pt x="625" y="165"/>
                      <a:pt x="627" y="165"/>
                    </a:cubicBezTo>
                    <a:cubicBezTo>
                      <a:pt x="628" y="165"/>
                      <a:pt x="635" y="163"/>
                      <a:pt x="631" y="162"/>
                    </a:cubicBezTo>
                    <a:cubicBezTo>
                      <a:pt x="629" y="162"/>
                      <a:pt x="628" y="163"/>
                      <a:pt x="628" y="160"/>
                    </a:cubicBezTo>
                    <a:cubicBezTo>
                      <a:pt x="628" y="159"/>
                      <a:pt x="630" y="156"/>
                      <a:pt x="631" y="155"/>
                    </a:cubicBezTo>
                    <a:cubicBezTo>
                      <a:pt x="633" y="154"/>
                      <a:pt x="634" y="153"/>
                      <a:pt x="636" y="151"/>
                    </a:cubicBezTo>
                    <a:cubicBezTo>
                      <a:pt x="637" y="150"/>
                      <a:pt x="639" y="150"/>
                      <a:pt x="640" y="148"/>
                    </a:cubicBezTo>
                    <a:cubicBezTo>
                      <a:pt x="641" y="146"/>
                      <a:pt x="642" y="145"/>
                      <a:pt x="644" y="145"/>
                    </a:cubicBezTo>
                    <a:cubicBezTo>
                      <a:pt x="646" y="145"/>
                      <a:pt x="649" y="144"/>
                      <a:pt x="651" y="144"/>
                    </a:cubicBezTo>
                    <a:cubicBezTo>
                      <a:pt x="653" y="144"/>
                      <a:pt x="654" y="146"/>
                      <a:pt x="655" y="146"/>
                    </a:cubicBezTo>
                    <a:cubicBezTo>
                      <a:pt x="656" y="145"/>
                      <a:pt x="657" y="143"/>
                      <a:pt x="658" y="144"/>
                    </a:cubicBezTo>
                    <a:cubicBezTo>
                      <a:pt x="659" y="145"/>
                      <a:pt x="656" y="148"/>
                      <a:pt x="656" y="149"/>
                    </a:cubicBezTo>
                    <a:cubicBezTo>
                      <a:pt x="656" y="151"/>
                      <a:pt x="657" y="149"/>
                      <a:pt x="659" y="150"/>
                    </a:cubicBezTo>
                    <a:cubicBezTo>
                      <a:pt x="659" y="150"/>
                      <a:pt x="657" y="152"/>
                      <a:pt x="657" y="153"/>
                    </a:cubicBezTo>
                    <a:cubicBezTo>
                      <a:pt x="657" y="154"/>
                      <a:pt x="664" y="149"/>
                      <a:pt x="664" y="149"/>
                    </a:cubicBezTo>
                    <a:cubicBezTo>
                      <a:pt x="665" y="148"/>
                      <a:pt x="666" y="147"/>
                      <a:pt x="668" y="146"/>
                    </a:cubicBezTo>
                    <a:cubicBezTo>
                      <a:pt x="669" y="145"/>
                      <a:pt x="672" y="147"/>
                      <a:pt x="672" y="145"/>
                    </a:cubicBezTo>
                    <a:cubicBezTo>
                      <a:pt x="671" y="143"/>
                      <a:pt x="672" y="139"/>
                      <a:pt x="675" y="139"/>
                    </a:cubicBezTo>
                    <a:cubicBezTo>
                      <a:pt x="676" y="138"/>
                      <a:pt x="678" y="137"/>
                      <a:pt x="679" y="138"/>
                    </a:cubicBezTo>
                    <a:cubicBezTo>
                      <a:pt x="680" y="138"/>
                      <a:pt x="682" y="140"/>
                      <a:pt x="683" y="139"/>
                    </a:cubicBezTo>
                    <a:cubicBezTo>
                      <a:pt x="681" y="140"/>
                      <a:pt x="678" y="139"/>
                      <a:pt x="677" y="142"/>
                    </a:cubicBezTo>
                    <a:cubicBezTo>
                      <a:pt x="677" y="143"/>
                      <a:pt x="677" y="144"/>
                      <a:pt x="677" y="145"/>
                    </a:cubicBezTo>
                    <a:cubicBezTo>
                      <a:pt x="677" y="146"/>
                      <a:pt x="675" y="146"/>
                      <a:pt x="676" y="147"/>
                    </a:cubicBezTo>
                    <a:cubicBezTo>
                      <a:pt x="676" y="148"/>
                      <a:pt x="677" y="148"/>
                      <a:pt x="676" y="149"/>
                    </a:cubicBezTo>
                    <a:cubicBezTo>
                      <a:pt x="675" y="149"/>
                      <a:pt x="674" y="150"/>
                      <a:pt x="675" y="151"/>
                    </a:cubicBezTo>
                    <a:cubicBezTo>
                      <a:pt x="675" y="151"/>
                      <a:pt x="669" y="153"/>
                      <a:pt x="669" y="154"/>
                    </a:cubicBezTo>
                    <a:cubicBezTo>
                      <a:pt x="667" y="155"/>
                      <a:pt x="666" y="157"/>
                      <a:pt x="664" y="158"/>
                    </a:cubicBezTo>
                    <a:cubicBezTo>
                      <a:pt x="662" y="160"/>
                      <a:pt x="660" y="161"/>
                      <a:pt x="658" y="163"/>
                    </a:cubicBezTo>
                    <a:cubicBezTo>
                      <a:pt x="654" y="166"/>
                      <a:pt x="651" y="173"/>
                      <a:pt x="646" y="173"/>
                    </a:cubicBezTo>
                    <a:cubicBezTo>
                      <a:pt x="645" y="173"/>
                      <a:pt x="641" y="174"/>
                      <a:pt x="641" y="175"/>
                    </a:cubicBezTo>
                    <a:cubicBezTo>
                      <a:pt x="641" y="178"/>
                      <a:pt x="641" y="179"/>
                      <a:pt x="638" y="181"/>
                    </a:cubicBezTo>
                    <a:cubicBezTo>
                      <a:pt x="634" y="184"/>
                      <a:pt x="634" y="190"/>
                      <a:pt x="635" y="195"/>
                    </a:cubicBezTo>
                    <a:cubicBezTo>
                      <a:pt x="636" y="200"/>
                      <a:pt x="635" y="206"/>
                      <a:pt x="638" y="210"/>
                    </a:cubicBezTo>
                    <a:cubicBezTo>
                      <a:pt x="639" y="212"/>
                      <a:pt x="639" y="215"/>
                      <a:pt x="639" y="217"/>
                    </a:cubicBezTo>
                    <a:cubicBezTo>
                      <a:pt x="639" y="217"/>
                      <a:pt x="639" y="219"/>
                      <a:pt x="640" y="219"/>
                    </a:cubicBezTo>
                    <a:cubicBezTo>
                      <a:pt x="641" y="219"/>
                      <a:pt x="639" y="222"/>
                      <a:pt x="640" y="222"/>
                    </a:cubicBezTo>
                    <a:cubicBezTo>
                      <a:pt x="640" y="222"/>
                      <a:pt x="645" y="218"/>
                      <a:pt x="645" y="217"/>
                    </a:cubicBezTo>
                    <a:cubicBezTo>
                      <a:pt x="647" y="215"/>
                      <a:pt x="648" y="213"/>
                      <a:pt x="649" y="210"/>
                    </a:cubicBezTo>
                    <a:cubicBezTo>
                      <a:pt x="650" y="208"/>
                      <a:pt x="654" y="206"/>
                      <a:pt x="655" y="206"/>
                    </a:cubicBezTo>
                    <a:cubicBezTo>
                      <a:pt x="658" y="208"/>
                      <a:pt x="655" y="202"/>
                      <a:pt x="656" y="201"/>
                    </a:cubicBezTo>
                    <a:cubicBezTo>
                      <a:pt x="658" y="198"/>
                      <a:pt x="659" y="197"/>
                      <a:pt x="662" y="197"/>
                    </a:cubicBezTo>
                    <a:cubicBezTo>
                      <a:pt x="665" y="197"/>
                      <a:pt x="669" y="197"/>
                      <a:pt x="667" y="194"/>
                    </a:cubicBezTo>
                    <a:cubicBezTo>
                      <a:pt x="664" y="191"/>
                      <a:pt x="666" y="188"/>
                      <a:pt x="669" y="186"/>
                    </a:cubicBezTo>
                    <a:cubicBezTo>
                      <a:pt x="670" y="185"/>
                      <a:pt x="670" y="187"/>
                      <a:pt x="671" y="187"/>
                    </a:cubicBezTo>
                    <a:cubicBezTo>
                      <a:pt x="673" y="187"/>
                      <a:pt x="673" y="184"/>
                      <a:pt x="673" y="183"/>
                    </a:cubicBezTo>
                    <a:cubicBezTo>
                      <a:pt x="671" y="181"/>
                      <a:pt x="669" y="180"/>
                      <a:pt x="671" y="177"/>
                    </a:cubicBezTo>
                    <a:cubicBezTo>
                      <a:pt x="671" y="177"/>
                      <a:pt x="674" y="176"/>
                      <a:pt x="673" y="175"/>
                    </a:cubicBezTo>
                    <a:cubicBezTo>
                      <a:pt x="672" y="175"/>
                      <a:pt x="671" y="173"/>
                      <a:pt x="670" y="173"/>
                    </a:cubicBezTo>
                    <a:cubicBezTo>
                      <a:pt x="669" y="173"/>
                      <a:pt x="670" y="174"/>
                      <a:pt x="669" y="174"/>
                    </a:cubicBezTo>
                    <a:cubicBezTo>
                      <a:pt x="667" y="174"/>
                      <a:pt x="666" y="173"/>
                      <a:pt x="667" y="171"/>
                    </a:cubicBezTo>
                    <a:cubicBezTo>
                      <a:pt x="668" y="169"/>
                      <a:pt x="670" y="168"/>
                      <a:pt x="672" y="165"/>
                    </a:cubicBezTo>
                    <a:cubicBezTo>
                      <a:pt x="673" y="163"/>
                      <a:pt x="673" y="160"/>
                      <a:pt x="676" y="158"/>
                    </a:cubicBezTo>
                    <a:cubicBezTo>
                      <a:pt x="677" y="157"/>
                      <a:pt x="677" y="159"/>
                      <a:pt x="677" y="159"/>
                    </a:cubicBezTo>
                    <a:cubicBezTo>
                      <a:pt x="679" y="159"/>
                      <a:pt x="679" y="157"/>
                      <a:pt x="680" y="158"/>
                    </a:cubicBezTo>
                    <a:cubicBezTo>
                      <a:pt x="681" y="158"/>
                      <a:pt x="681" y="159"/>
                      <a:pt x="682" y="158"/>
                    </a:cubicBezTo>
                    <a:cubicBezTo>
                      <a:pt x="684" y="157"/>
                      <a:pt x="685" y="156"/>
                      <a:pt x="687" y="155"/>
                    </a:cubicBezTo>
                    <a:cubicBezTo>
                      <a:pt x="690" y="154"/>
                      <a:pt x="686" y="158"/>
                      <a:pt x="688" y="159"/>
                    </a:cubicBezTo>
                    <a:cubicBezTo>
                      <a:pt x="688" y="160"/>
                      <a:pt x="692" y="156"/>
                      <a:pt x="693" y="156"/>
                    </a:cubicBezTo>
                    <a:cubicBezTo>
                      <a:pt x="695" y="155"/>
                      <a:pt x="697" y="154"/>
                      <a:pt x="700" y="154"/>
                    </a:cubicBezTo>
                    <a:cubicBezTo>
                      <a:pt x="702" y="154"/>
                      <a:pt x="704" y="154"/>
                      <a:pt x="705" y="156"/>
                    </a:cubicBezTo>
                    <a:cubicBezTo>
                      <a:pt x="706" y="156"/>
                      <a:pt x="707" y="157"/>
                      <a:pt x="708" y="158"/>
                    </a:cubicBezTo>
                    <a:cubicBezTo>
                      <a:pt x="709" y="159"/>
                      <a:pt x="709" y="156"/>
                      <a:pt x="710" y="156"/>
                    </a:cubicBezTo>
                    <a:cubicBezTo>
                      <a:pt x="718" y="149"/>
                      <a:pt x="727" y="146"/>
                      <a:pt x="736" y="142"/>
                    </a:cubicBezTo>
                    <a:cubicBezTo>
                      <a:pt x="738" y="141"/>
                      <a:pt x="741" y="140"/>
                      <a:pt x="742" y="138"/>
                    </a:cubicBezTo>
                    <a:cubicBezTo>
                      <a:pt x="743" y="136"/>
                      <a:pt x="743" y="139"/>
                      <a:pt x="745" y="139"/>
                    </a:cubicBezTo>
                    <a:cubicBezTo>
                      <a:pt x="746" y="139"/>
                      <a:pt x="748" y="139"/>
                      <a:pt x="749" y="139"/>
                    </a:cubicBezTo>
                    <a:cubicBezTo>
                      <a:pt x="750" y="140"/>
                      <a:pt x="751" y="141"/>
                      <a:pt x="752" y="141"/>
                    </a:cubicBezTo>
                    <a:cubicBezTo>
                      <a:pt x="755" y="141"/>
                      <a:pt x="755" y="137"/>
                      <a:pt x="754" y="135"/>
                    </a:cubicBezTo>
                    <a:cubicBezTo>
                      <a:pt x="754" y="134"/>
                      <a:pt x="750" y="132"/>
                      <a:pt x="751" y="131"/>
                    </a:cubicBezTo>
                    <a:cubicBezTo>
                      <a:pt x="751" y="130"/>
                      <a:pt x="749" y="125"/>
                      <a:pt x="748" y="126"/>
                    </a:cubicBezTo>
                    <a:cubicBezTo>
                      <a:pt x="748" y="127"/>
                      <a:pt x="746" y="125"/>
                      <a:pt x="745" y="125"/>
                    </a:cubicBezTo>
                    <a:cubicBezTo>
                      <a:pt x="744" y="124"/>
                      <a:pt x="745" y="123"/>
                      <a:pt x="744" y="122"/>
                    </a:cubicBezTo>
                    <a:cubicBezTo>
                      <a:pt x="744" y="121"/>
                      <a:pt x="741" y="122"/>
                      <a:pt x="741" y="122"/>
                    </a:cubicBezTo>
                    <a:cubicBezTo>
                      <a:pt x="740" y="123"/>
                      <a:pt x="737" y="122"/>
                      <a:pt x="738" y="121"/>
                    </a:cubicBezTo>
                    <a:cubicBezTo>
                      <a:pt x="738" y="120"/>
                      <a:pt x="741" y="121"/>
                      <a:pt x="742" y="121"/>
                    </a:cubicBezTo>
                    <a:cubicBezTo>
                      <a:pt x="742" y="120"/>
                      <a:pt x="739" y="120"/>
                      <a:pt x="739" y="120"/>
                    </a:cubicBezTo>
                    <a:cubicBezTo>
                      <a:pt x="739" y="117"/>
                      <a:pt x="747" y="122"/>
                      <a:pt x="748" y="122"/>
                    </a:cubicBezTo>
                    <a:cubicBezTo>
                      <a:pt x="750" y="123"/>
                      <a:pt x="756" y="121"/>
                      <a:pt x="758" y="119"/>
                    </a:cubicBezTo>
                    <a:cubicBezTo>
                      <a:pt x="759" y="118"/>
                      <a:pt x="757" y="118"/>
                      <a:pt x="757" y="117"/>
                    </a:cubicBezTo>
                    <a:cubicBezTo>
                      <a:pt x="757" y="117"/>
                      <a:pt x="761" y="117"/>
                      <a:pt x="761" y="115"/>
                    </a:cubicBezTo>
                    <a:cubicBezTo>
                      <a:pt x="760" y="114"/>
                      <a:pt x="758" y="113"/>
                      <a:pt x="759" y="112"/>
                    </a:cubicBezTo>
                    <a:cubicBezTo>
                      <a:pt x="759" y="111"/>
                      <a:pt x="761" y="109"/>
                      <a:pt x="761" y="109"/>
                    </a:cubicBezTo>
                    <a:cubicBezTo>
                      <a:pt x="762" y="109"/>
                      <a:pt x="766" y="110"/>
                      <a:pt x="766" y="109"/>
                    </a:cubicBezTo>
                    <a:cubicBezTo>
                      <a:pt x="765" y="110"/>
                      <a:pt x="762" y="111"/>
                      <a:pt x="763" y="112"/>
                    </a:cubicBezTo>
                    <a:cubicBezTo>
                      <a:pt x="764" y="113"/>
                      <a:pt x="765" y="114"/>
                      <a:pt x="765" y="114"/>
                    </a:cubicBezTo>
                    <a:cubicBezTo>
                      <a:pt x="765" y="115"/>
                      <a:pt x="764" y="116"/>
                      <a:pt x="765" y="116"/>
                    </a:cubicBezTo>
                    <a:cubicBezTo>
                      <a:pt x="767" y="116"/>
                      <a:pt x="769" y="115"/>
                      <a:pt x="771" y="115"/>
                    </a:cubicBezTo>
                    <a:cubicBezTo>
                      <a:pt x="773" y="115"/>
                      <a:pt x="775" y="115"/>
                      <a:pt x="777" y="116"/>
                    </a:cubicBezTo>
                    <a:cubicBezTo>
                      <a:pt x="778" y="117"/>
                      <a:pt x="778" y="117"/>
                      <a:pt x="778" y="119"/>
                    </a:cubicBezTo>
                    <a:cubicBezTo>
                      <a:pt x="778" y="120"/>
                      <a:pt x="782" y="121"/>
                      <a:pt x="783" y="121"/>
                    </a:cubicBezTo>
                    <a:cubicBezTo>
                      <a:pt x="784" y="122"/>
                      <a:pt x="790" y="126"/>
                      <a:pt x="791" y="124"/>
                    </a:cubicBezTo>
                    <a:cubicBezTo>
                      <a:pt x="790" y="127"/>
                      <a:pt x="796" y="124"/>
                      <a:pt x="796" y="124"/>
                    </a:cubicBezTo>
                    <a:cubicBezTo>
                      <a:pt x="796" y="123"/>
                      <a:pt x="792" y="123"/>
                      <a:pt x="793" y="122"/>
                    </a:cubicBezTo>
                    <a:cubicBezTo>
                      <a:pt x="793" y="120"/>
                      <a:pt x="796" y="122"/>
                      <a:pt x="796" y="122"/>
                    </a:cubicBezTo>
                    <a:cubicBezTo>
                      <a:pt x="796" y="120"/>
                      <a:pt x="795" y="122"/>
                      <a:pt x="796" y="119"/>
                    </a:cubicBezTo>
                    <a:cubicBezTo>
                      <a:pt x="796" y="118"/>
                      <a:pt x="796" y="117"/>
                      <a:pt x="796" y="116"/>
                    </a:cubicBezTo>
                    <a:cubicBezTo>
                      <a:pt x="795" y="115"/>
                      <a:pt x="794" y="115"/>
                      <a:pt x="794" y="114"/>
                    </a:cubicBezTo>
                    <a:cubicBezTo>
                      <a:pt x="794" y="114"/>
                      <a:pt x="801" y="116"/>
                      <a:pt x="802" y="115"/>
                    </a:cubicBezTo>
                    <a:cubicBezTo>
                      <a:pt x="802" y="115"/>
                      <a:pt x="801" y="114"/>
                      <a:pt x="800" y="114"/>
                    </a:cubicBezTo>
                    <a:cubicBezTo>
                      <a:pt x="801" y="114"/>
                      <a:pt x="804" y="115"/>
                      <a:pt x="805" y="114"/>
                    </a:cubicBezTo>
                    <a:cubicBezTo>
                      <a:pt x="805" y="113"/>
                      <a:pt x="805" y="112"/>
                      <a:pt x="806" y="111"/>
                    </a:cubicBezTo>
                    <a:cubicBezTo>
                      <a:pt x="806" y="111"/>
                      <a:pt x="809" y="111"/>
                      <a:pt x="809" y="111"/>
                    </a:cubicBezTo>
                    <a:cubicBezTo>
                      <a:pt x="809" y="111"/>
                      <a:pt x="808" y="111"/>
                      <a:pt x="808" y="111"/>
                    </a:cubicBezTo>
                    <a:cubicBezTo>
                      <a:pt x="807" y="110"/>
                      <a:pt x="810" y="111"/>
                      <a:pt x="808" y="111"/>
                    </a:cubicBezTo>
                    <a:close/>
                    <a:moveTo>
                      <a:pt x="405" y="192"/>
                    </a:moveTo>
                    <a:cubicBezTo>
                      <a:pt x="404" y="195"/>
                      <a:pt x="404" y="198"/>
                      <a:pt x="403" y="201"/>
                    </a:cubicBezTo>
                    <a:cubicBezTo>
                      <a:pt x="402" y="203"/>
                      <a:pt x="399" y="202"/>
                      <a:pt x="399" y="204"/>
                    </a:cubicBezTo>
                    <a:cubicBezTo>
                      <a:pt x="399" y="204"/>
                      <a:pt x="401" y="204"/>
                      <a:pt x="402" y="204"/>
                    </a:cubicBezTo>
                    <a:cubicBezTo>
                      <a:pt x="402" y="204"/>
                      <a:pt x="393" y="210"/>
                      <a:pt x="392" y="210"/>
                    </a:cubicBezTo>
                    <a:cubicBezTo>
                      <a:pt x="391" y="211"/>
                      <a:pt x="390" y="212"/>
                      <a:pt x="388" y="212"/>
                    </a:cubicBezTo>
                    <a:cubicBezTo>
                      <a:pt x="387" y="213"/>
                      <a:pt x="386" y="215"/>
                      <a:pt x="385" y="216"/>
                    </a:cubicBezTo>
                    <a:cubicBezTo>
                      <a:pt x="384" y="217"/>
                      <a:pt x="377" y="219"/>
                      <a:pt x="376" y="217"/>
                    </a:cubicBezTo>
                    <a:cubicBezTo>
                      <a:pt x="376" y="216"/>
                      <a:pt x="383" y="214"/>
                      <a:pt x="384" y="213"/>
                    </a:cubicBezTo>
                    <a:cubicBezTo>
                      <a:pt x="387" y="211"/>
                      <a:pt x="390" y="208"/>
                      <a:pt x="393" y="206"/>
                    </a:cubicBezTo>
                    <a:cubicBezTo>
                      <a:pt x="395" y="205"/>
                      <a:pt x="395" y="202"/>
                      <a:pt x="397" y="201"/>
                    </a:cubicBezTo>
                    <a:cubicBezTo>
                      <a:pt x="399" y="198"/>
                      <a:pt x="401" y="195"/>
                      <a:pt x="402" y="192"/>
                    </a:cubicBezTo>
                    <a:cubicBezTo>
                      <a:pt x="402" y="190"/>
                      <a:pt x="402" y="190"/>
                      <a:pt x="404" y="189"/>
                    </a:cubicBezTo>
                    <a:cubicBezTo>
                      <a:pt x="406" y="188"/>
                      <a:pt x="405" y="191"/>
                      <a:pt x="405" y="192"/>
                    </a:cubicBezTo>
                    <a:cubicBezTo>
                      <a:pt x="404" y="193"/>
                      <a:pt x="405" y="190"/>
                      <a:pt x="405" y="19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5" name="Freeform 721">
                <a:extLst>
                  <a:ext uri="{FF2B5EF4-FFF2-40B4-BE49-F238E27FC236}">
                    <a16:creationId xmlns:a16="http://schemas.microsoft.com/office/drawing/2014/main" id="{7A4DF836-5BF8-1876-6668-503270D8B8A2}"/>
                  </a:ext>
                </a:extLst>
              </p:cNvPr>
              <p:cNvSpPr>
                <a:spLocks/>
              </p:cNvSpPr>
              <p:nvPr/>
            </p:nvSpPr>
            <p:spPr bwMode="auto">
              <a:xfrm>
                <a:off x="18193828" y="6226607"/>
                <a:ext cx="140127" cy="299442"/>
              </a:xfrm>
              <a:custGeom>
                <a:avLst/>
                <a:gdLst>
                  <a:gd name="T0" fmla="*/ 13 w 15"/>
                  <a:gd name="T1" fmla="*/ 26 h 32"/>
                  <a:gd name="T2" fmla="*/ 10 w 15"/>
                  <a:gd name="T3" fmla="*/ 13 h 32"/>
                  <a:gd name="T4" fmla="*/ 9 w 15"/>
                  <a:gd name="T5" fmla="*/ 4 h 32"/>
                  <a:gd name="T6" fmla="*/ 9 w 15"/>
                  <a:gd name="T7" fmla="*/ 1 h 32"/>
                  <a:gd name="T8" fmla="*/ 6 w 15"/>
                  <a:gd name="T9" fmla="*/ 0 h 32"/>
                  <a:gd name="T10" fmla="*/ 7 w 15"/>
                  <a:gd name="T11" fmla="*/ 3 h 32"/>
                  <a:gd name="T12" fmla="*/ 6 w 15"/>
                  <a:gd name="T13" fmla="*/ 5 h 32"/>
                  <a:gd name="T14" fmla="*/ 4 w 15"/>
                  <a:gd name="T15" fmla="*/ 7 h 32"/>
                  <a:gd name="T16" fmla="*/ 4 w 15"/>
                  <a:gd name="T17" fmla="*/ 9 h 32"/>
                  <a:gd name="T18" fmla="*/ 2 w 15"/>
                  <a:gd name="T19" fmla="*/ 14 h 32"/>
                  <a:gd name="T20" fmla="*/ 5 w 15"/>
                  <a:gd name="T21" fmla="*/ 20 h 32"/>
                  <a:gd name="T22" fmla="*/ 6 w 15"/>
                  <a:gd name="T23" fmla="*/ 32 h 32"/>
                  <a:gd name="T24" fmla="*/ 15 w 15"/>
                  <a:gd name="T25" fmla="*/ 32 h 32"/>
                  <a:gd name="T26" fmla="*/ 13 w 15"/>
                  <a:gd name="T27" fmla="*/ 26 h 32"/>
                  <a:gd name="T28" fmla="*/ 13 w 15"/>
                  <a:gd name="T29"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32">
                    <a:moveTo>
                      <a:pt x="13" y="26"/>
                    </a:moveTo>
                    <a:cubicBezTo>
                      <a:pt x="13" y="22"/>
                      <a:pt x="9" y="17"/>
                      <a:pt x="10" y="13"/>
                    </a:cubicBezTo>
                    <a:cubicBezTo>
                      <a:pt x="11" y="10"/>
                      <a:pt x="10" y="7"/>
                      <a:pt x="9" y="4"/>
                    </a:cubicBezTo>
                    <a:cubicBezTo>
                      <a:pt x="9" y="3"/>
                      <a:pt x="9" y="2"/>
                      <a:pt x="9" y="1"/>
                    </a:cubicBezTo>
                    <a:cubicBezTo>
                      <a:pt x="9" y="0"/>
                      <a:pt x="6" y="0"/>
                      <a:pt x="6" y="0"/>
                    </a:cubicBezTo>
                    <a:cubicBezTo>
                      <a:pt x="6" y="1"/>
                      <a:pt x="7" y="2"/>
                      <a:pt x="7" y="3"/>
                    </a:cubicBezTo>
                    <a:cubicBezTo>
                      <a:pt x="8" y="4"/>
                      <a:pt x="7" y="5"/>
                      <a:pt x="6" y="5"/>
                    </a:cubicBezTo>
                    <a:cubicBezTo>
                      <a:pt x="5" y="6"/>
                      <a:pt x="4" y="5"/>
                      <a:pt x="4" y="7"/>
                    </a:cubicBezTo>
                    <a:cubicBezTo>
                      <a:pt x="4" y="8"/>
                      <a:pt x="4" y="8"/>
                      <a:pt x="4" y="9"/>
                    </a:cubicBezTo>
                    <a:cubicBezTo>
                      <a:pt x="3" y="11"/>
                      <a:pt x="3" y="13"/>
                      <a:pt x="2" y="14"/>
                    </a:cubicBezTo>
                    <a:cubicBezTo>
                      <a:pt x="0" y="15"/>
                      <a:pt x="4" y="18"/>
                      <a:pt x="5" y="20"/>
                    </a:cubicBezTo>
                    <a:cubicBezTo>
                      <a:pt x="6" y="22"/>
                      <a:pt x="4" y="32"/>
                      <a:pt x="6" y="32"/>
                    </a:cubicBezTo>
                    <a:cubicBezTo>
                      <a:pt x="9" y="32"/>
                      <a:pt x="12" y="32"/>
                      <a:pt x="15" y="32"/>
                    </a:cubicBezTo>
                    <a:cubicBezTo>
                      <a:pt x="15" y="30"/>
                      <a:pt x="14" y="28"/>
                      <a:pt x="13" y="26"/>
                    </a:cubicBezTo>
                    <a:cubicBezTo>
                      <a:pt x="13" y="24"/>
                      <a:pt x="13" y="27"/>
                      <a:pt x="13" y="2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6" name="Freeform 722">
                <a:extLst>
                  <a:ext uri="{FF2B5EF4-FFF2-40B4-BE49-F238E27FC236}">
                    <a16:creationId xmlns:a16="http://schemas.microsoft.com/office/drawing/2014/main" id="{CE8AF372-5704-1573-1C03-34CA92FDB315}"/>
                  </a:ext>
                </a:extLst>
              </p:cNvPr>
              <p:cNvSpPr>
                <a:spLocks/>
              </p:cNvSpPr>
              <p:nvPr/>
            </p:nvSpPr>
            <p:spPr bwMode="auto">
              <a:xfrm>
                <a:off x="18222490" y="6516489"/>
                <a:ext cx="140127" cy="216615"/>
              </a:xfrm>
              <a:custGeom>
                <a:avLst/>
                <a:gdLst>
                  <a:gd name="T0" fmla="*/ 12 w 15"/>
                  <a:gd name="T1" fmla="*/ 1 h 23"/>
                  <a:gd name="T2" fmla="*/ 7 w 15"/>
                  <a:gd name="T3" fmla="*/ 1 h 23"/>
                  <a:gd name="T4" fmla="*/ 2 w 15"/>
                  <a:gd name="T5" fmla="*/ 2 h 23"/>
                  <a:gd name="T6" fmla="*/ 1 w 15"/>
                  <a:gd name="T7" fmla="*/ 7 h 23"/>
                  <a:gd name="T8" fmla="*/ 2 w 15"/>
                  <a:gd name="T9" fmla="*/ 11 h 23"/>
                  <a:gd name="T10" fmla="*/ 1 w 15"/>
                  <a:gd name="T11" fmla="*/ 23 h 23"/>
                  <a:gd name="T12" fmla="*/ 4 w 15"/>
                  <a:gd name="T13" fmla="*/ 20 h 23"/>
                  <a:gd name="T14" fmla="*/ 7 w 15"/>
                  <a:gd name="T15" fmla="*/ 20 h 23"/>
                  <a:gd name="T16" fmla="*/ 9 w 15"/>
                  <a:gd name="T17" fmla="*/ 23 h 23"/>
                  <a:gd name="T18" fmla="*/ 9 w 15"/>
                  <a:gd name="T19" fmla="*/ 20 h 23"/>
                  <a:gd name="T20" fmla="*/ 6 w 15"/>
                  <a:gd name="T21" fmla="*/ 16 h 23"/>
                  <a:gd name="T22" fmla="*/ 4 w 15"/>
                  <a:gd name="T23" fmla="*/ 7 h 23"/>
                  <a:gd name="T24" fmla="*/ 9 w 15"/>
                  <a:gd name="T25" fmla="*/ 3 h 23"/>
                  <a:gd name="T26" fmla="*/ 15 w 15"/>
                  <a:gd name="T27" fmla="*/ 6 h 23"/>
                  <a:gd name="T28" fmla="*/ 12 w 15"/>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3">
                    <a:moveTo>
                      <a:pt x="12" y="1"/>
                    </a:moveTo>
                    <a:cubicBezTo>
                      <a:pt x="11" y="1"/>
                      <a:pt x="9" y="1"/>
                      <a:pt x="7" y="1"/>
                    </a:cubicBezTo>
                    <a:cubicBezTo>
                      <a:pt x="5" y="1"/>
                      <a:pt x="3" y="0"/>
                      <a:pt x="2" y="2"/>
                    </a:cubicBezTo>
                    <a:cubicBezTo>
                      <a:pt x="2" y="4"/>
                      <a:pt x="1" y="5"/>
                      <a:pt x="1" y="7"/>
                    </a:cubicBezTo>
                    <a:cubicBezTo>
                      <a:pt x="1" y="8"/>
                      <a:pt x="2" y="9"/>
                      <a:pt x="2" y="11"/>
                    </a:cubicBezTo>
                    <a:cubicBezTo>
                      <a:pt x="2" y="12"/>
                      <a:pt x="0" y="23"/>
                      <a:pt x="1" y="23"/>
                    </a:cubicBezTo>
                    <a:cubicBezTo>
                      <a:pt x="3" y="22"/>
                      <a:pt x="1" y="19"/>
                      <a:pt x="4" y="20"/>
                    </a:cubicBezTo>
                    <a:cubicBezTo>
                      <a:pt x="5" y="20"/>
                      <a:pt x="7" y="19"/>
                      <a:pt x="7" y="20"/>
                    </a:cubicBezTo>
                    <a:cubicBezTo>
                      <a:pt x="8" y="20"/>
                      <a:pt x="8" y="23"/>
                      <a:pt x="9" y="23"/>
                    </a:cubicBezTo>
                    <a:cubicBezTo>
                      <a:pt x="9" y="23"/>
                      <a:pt x="9" y="20"/>
                      <a:pt x="9" y="20"/>
                    </a:cubicBezTo>
                    <a:cubicBezTo>
                      <a:pt x="9" y="18"/>
                      <a:pt x="7" y="17"/>
                      <a:pt x="6" y="16"/>
                    </a:cubicBezTo>
                    <a:cubicBezTo>
                      <a:pt x="5" y="14"/>
                      <a:pt x="2" y="9"/>
                      <a:pt x="4" y="7"/>
                    </a:cubicBezTo>
                    <a:cubicBezTo>
                      <a:pt x="7" y="5"/>
                      <a:pt x="6" y="4"/>
                      <a:pt x="9" y="3"/>
                    </a:cubicBezTo>
                    <a:cubicBezTo>
                      <a:pt x="11" y="2"/>
                      <a:pt x="14" y="4"/>
                      <a:pt x="15" y="6"/>
                    </a:cubicBezTo>
                    <a:cubicBezTo>
                      <a:pt x="14" y="4"/>
                      <a:pt x="13" y="2"/>
                      <a:pt x="1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7" name="Freeform 723">
                <a:extLst>
                  <a:ext uri="{FF2B5EF4-FFF2-40B4-BE49-F238E27FC236}">
                    <a16:creationId xmlns:a16="http://schemas.microsoft.com/office/drawing/2014/main" id="{B62D3CA5-1B7F-8F84-381E-1DAC0D8EB803}"/>
                  </a:ext>
                </a:extLst>
              </p:cNvPr>
              <p:cNvSpPr>
                <a:spLocks/>
              </p:cNvSpPr>
              <p:nvPr/>
            </p:nvSpPr>
            <p:spPr bwMode="auto">
              <a:xfrm>
                <a:off x="17483637" y="7153601"/>
                <a:ext cx="197453" cy="235731"/>
              </a:xfrm>
              <a:custGeom>
                <a:avLst/>
                <a:gdLst>
                  <a:gd name="T0" fmla="*/ 5 w 21"/>
                  <a:gd name="T1" fmla="*/ 1 h 25"/>
                  <a:gd name="T2" fmla="*/ 4 w 21"/>
                  <a:gd name="T3" fmla="*/ 7 h 25"/>
                  <a:gd name="T4" fmla="*/ 1 w 21"/>
                  <a:gd name="T5" fmla="*/ 9 h 25"/>
                  <a:gd name="T6" fmla="*/ 3 w 21"/>
                  <a:gd name="T7" fmla="*/ 11 h 25"/>
                  <a:gd name="T8" fmla="*/ 2 w 21"/>
                  <a:gd name="T9" fmla="*/ 14 h 25"/>
                  <a:gd name="T10" fmla="*/ 3 w 21"/>
                  <a:gd name="T11" fmla="*/ 16 h 25"/>
                  <a:gd name="T12" fmla="*/ 1 w 21"/>
                  <a:gd name="T13" fmla="*/ 20 h 25"/>
                  <a:gd name="T14" fmla="*/ 3 w 21"/>
                  <a:gd name="T15" fmla="*/ 21 h 25"/>
                  <a:gd name="T16" fmla="*/ 0 w 21"/>
                  <a:gd name="T17" fmla="*/ 24 h 25"/>
                  <a:gd name="T18" fmla="*/ 2 w 21"/>
                  <a:gd name="T19" fmla="*/ 23 h 25"/>
                  <a:gd name="T20" fmla="*/ 3 w 21"/>
                  <a:gd name="T21" fmla="*/ 24 h 25"/>
                  <a:gd name="T22" fmla="*/ 6 w 21"/>
                  <a:gd name="T23" fmla="*/ 22 h 25"/>
                  <a:gd name="T24" fmla="*/ 8 w 21"/>
                  <a:gd name="T25" fmla="*/ 22 h 25"/>
                  <a:gd name="T26" fmla="*/ 9 w 21"/>
                  <a:gd name="T27" fmla="*/ 22 h 25"/>
                  <a:gd name="T28" fmla="*/ 12 w 21"/>
                  <a:gd name="T29" fmla="*/ 21 h 25"/>
                  <a:gd name="T30" fmla="*/ 14 w 21"/>
                  <a:gd name="T31" fmla="*/ 20 h 25"/>
                  <a:gd name="T32" fmla="*/ 17 w 21"/>
                  <a:gd name="T33" fmla="*/ 18 h 25"/>
                  <a:gd name="T34" fmla="*/ 20 w 21"/>
                  <a:gd name="T35" fmla="*/ 20 h 25"/>
                  <a:gd name="T36" fmla="*/ 19 w 21"/>
                  <a:gd name="T37" fmla="*/ 16 h 25"/>
                  <a:gd name="T38" fmla="*/ 17 w 21"/>
                  <a:gd name="T39" fmla="*/ 12 h 25"/>
                  <a:gd name="T40" fmla="*/ 12 w 21"/>
                  <a:gd name="T41" fmla="*/ 0 h 25"/>
                  <a:gd name="T42" fmla="*/ 5 w 21"/>
                  <a:gd name="T43" fmla="*/ 1 h 25"/>
                  <a:gd name="T44" fmla="*/ 5 w 21"/>
                  <a:gd name="T45"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5">
                    <a:moveTo>
                      <a:pt x="5" y="1"/>
                    </a:moveTo>
                    <a:cubicBezTo>
                      <a:pt x="3" y="2"/>
                      <a:pt x="2" y="6"/>
                      <a:pt x="4" y="7"/>
                    </a:cubicBezTo>
                    <a:cubicBezTo>
                      <a:pt x="7" y="10"/>
                      <a:pt x="2" y="9"/>
                      <a:pt x="1" y="9"/>
                    </a:cubicBezTo>
                    <a:cubicBezTo>
                      <a:pt x="1" y="9"/>
                      <a:pt x="3" y="11"/>
                      <a:pt x="3" y="11"/>
                    </a:cubicBezTo>
                    <a:cubicBezTo>
                      <a:pt x="3" y="13"/>
                      <a:pt x="3" y="13"/>
                      <a:pt x="2" y="14"/>
                    </a:cubicBezTo>
                    <a:cubicBezTo>
                      <a:pt x="2" y="14"/>
                      <a:pt x="3" y="15"/>
                      <a:pt x="3" y="16"/>
                    </a:cubicBezTo>
                    <a:cubicBezTo>
                      <a:pt x="2" y="17"/>
                      <a:pt x="1" y="20"/>
                      <a:pt x="1" y="20"/>
                    </a:cubicBezTo>
                    <a:cubicBezTo>
                      <a:pt x="1" y="20"/>
                      <a:pt x="3" y="20"/>
                      <a:pt x="3" y="21"/>
                    </a:cubicBezTo>
                    <a:cubicBezTo>
                      <a:pt x="3" y="21"/>
                      <a:pt x="0" y="23"/>
                      <a:pt x="0" y="24"/>
                    </a:cubicBezTo>
                    <a:cubicBezTo>
                      <a:pt x="0" y="24"/>
                      <a:pt x="1" y="23"/>
                      <a:pt x="2" y="23"/>
                    </a:cubicBezTo>
                    <a:cubicBezTo>
                      <a:pt x="2" y="23"/>
                      <a:pt x="2" y="25"/>
                      <a:pt x="3" y="24"/>
                    </a:cubicBezTo>
                    <a:cubicBezTo>
                      <a:pt x="3" y="23"/>
                      <a:pt x="5" y="22"/>
                      <a:pt x="6" y="22"/>
                    </a:cubicBezTo>
                    <a:cubicBezTo>
                      <a:pt x="7" y="21"/>
                      <a:pt x="6" y="25"/>
                      <a:pt x="8" y="22"/>
                    </a:cubicBezTo>
                    <a:cubicBezTo>
                      <a:pt x="9" y="20"/>
                      <a:pt x="8" y="21"/>
                      <a:pt x="9" y="22"/>
                    </a:cubicBezTo>
                    <a:cubicBezTo>
                      <a:pt x="9" y="22"/>
                      <a:pt x="12" y="21"/>
                      <a:pt x="12" y="21"/>
                    </a:cubicBezTo>
                    <a:cubicBezTo>
                      <a:pt x="14" y="21"/>
                      <a:pt x="13" y="20"/>
                      <a:pt x="14" y="20"/>
                    </a:cubicBezTo>
                    <a:cubicBezTo>
                      <a:pt x="16" y="20"/>
                      <a:pt x="16" y="19"/>
                      <a:pt x="17" y="18"/>
                    </a:cubicBezTo>
                    <a:cubicBezTo>
                      <a:pt x="18" y="16"/>
                      <a:pt x="19" y="19"/>
                      <a:pt x="20" y="20"/>
                    </a:cubicBezTo>
                    <a:cubicBezTo>
                      <a:pt x="21" y="20"/>
                      <a:pt x="19" y="16"/>
                      <a:pt x="19" y="16"/>
                    </a:cubicBezTo>
                    <a:cubicBezTo>
                      <a:pt x="18" y="15"/>
                      <a:pt x="17" y="14"/>
                      <a:pt x="17" y="12"/>
                    </a:cubicBezTo>
                    <a:cubicBezTo>
                      <a:pt x="17" y="7"/>
                      <a:pt x="14" y="4"/>
                      <a:pt x="12" y="0"/>
                    </a:cubicBezTo>
                    <a:cubicBezTo>
                      <a:pt x="10" y="2"/>
                      <a:pt x="8" y="1"/>
                      <a:pt x="5" y="1"/>
                    </a:cubicBezTo>
                    <a:cubicBezTo>
                      <a:pt x="5" y="2"/>
                      <a:pt x="6" y="1"/>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8" name="Freeform 724">
                <a:extLst>
                  <a:ext uri="{FF2B5EF4-FFF2-40B4-BE49-F238E27FC236}">
                    <a16:creationId xmlns:a16="http://schemas.microsoft.com/office/drawing/2014/main" id="{2FAB492C-F07D-80E6-1383-23077E8DFF39}"/>
                  </a:ext>
                </a:extLst>
              </p:cNvPr>
              <p:cNvSpPr>
                <a:spLocks/>
              </p:cNvSpPr>
              <p:nvPr/>
            </p:nvSpPr>
            <p:spPr bwMode="auto">
              <a:xfrm>
                <a:off x="17400836" y="6901941"/>
                <a:ext cx="299364" cy="289887"/>
              </a:xfrm>
              <a:custGeom>
                <a:avLst/>
                <a:gdLst>
                  <a:gd name="T0" fmla="*/ 32 w 32"/>
                  <a:gd name="T1" fmla="*/ 3 h 31"/>
                  <a:gd name="T2" fmla="*/ 29 w 32"/>
                  <a:gd name="T3" fmla="*/ 1 h 31"/>
                  <a:gd name="T4" fmla="*/ 27 w 32"/>
                  <a:gd name="T5" fmla="*/ 4 h 31"/>
                  <a:gd name="T6" fmla="*/ 25 w 32"/>
                  <a:gd name="T7" fmla="*/ 5 h 31"/>
                  <a:gd name="T8" fmla="*/ 20 w 32"/>
                  <a:gd name="T9" fmla="*/ 6 h 31"/>
                  <a:gd name="T10" fmla="*/ 20 w 32"/>
                  <a:gd name="T11" fmla="*/ 10 h 31"/>
                  <a:gd name="T12" fmla="*/ 13 w 32"/>
                  <a:gd name="T13" fmla="*/ 9 h 31"/>
                  <a:gd name="T14" fmla="*/ 10 w 32"/>
                  <a:gd name="T15" fmla="*/ 12 h 31"/>
                  <a:gd name="T16" fmla="*/ 0 w 32"/>
                  <a:gd name="T17" fmla="*/ 19 h 31"/>
                  <a:gd name="T18" fmla="*/ 6 w 32"/>
                  <a:gd name="T19" fmla="*/ 21 h 31"/>
                  <a:gd name="T20" fmla="*/ 5 w 32"/>
                  <a:gd name="T21" fmla="*/ 24 h 31"/>
                  <a:gd name="T22" fmla="*/ 6 w 32"/>
                  <a:gd name="T23" fmla="*/ 26 h 31"/>
                  <a:gd name="T24" fmla="*/ 3 w 32"/>
                  <a:gd name="T25" fmla="*/ 29 h 31"/>
                  <a:gd name="T26" fmla="*/ 5 w 32"/>
                  <a:gd name="T27" fmla="*/ 30 h 31"/>
                  <a:gd name="T28" fmla="*/ 5 w 32"/>
                  <a:gd name="T29" fmla="*/ 31 h 31"/>
                  <a:gd name="T30" fmla="*/ 9 w 32"/>
                  <a:gd name="T31" fmla="*/ 31 h 31"/>
                  <a:gd name="T32" fmla="*/ 12 w 32"/>
                  <a:gd name="T33" fmla="*/ 31 h 31"/>
                  <a:gd name="T34" fmla="*/ 14 w 32"/>
                  <a:gd name="T35" fmla="*/ 28 h 31"/>
                  <a:gd name="T36" fmla="*/ 21 w 32"/>
                  <a:gd name="T37" fmla="*/ 27 h 31"/>
                  <a:gd name="T38" fmla="*/ 16 w 32"/>
                  <a:gd name="T39" fmla="*/ 22 h 31"/>
                  <a:gd name="T40" fmla="*/ 20 w 32"/>
                  <a:gd name="T41" fmla="*/ 19 h 31"/>
                  <a:gd name="T42" fmla="*/ 27 w 32"/>
                  <a:gd name="T43" fmla="*/ 14 h 31"/>
                  <a:gd name="T44" fmla="*/ 27 w 32"/>
                  <a:gd name="T45" fmla="*/ 8 h 31"/>
                  <a:gd name="T46" fmla="*/ 32 w 32"/>
                  <a:gd name="T4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1">
                    <a:moveTo>
                      <a:pt x="32" y="3"/>
                    </a:moveTo>
                    <a:cubicBezTo>
                      <a:pt x="31" y="2"/>
                      <a:pt x="30" y="0"/>
                      <a:pt x="29" y="1"/>
                    </a:cubicBezTo>
                    <a:cubicBezTo>
                      <a:pt x="28" y="1"/>
                      <a:pt x="28" y="3"/>
                      <a:pt x="27" y="4"/>
                    </a:cubicBezTo>
                    <a:cubicBezTo>
                      <a:pt x="27" y="4"/>
                      <a:pt x="26" y="3"/>
                      <a:pt x="25" y="5"/>
                    </a:cubicBezTo>
                    <a:cubicBezTo>
                      <a:pt x="24" y="6"/>
                      <a:pt x="22" y="6"/>
                      <a:pt x="20" y="6"/>
                    </a:cubicBezTo>
                    <a:cubicBezTo>
                      <a:pt x="18" y="7"/>
                      <a:pt x="22" y="9"/>
                      <a:pt x="20" y="10"/>
                    </a:cubicBezTo>
                    <a:cubicBezTo>
                      <a:pt x="17" y="11"/>
                      <a:pt x="16" y="9"/>
                      <a:pt x="13" y="9"/>
                    </a:cubicBezTo>
                    <a:cubicBezTo>
                      <a:pt x="12" y="8"/>
                      <a:pt x="10" y="11"/>
                      <a:pt x="10" y="12"/>
                    </a:cubicBezTo>
                    <a:cubicBezTo>
                      <a:pt x="7" y="15"/>
                      <a:pt x="1" y="15"/>
                      <a:pt x="0" y="19"/>
                    </a:cubicBezTo>
                    <a:cubicBezTo>
                      <a:pt x="0" y="19"/>
                      <a:pt x="6" y="21"/>
                      <a:pt x="6" y="21"/>
                    </a:cubicBezTo>
                    <a:cubicBezTo>
                      <a:pt x="6" y="22"/>
                      <a:pt x="5" y="24"/>
                      <a:pt x="5" y="24"/>
                    </a:cubicBezTo>
                    <a:cubicBezTo>
                      <a:pt x="5" y="26"/>
                      <a:pt x="6" y="25"/>
                      <a:pt x="6" y="26"/>
                    </a:cubicBezTo>
                    <a:cubicBezTo>
                      <a:pt x="6" y="25"/>
                      <a:pt x="2" y="28"/>
                      <a:pt x="3" y="29"/>
                    </a:cubicBezTo>
                    <a:cubicBezTo>
                      <a:pt x="3" y="29"/>
                      <a:pt x="5" y="30"/>
                      <a:pt x="5" y="30"/>
                    </a:cubicBezTo>
                    <a:cubicBezTo>
                      <a:pt x="6" y="30"/>
                      <a:pt x="5" y="30"/>
                      <a:pt x="5" y="31"/>
                    </a:cubicBezTo>
                    <a:cubicBezTo>
                      <a:pt x="5" y="30"/>
                      <a:pt x="9" y="30"/>
                      <a:pt x="9" y="31"/>
                    </a:cubicBezTo>
                    <a:cubicBezTo>
                      <a:pt x="10" y="31"/>
                      <a:pt x="11" y="31"/>
                      <a:pt x="12" y="31"/>
                    </a:cubicBezTo>
                    <a:cubicBezTo>
                      <a:pt x="12" y="31"/>
                      <a:pt x="13" y="29"/>
                      <a:pt x="14" y="28"/>
                    </a:cubicBezTo>
                    <a:cubicBezTo>
                      <a:pt x="17" y="28"/>
                      <a:pt x="19" y="29"/>
                      <a:pt x="21" y="27"/>
                    </a:cubicBezTo>
                    <a:cubicBezTo>
                      <a:pt x="21" y="25"/>
                      <a:pt x="16" y="23"/>
                      <a:pt x="16" y="22"/>
                    </a:cubicBezTo>
                    <a:cubicBezTo>
                      <a:pt x="17" y="21"/>
                      <a:pt x="18" y="20"/>
                      <a:pt x="20" y="19"/>
                    </a:cubicBezTo>
                    <a:cubicBezTo>
                      <a:pt x="22" y="17"/>
                      <a:pt x="24" y="15"/>
                      <a:pt x="27" y="14"/>
                    </a:cubicBezTo>
                    <a:cubicBezTo>
                      <a:pt x="29" y="12"/>
                      <a:pt x="26" y="9"/>
                      <a:pt x="27" y="8"/>
                    </a:cubicBezTo>
                    <a:cubicBezTo>
                      <a:pt x="29" y="6"/>
                      <a:pt x="30" y="4"/>
                      <a:pt x="32"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29" name="Freeform 725">
                <a:extLst>
                  <a:ext uri="{FF2B5EF4-FFF2-40B4-BE49-F238E27FC236}">
                    <a16:creationId xmlns:a16="http://schemas.microsoft.com/office/drawing/2014/main" id="{44A62337-5E28-E2B1-C61E-D28B0143B610}"/>
                  </a:ext>
                </a:extLst>
              </p:cNvPr>
              <p:cNvSpPr>
                <a:spLocks/>
              </p:cNvSpPr>
              <p:nvPr/>
            </p:nvSpPr>
            <p:spPr bwMode="auto">
              <a:xfrm>
                <a:off x="11209749" y="6162893"/>
                <a:ext cx="222932" cy="232543"/>
              </a:xfrm>
              <a:custGeom>
                <a:avLst/>
                <a:gdLst>
                  <a:gd name="T0" fmla="*/ 21 w 24"/>
                  <a:gd name="T1" fmla="*/ 8 h 25"/>
                  <a:gd name="T2" fmla="*/ 18 w 24"/>
                  <a:gd name="T3" fmla="*/ 5 h 25"/>
                  <a:gd name="T4" fmla="*/ 15 w 24"/>
                  <a:gd name="T5" fmla="*/ 6 h 25"/>
                  <a:gd name="T6" fmla="*/ 16 w 24"/>
                  <a:gd name="T7" fmla="*/ 1 h 25"/>
                  <a:gd name="T8" fmla="*/ 10 w 24"/>
                  <a:gd name="T9" fmla="*/ 1 h 25"/>
                  <a:gd name="T10" fmla="*/ 10 w 24"/>
                  <a:gd name="T11" fmla="*/ 2 h 25"/>
                  <a:gd name="T12" fmla="*/ 9 w 24"/>
                  <a:gd name="T13" fmla="*/ 3 h 25"/>
                  <a:gd name="T14" fmla="*/ 11 w 24"/>
                  <a:gd name="T15" fmla="*/ 4 h 25"/>
                  <a:gd name="T16" fmla="*/ 9 w 24"/>
                  <a:gd name="T17" fmla="*/ 5 h 25"/>
                  <a:gd name="T18" fmla="*/ 2 w 24"/>
                  <a:gd name="T19" fmla="*/ 6 h 25"/>
                  <a:gd name="T20" fmla="*/ 3 w 24"/>
                  <a:gd name="T21" fmla="*/ 7 h 25"/>
                  <a:gd name="T22" fmla="*/ 2 w 24"/>
                  <a:gd name="T23" fmla="*/ 8 h 25"/>
                  <a:gd name="T24" fmla="*/ 2 w 24"/>
                  <a:gd name="T25" fmla="*/ 8 h 25"/>
                  <a:gd name="T26" fmla="*/ 1 w 24"/>
                  <a:gd name="T27" fmla="*/ 8 h 25"/>
                  <a:gd name="T28" fmla="*/ 3 w 24"/>
                  <a:gd name="T29" fmla="*/ 10 h 25"/>
                  <a:gd name="T30" fmla="*/ 6 w 24"/>
                  <a:gd name="T31" fmla="*/ 13 h 25"/>
                  <a:gd name="T32" fmla="*/ 5 w 24"/>
                  <a:gd name="T33" fmla="*/ 17 h 25"/>
                  <a:gd name="T34" fmla="*/ 1 w 24"/>
                  <a:gd name="T35" fmla="*/ 20 h 25"/>
                  <a:gd name="T36" fmla="*/ 3 w 24"/>
                  <a:gd name="T37" fmla="*/ 20 h 25"/>
                  <a:gd name="T38" fmla="*/ 0 w 24"/>
                  <a:gd name="T39" fmla="*/ 22 h 25"/>
                  <a:gd name="T40" fmla="*/ 3 w 24"/>
                  <a:gd name="T41" fmla="*/ 21 h 25"/>
                  <a:gd name="T42" fmla="*/ 2 w 24"/>
                  <a:gd name="T43" fmla="*/ 24 h 25"/>
                  <a:gd name="T44" fmla="*/ 4 w 24"/>
                  <a:gd name="T45" fmla="*/ 23 h 25"/>
                  <a:gd name="T46" fmla="*/ 4 w 24"/>
                  <a:gd name="T47" fmla="*/ 25 h 25"/>
                  <a:gd name="T48" fmla="*/ 8 w 24"/>
                  <a:gd name="T49" fmla="*/ 24 h 25"/>
                  <a:gd name="T50" fmla="*/ 17 w 24"/>
                  <a:gd name="T51" fmla="*/ 20 h 25"/>
                  <a:gd name="T52" fmla="*/ 22 w 24"/>
                  <a:gd name="T53" fmla="*/ 16 h 25"/>
                  <a:gd name="T54" fmla="*/ 21 w 24"/>
                  <a:gd name="T55" fmla="*/ 8 h 25"/>
                  <a:gd name="T56" fmla="*/ 21 w 24"/>
                  <a:gd name="T57"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5">
                    <a:moveTo>
                      <a:pt x="21" y="8"/>
                    </a:moveTo>
                    <a:cubicBezTo>
                      <a:pt x="20" y="8"/>
                      <a:pt x="19" y="5"/>
                      <a:pt x="18" y="5"/>
                    </a:cubicBezTo>
                    <a:cubicBezTo>
                      <a:pt x="16" y="6"/>
                      <a:pt x="17" y="7"/>
                      <a:pt x="15" y="6"/>
                    </a:cubicBezTo>
                    <a:cubicBezTo>
                      <a:pt x="11" y="5"/>
                      <a:pt x="15" y="3"/>
                      <a:pt x="16" y="1"/>
                    </a:cubicBezTo>
                    <a:cubicBezTo>
                      <a:pt x="14" y="1"/>
                      <a:pt x="11" y="0"/>
                      <a:pt x="10" y="1"/>
                    </a:cubicBezTo>
                    <a:cubicBezTo>
                      <a:pt x="10" y="1"/>
                      <a:pt x="12" y="1"/>
                      <a:pt x="10" y="2"/>
                    </a:cubicBezTo>
                    <a:cubicBezTo>
                      <a:pt x="10" y="2"/>
                      <a:pt x="8" y="3"/>
                      <a:pt x="9" y="3"/>
                    </a:cubicBezTo>
                    <a:cubicBezTo>
                      <a:pt x="9" y="4"/>
                      <a:pt x="11" y="3"/>
                      <a:pt x="11" y="4"/>
                    </a:cubicBezTo>
                    <a:cubicBezTo>
                      <a:pt x="12" y="5"/>
                      <a:pt x="9" y="5"/>
                      <a:pt x="9" y="5"/>
                    </a:cubicBezTo>
                    <a:cubicBezTo>
                      <a:pt x="7" y="6"/>
                      <a:pt x="3" y="5"/>
                      <a:pt x="2" y="6"/>
                    </a:cubicBezTo>
                    <a:cubicBezTo>
                      <a:pt x="2" y="6"/>
                      <a:pt x="3" y="6"/>
                      <a:pt x="3" y="7"/>
                    </a:cubicBezTo>
                    <a:cubicBezTo>
                      <a:pt x="3" y="7"/>
                      <a:pt x="1" y="7"/>
                      <a:pt x="2" y="8"/>
                    </a:cubicBezTo>
                    <a:cubicBezTo>
                      <a:pt x="2" y="8"/>
                      <a:pt x="2" y="8"/>
                      <a:pt x="2" y="8"/>
                    </a:cubicBezTo>
                    <a:cubicBezTo>
                      <a:pt x="3" y="8"/>
                      <a:pt x="1" y="8"/>
                      <a:pt x="1" y="8"/>
                    </a:cubicBezTo>
                    <a:cubicBezTo>
                      <a:pt x="1" y="9"/>
                      <a:pt x="5" y="9"/>
                      <a:pt x="3" y="10"/>
                    </a:cubicBezTo>
                    <a:cubicBezTo>
                      <a:pt x="0" y="12"/>
                      <a:pt x="4" y="13"/>
                      <a:pt x="6" y="13"/>
                    </a:cubicBezTo>
                    <a:cubicBezTo>
                      <a:pt x="7" y="13"/>
                      <a:pt x="5" y="16"/>
                      <a:pt x="5" y="17"/>
                    </a:cubicBezTo>
                    <a:cubicBezTo>
                      <a:pt x="4" y="17"/>
                      <a:pt x="2" y="21"/>
                      <a:pt x="1" y="20"/>
                    </a:cubicBezTo>
                    <a:cubicBezTo>
                      <a:pt x="1" y="20"/>
                      <a:pt x="3" y="20"/>
                      <a:pt x="3" y="20"/>
                    </a:cubicBezTo>
                    <a:cubicBezTo>
                      <a:pt x="2" y="21"/>
                      <a:pt x="1" y="20"/>
                      <a:pt x="0" y="22"/>
                    </a:cubicBezTo>
                    <a:cubicBezTo>
                      <a:pt x="0" y="22"/>
                      <a:pt x="3" y="21"/>
                      <a:pt x="3" y="21"/>
                    </a:cubicBezTo>
                    <a:cubicBezTo>
                      <a:pt x="3" y="21"/>
                      <a:pt x="2" y="23"/>
                      <a:pt x="2" y="24"/>
                    </a:cubicBezTo>
                    <a:cubicBezTo>
                      <a:pt x="2" y="24"/>
                      <a:pt x="4" y="23"/>
                      <a:pt x="4" y="23"/>
                    </a:cubicBezTo>
                    <a:cubicBezTo>
                      <a:pt x="4" y="23"/>
                      <a:pt x="4" y="24"/>
                      <a:pt x="4" y="25"/>
                    </a:cubicBezTo>
                    <a:cubicBezTo>
                      <a:pt x="5" y="25"/>
                      <a:pt x="7" y="24"/>
                      <a:pt x="8" y="24"/>
                    </a:cubicBezTo>
                    <a:cubicBezTo>
                      <a:pt x="11" y="23"/>
                      <a:pt x="14" y="20"/>
                      <a:pt x="17" y="20"/>
                    </a:cubicBezTo>
                    <a:cubicBezTo>
                      <a:pt x="21" y="20"/>
                      <a:pt x="20" y="19"/>
                      <a:pt x="22" y="16"/>
                    </a:cubicBezTo>
                    <a:cubicBezTo>
                      <a:pt x="24" y="13"/>
                      <a:pt x="21" y="11"/>
                      <a:pt x="21" y="8"/>
                    </a:cubicBezTo>
                    <a:cubicBezTo>
                      <a:pt x="20" y="8"/>
                      <a:pt x="21" y="9"/>
                      <a:pt x="21"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0" name="Freeform 726">
                <a:extLst>
                  <a:ext uri="{FF2B5EF4-FFF2-40B4-BE49-F238E27FC236}">
                    <a16:creationId xmlns:a16="http://schemas.microsoft.com/office/drawing/2014/main" id="{B3E7AAD9-832E-A662-0D18-69A736F864CB}"/>
                  </a:ext>
                </a:extLst>
              </p:cNvPr>
              <p:cNvSpPr>
                <a:spLocks/>
              </p:cNvSpPr>
              <p:nvPr/>
            </p:nvSpPr>
            <p:spPr bwMode="auto">
              <a:xfrm>
                <a:off x="11321211" y="6153340"/>
                <a:ext cx="149682" cy="92380"/>
              </a:xfrm>
              <a:custGeom>
                <a:avLst/>
                <a:gdLst>
                  <a:gd name="T0" fmla="*/ 1 w 16"/>
                  <a:gd name="T1" fmla="*/ 6 h 10"/>
                  <a:gd name="T2" fmla="*/ 4 w 16"/>
                  <a:gd name="T3" fmla="*/ 8 h 10"/>
                  <a:gd name="T4" fmla="*/ 5 w 16"/>
                  <a:gd name="T5" fmla="*/ 7 h 10"/>
                  <a:gd name="T6" fmla="*/ 8 w 16"/>
                  <a:gd name="T7" fmla="*/ 8 h 10"/>
                  <a:gd name="T8" fmla="*/ 11 w 16"/>
                  <a:gd name="T9" fmla="*/ 4 h 10"/>
                  <a:gd name="T10" fmla="*/ 11 w 16"/>
                  <a:gd name="T11" fmla="*/ 2 h 10"/>
                  <a:gd name="T12" fmla="*/ 7 w 16"/>
                  <a:gd name="T13" fmla="*/ 1 h 10"/>
                  <a:gd name="T14" fmla="*/ 4 w 16"/>
                  <a:gd name="T15" fmla="*/ 2 h 10"/>
                  <a:gd name="T16" fmla="*/ 1 w 16"/>
                  <a:gd name="T17" fmla="*/ 6 h 10"/>
                  <a:gd name="T18" fmla="*/ 1 w 16"/>
                  <a:gd name="T19"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0">
                    <a:moveTo>
                      <a:pt x="1" y="6"/>
                    </a:moveTo>
                    <a:cubicBezTo>
                      <a:pt x="0" y="7"/>
                      <a:pt x="3" y="8"/>
                      <a:pt x="4" y="8"/>
                    </a:cubicBezTo>
                    <a:cubicBezTo>
                      <a:pt x="4" y="8"/>
                      <a:pt x="5" y="7"/>
                      <a:pt x="5" y="7"/>
                    </a:cubicBezTo>
                    <a:cubicBezTo>
                      <a:pt x="6" y="6"/>
                      <a:pt x="7" y="7"/>
                      <a:pt x="8" y="8"/>
                    </a:cubicBezTo>
                    <a:cubicBezTo>
                      <a:pt x="10" y="10"/>
                      <a:pt x="16" y="5"/>
                      <a:pt x="11" y="4"/>
                    </a:cubicBezTo>
                    <a:cubicBezTo>
                      <a:pt x="12" y="4"/>
                      <a:pt x="11" y="2"/>
                      <a:pt x="11" y="2"/>
                    </a:cubicBezTo>
                    <a:cubicBezTo>
                      <a:pt x="10" y="0"/>
                      <a:pt x="9" y="0"/>
                      <a:pt x="7" y="1"/>
                    </a:cubicBezTo>
                    <a:cubicBezTo>
                      <a:pt x="6" y="1"/>
                      <a:pt x="4" y="1"/>
                      <a:pt x="4" y="2"/>
                    </a:cubicBezTo>
                    <a:cubicBezTo>
                      <a:pt x="3" y="3"/>
                      <a:pt x="1" y="4"/>
                      <a:pt x="1" y="6"/>
                    </a:cubicBezTo>
                    <a:cubicBezTo>
                      <a:pt x="1" y="6"/>
                      <a:pt x="1" y="5"/>
                      <a:pt x="1"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1" name="Freeform 727">
                <a:extLst>
                  <a:ext uri="{FF2B5EF4-FFF2-40B4-BE49-F238E27FC236}">
                    <a16:creationId xmlns:a16="http://schemas.microsoft.com/office/drawing/2014/main" id="{2BB903F9-3ACF-A986-D3AD-98548B4D6B58}"/>
                  </a:ext>
                </a:extLst>
              </p:cNvPr>
              <p:cNvSpPr>
                <a:spLocks/>
              </p:cNvSpPr>
              <p:nvPr/>
            </p:nvSpPr>
            <p:spPr bwMode="auto">
              <a:xfrm>
                <a:off x="11267072" y="6854158"/>
                <a:ext cx="585987" cy="430050"/>
              </a:xfrm>
              <a:custGeom>
                <a:avLst/>
                <a:gdLst>
                  <a:gd name="T0" fmla="*/ 58 w 63"/>
                  <a:gd name="T1" fmla="*/ 8 h 46"/>
                  <a:gd name="T2" fmla="*/ 52 w 63"/>
                  <a:gd name="T3" fmla="*/ 6 h 46"/>
                  <a:gd name="T4" fmla="*/ 49 w 63"/>
                  <a:gd name="T5" fmla="*/ 6 h 46"/>
                  <a:gd name="T6" fmla="*/ 45 w 63"/>
                  <a:gd name="T7" fmla="*/ 6 h 46"/>
                  <a:gd name="T8" fmla="*/ 40 w 63"/>
                  <a:gd name="T9" fmla="*/ 4 h 46"/>
                  <a:gd name="T10" fmla="*/ 38 w 63"/>
                  <a:gd name="T11" fmla="*/ 2 h 46"/>
                  <a:gd name="T12" fmla="*/ 35 w 63"/>
                  <a:gd name="T13" fmla="*/ 2 h 46"/>
                  <a:gd name="T14" fmla="*/ 31 w 63"/>
                  <a:gd name="T15" fmla="*/ 2 h 46"/>
                  <a:gd name="T16" fmla="*/ 27 w 63"/>
                  <a:gd name="T17" fmla="*/ 2 h 46"/>
                  <a:gd name="T18" fmla="*/ 17 w 63"/>
                  <a:gd name="T19" fmla="*/ 1 h 46"/>
                  <a:gd name="T20" fmla="*/ 8 w 63"/>
                  <a:gd name="T21" fmla="*/ 0 h 46"/>
                  <a:gd name="T22" fmla="*/ 2 w 63"/>
                  <a:gd name="T23" fmla="*/ 3 h 46"/>
                  <a:gd name="T24" fmla="*/ 2 w 63"/>
                  <a:gd name="T25" fmla="*/ 6 h 46"/>
                  <a:gd name="T26" fmla="*/ 2 w 63"/>
                  <a:gd name="T27" fmla="*/ 11 h 46"/>
                  <a:gd name="T28" fmla="*/ 5 w 63"/>
                  <a:gd name="T29" fmla="*/ 10 h 46"/>
                  <a:gd name="T30" fmla="*/ 7 w 63"/>
                  <a:gd name="T31" fmla="*/ 12 h 46"/>
                  <a:gd name="T32" fmla="*/ 12 w 63"/>
                  <a:gd name="T33" fmla="*/ 11 h 46"/>
                  <a:gd name="T34" fmla="*/ 14 w 63"/>
                  <a:gd name="T35" fmla="*/ 14 h 46"/>
                  <a:gd name="T36" fmla="*/ 13 w 63"/>
                  <a:gd name="T37" fmla="*/ 20 h 46"/>
                  <a:gd name="T38" fmla="*/ 12 w 63"/>
                  <a:gd name="T39" fmla="*/ 25 h 46"/>
                  <a:gd name="T40" fmla="*/ 12 w 63"/>
                  <a:gd name="T41" fmla="*/ 28 h 46"/>
                  <a:gd name="T42" fmla="*/ 10 w 63"/>
                  <a:gd name="T43" fmla="*/ 33 h 46"/>
                  <a:gd name="T44" fmla="*/ 10 w 63"/>
                  <a:gd name="T45" fmla="*/ 38 h 46"/>
                  <a:gd name="T46" fmla="*/ 17 w 63"/>
                  <a:gd name="T47" fmla="*/ 44 h 46"/>
                  <a:gd name="T48" fmla="*/ 20 w 63"/>
                  <a:gd name="T49" fmla="*/ 45 h 46"/>
                  <a:gd name="T50" fmla="*/ 21 w 63"/>
                  <a:gd name="T51" fmla="*/ 43 h 46"/>
                  <a:gd name="T52" fmla="*/ 24 w 63"/>
                  <a:gd name="T53" fmla="*/ 42 h 46"/>
                  <a:gd name="T54" fmla="*/ 36 w 63"/>
                  <a:gd name="T55" fmla="*/ 41 h 46"/>
                  <a:gd name="T56" fmla="*/ 39 w 63"/>
                  <a:gd name="T57" fmla="*/ 38 h 46"/>
                  <a:gd name="T58" fmla="*/ 43 w 63"/>
                  <a:gd name="T59" fmla="*/ 35 h 46"/>
                  <a:gd name="T60" fmla="*/ 47 w 63"/>
                  <a:gd name="T61" fmla="*/ 30 h 46"/>
                  <a:gd name="T62" fmla="*/ 45 w 63"/>
                  <a:gd name="T63" fmla="*/ 26 h 46"/>
                  <a:gd name="T64" fmla="*/ 48 w 63"/>
                  <a:gd name="T65" fmla="*/ 21 h 46"/>
                  <a:gd name="T66" fmla="*/ 50 w 63"/>
                  <a:gd name="T67" fmla="*/ 19 h 46"/>
                  <a:gd name="T68" fmla="*/ 51 w 63"/>
                  <a:gd name="T69" fmla="*/ 17 h 46"/>
                  <a:gd name="T70" fmla="*/ 60 w 63"/>
                  <a:gd name="T71" fmla="*/ 13 h 46"/>
                  <a:gd name="T72" fmla="*/ 63 w 63"/>
                  <a:gd name="T73" fmla="*/ 9 h 46"/>
                  <a:gd name="T74" fmla="*/ 58 w 63"/>
                  <a:gd name="T75" fmla="*/ 8 h 46"/>
                  <a:gd name="T76" fmla="*/ 58 w 63"/>
                  <a:gd name="T77"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3" h="46">
                    <a:moveTo>
                      <a:pt x="58" y="8"/>
                    </a:moveTo>
                    <a:cubicBezTo>
                      <a:pt x="55" y="8"/>
                      <a:pt x="54" y="7"/>
                      <a:pt x="52" y="6"/>
                    </a:cubicBezTo>
                    <a:cubicBezTo>
                      <a:pt x="51" y="5"/>
                      <a:pt x="50" y="6"/>
                      <a:pt x="49" y="6"/>
                    </a:cubicBezTo>
                    <a:cubicBezTo>
                      <a:pt x="48" y="6"/>
                      <a:pt x="46" y="6"/>
                      <a:pt x="45" y="6"/>
                    </a:cubicBezTo>
                    <a:cubicBezTo>
                      <a:pt x="43" y="5"/>
                      <a:pt x="41" y="4"/>
                      <a:pt x="40" y="4"/>
                    </a:cubicBezTo>
                    <a:cubicBezTo>
                      <a:pt x="39" y="3"/>
                      <a:pt x="39" y="3"/>
                      <a:pt x="38" y="2"/>
                    </a:cubicBezTo>
                    <a:cubicBezTo>
                      <a:pt x="37" y="3"/>
                      <a:pt x="36" y="2"/>
                      <a:pt x="35" y="2"/>
                    </a:cubicBezTo>
                    <a:cubicBezTo>
                      <a:pt x="33" y="1"/>
                      <a:pt x="32" y="2"/>
                      <a:pt x="31" y="2"/>
                    </a:cubicBezTo>
                    <a:cubicBezTo>
                      <a:pt x="29" y="2"/>
                      <a:pt x="28" y="2"/>
                      <a:pt x="27" y="2"/>
                    </a:cubicBezTo>
                    <a:cubicBezTo>
                      <a:pt x="24" y="2"/>
                      <a:pt x="21" y="1"/>
                      <a:pt x="17" y="1"/>
                    </a:cubicBezTo>
                    <a:cubicBezTo>
                      <a:pt x="15" y="1"/>
                      <a:pt x="11" y="0"/>
                      <a:pt x="8" y="0"/>
                    </a:cubicBezTo>
                    <a:cubicBezTo>
                      <a:pt x="7" y="1"/>
                      <a:pt x="4" y="2"/>
                      <a:pt x="2" y="3"/>
                    </a:cubicBezTo>
                    <a:cubicBezTo>
                      <a:pt x="0" y="4"/>
                      <a:pt x="1" y="5"/>
                      <a:pt x="2" y="6"/>
                    </a:cubicBezTo>
                    <a:cubicBezTo>
                      <a:pt x="2" y="8"/>
                      <a:pt x="2" y="9"/>
                      <a:pt x="2" y="11"/>
                    </a:cubicBezTo>
                    <a:cubicBezTo>
                      <a:pt x="3" y="11"/>
                      <a:pt x="5" y="10"/>
                      <a:pt x="5" y="10"/>
                    </a:cubicBezTo>
                    <a:cubicBezTo>
                      <a:pt x="6" y="10"/>
                      <a:pt x="5" y="12"/>
                      <a:pt x="7" y="12"/>
                    </a:cubicBezTo>
                    <a:cubicBezTo>
                      <a:pt x="9" y="12"/>
                      <a:pt x="10" y="11"/>
                      <a:pt x="12" y="11"/>
                    </a:cubicBezTo>
                    <a:cubicBezTo>
                      <a:pt x="14" y="10"/>
                      <a:pt x="16" y="13"/>
                      <a:pt x="14" y="14"/>
                    </a:cubicBezTo>
                    <a:cubicBezTo>
                      <a:pt x="12" y="16"/>
                      <a:pt x="13" y="17"/>
                      <a:pt x="13" y="20"/>
                    </a:cubicBezTo>
                    <a:cubicBezTo>
                      <a:pt x="12" y="21"/>
                      <a:pt x="13" y="24"/>
                      <a:pt x="12" y="25"/>
                    </a:cubicBezTo>
                    <a:cubicBezTo>
                      <a:pt x="9" y="25"/>
                      <a:pt x="10" y="26"/>
                      <a:pt x="12" y="28"/>
                    </a:cubicBezTo>
                    <a:cubicBezTo>
                      <a:pt x="13" y="29"/>
                      <a:pt x="10" y="31"/>
                      <a:pt x="10" y="33"/>
                    </a:cubicBezTo>
                    <a:cubicBezTo>
                      <a:pt x="12" y="35"/>
                      <a:pt x="10" y="36"/>
                      <a:pt x="10" y="38"/>
                    </a:cubicBezTo>
                    <a:cubicBezTo>
                      <a:pt x="13" y="37"/>
                      <a:pt x="15" y="42"/>
                      <a:pt x="17" y="44"/>
                    </a:cubicBezTo>
                    <a:cubicBezTo>
                      <a:pt x="17" y="45"/>
                      <a:pt x="19" y="46"/>
                      <a:pt x="20" y="45"/>
                    </a:cubicBezTo>
                    <a:cubicBezTo>
                      <a:pt x="20" y="45"/>
                      <a:pt x="21" y="44"/>
                      <a:pt x="21" y="43"/>
                    </a:cubicBezTo>
                    <a:cubicBezTo>
                      <a:pt x="22" y="43"/>
                      <a:pt x="24" y="42"/>
                      <a:pt x="24" y="42"/>
                    </a:cubicBezTo>
                    <a:cubicBezTo>
                      <a:pt x="28" y="41"/>
                      <a:pt x="32" y="42"/>
                      <a:pt x="36" y="41"/>
                    </a:cubicBezTo>
                    <a:cubicBezTo>
                      <a:pt x="37" y="40"/>
                      <a:pt x="37" y="39"/>
                      <a:pt x="39" y="38"/>
                    </a:cubicBezTo>
                    <a:cubicBezTo>
                      <a:pt x="41" y="37"/>
                      <a:pt x="42" y="36"/>
                      <a:pt x="43" y="35"/>
                    </a:cubicBezTo>
                    <a:cubicBezTo>
                      <a:pt x="44" y="32"/>
                      <a:pt x="45" y="31"/>
                      <a:pt x="47" y="30"/>
                    </a:cubicBezTo>
                    <a:cubicBezTo>
                      <a:pt x="48" y="29"/>
                      <a:pt x="46" y="27"/>
                      <a:pt x="45" y="26"/>
                    </a:cubicBezTo>
                    <a:cubicBezTo>
                      <a:pt x="45" y="25"/>
                      <a:pt x="47" y="22"/>
                      <a:pt x="48" y="21"/>
                    </a:cubicBezTo>
                    <a:cubicBezTo>
                      <a:pt x="48" y="21"/>
                      <a:pt x="49" y="20"/>
                      <a:pt x="50" y="19"/>
                    </a:cubicBezTo>
                    <a:cubicBezTo>
                      <a:pt x="50" y="19"/>
                      <a:pt x="50" y="17"/>
                      <a:pt x="51" y="17"/>
                    </a:cubicBezTo>
                    <a:cubicBezTo>
                      <a:pt x="54" y="15"/>
                      <a:pt x="57" y="14"/>
                      <a:pt x="60" y="13"/>
                    </a:cubicBezTo>
                    <a:cubicBezTo>
                      <a:pt x="61" y="12"/>
                      <a:pt x="63" y="11"/>
                      <a:pt x="63" y="9"/>
                    </a:cubicBezTo>
                    <a:cubicBezTo>
                      <a:pt x="62" y="7"/>
                      <a:pt x="60" y="9"/>
                      <a:pt x="58" y="8"/>
                    </a:cubicBezTo>
                    <a:cubicBezTo>
                      <a:pt x="55" y="8"/>
                      <a:pt x="60" y="9"/>
                      <a:pt x="58" y="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2" name="Freeform 728">
                <a:extLst>
                  <a:ext uri="{FF2B5EF4-FFF2-40B4-BE49-F238E27FC236}">
                    <a16:creationId xmlns:a16="http://schemas.microsoft.com/office/drawing/2014/main" id="{283393E3-3EF7-D75F-CF75-CE7DB908E783}"/>
                  </a:ext>
                </a:extLst>
              </p:cNvPr>
              <p:cNvSpPr>
                <a:spLocks/>
              </p:cNvSpPr>
              <p:nvPr/>
            </p:nvSpPr>
            <p:spPr bwMode="auto">
              <a:xfrm>
                <a:off x="11267072" y="6946541"/>
                <a:ext cx="149682" cy="283516"/>
              </a:xfrm>
              <a:custGeom>
                <a:avLst/>
                <a:gdLst>
                  <a:gd name="T0" fmla="*/ 11 w 16"/>
                  <a:gd name="T1" fmla="*/ 25 h 30"/>
                  <a:gd name="T2" fmla="*/ 11 w 16"/>
                  <a:gd name="T3" fmla="*/ 21 h 30"/>
                  <a:gd name="T4" fmla="*/ 10 w 16"/>
                  <a:gd name="T5" fmla="*/ 16 h 30"/>
                  <a:gd name="T6" fmla="*/ 12 w 16"/>
                  <a:gd name="T7" fmla="*/ 14 h 30"/>
                  <a:gd name="T8" fmla="*/ 13 w 16"/>
                  <a:gd name="T9" fmla="*/ 9 h 30"/>
                  <a:gd name="T10" fmla="*/ 14 w 16"/>
                  <a:gd name="T11" fmla="*/ 4 h 30"/>
                  <a:gd name="T12" fmla="*/ 12 w 16"/>
                  <a:gd name="T13" fmla="*/ 1 h 30"/>
                  <a:gd name="T14" fmla="*/ 7 w 16"/>
                  <a:gd name="T15" fmla="*/ 2 h 30"/>
                  <a:gd name="T16" fmla="*/ 5 w 16"/>
                  <a:gd name="T17" fmla="*/ 0 h 30"/>
                  <a:gd name="T18" fmla="*/ 4 w 16"/>
                  <a:gd name="T19" fmla="*/ 0 h 30"/>
                  <a:gd name="T20" fmla="*/ 3 w 16"/>
                  <a:gd name="T21" fmla="*/ 4 h 30"/>
                  <a:gd name="T22" fmla="*/ 3 w 16"/>
                  <a:gd name="T23" fmla="*/ 8 h 30"/>
                  <a:gd name="T24" fmla="*/ 2 w 16"/>
                  <a:gd name="T25" fmla="*/ 13 h 30"/>
                  <a:gd name="T26" fmla="*/ 0 w 16"/>
                  <a:gd name="T27" fmla="*/ 20 h 30"/>
                  <a:gd name="T28" fmla="*/ 2 w 16"/>
                  <a:gd name="T29" fmla="*/ 22 h 30"/>
                  <a:gd name="T30" fmla="*/ 2 w 16"/>
                  <a:gd name="T31" fmla="*/ 28 h 30"/>
                  <a:gd name="T32" fmla="*/ 6 w 16"/>
                  <a:gd name="T33" fmla="*/ 30 h 30"/>
                  <a:gd name="T34" fmla="*/ 11 w 16"/>
                  <a:gd name="T35" fmla="*/ 25 h 30"/>
                  <a:gd name="T36" fmla="*/ 11 w 16"/>
                  <a:gd name="T37"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30">
                    <a:moveTo>
                      <a:pt x="11" y="25"/>
                    </a:moveTo>
                    <a:cubicBezTo>
                      <a:pt x="12" y="23"/>
                      <a:pt x="10" y="22"/>
                      <a:pt x="11" y="21"/>
                    </a:cubicBezTo>
                    <a:cubicBezTo>
                      <a:pt x="12" y="18"/>
                      <a:pt x="12" y="18"/>
                      <a:pt x="10" y="16"/>
                    </a:cubicBezTo>
                    <a:cubicBezTo>
                      <a:pt x="9" y="14"/>
                      <a:pt x="11" y="15"/>
                      <a:pt x="12" y="14"/>
                    </a:cubicBezTo>
                    <a:cubicBezTo>
                      <a:pt x="13" y="13"/>
                      <a:pt x="13" y="10"/>
                      <a:pt x="13" y="9"/>
                    </a:cubicBezTo>
                    <a:cubicBezTo>
                      <a:pt x="13" y="6"/>
                      <a:pt x="12" y="6"/>
                      <a:pt x="14" y="4"/>
                    </a:cubicBezTo>
                    <a:cubicBezTo>
                      <a:pt x="16" y="3"/>
                      <a:pt x="14" y="0"/>
                      <a:pt x="12" y="1"/>
                    </a:cubicBezTo>
                    <a:cubicBezTo>
                      <a:pt x="10" y="1"/>
                      <a:pt x="9" y="2"/>
                      <a:pt x="7" y="2"/>
                    </a:cubicBezTo>
                    <a:cubicBezTo>
                      <a:pt x="5" y="2"/>
                      <a:pt x="6" y="0"/>
                      <a:pt x="5" y="0"/>
                    </a:cubicBezTo>
                    <a:cubicBezTo>
                      <a:pt x="6" y="0"/>
                      <a:pt x="3" y="0"/>
                      <a:pt x="4" y="0"/>
                    </a:cubicBezTo>
                    <a:cubicBezTo>
                      <a:pt x="2" y="1"/>
                      <a:pt x="3" y="2"/>
                      <a:pt x="3" y="4"/>
                    </a:cubicBezTo>
                    <a:cubicBezTo>
                      <a:pt x="3" y="5"/>
                      <a:pt x="3" y="7"/>
                      <a:pt x="3" y="8"/>
                    </a:cubicBezTo>
                    <a:cubicBezTo>
                      <a:pt x="2" y="10"/>
                      <a:pt x="2" y="12"/>
                      <a:pt x="2" y="13"/>
                    </a:cubicBezTo>
                    <a:cubicBezTo>
                      <a:pt x="1" y="16"/>
                      <a:pt x="0" y="17"/>
                      <a:pt x="0" y="20"/>
                    </a:cubicBezTo>
                    <a:cubicBezTo>
                      <a:pt x="1" y="21"/>
                      <a:pt x="2" y="20"/>
                      <a:pt x="2" y="22"/>
                    </a:cubicBezTo>
                    <a:cubicBezTo>
                      <a:pt x="3" y="23"/>
                      <a:pt x="2" y="26"/>
                      <a:pt x="2" y="28"/>
                    </a:cubicBezTo>
                    <a:cubicBezTo>
                      <a:pt x="2" y="30"/>
                      <a:pt x="4" y="30"/>
                      <a:pt x="6" y="30"/>
                    </a:cubicBezTo>
                    <a:cubicBezTo>
                      <a:pt x="10" y="30"/>
                      <a:pt x="9" y="27"/>
                      <a:pt x="11" y="25"/>
                    </a:cubicBezTo>
                    <a:cubicBezTo>
                      <a:pt x="12" y="23"/>
                      <a:pt x="10" y="26"/>
                      <a:pt x="11" y="2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3" name="Freeform 729">
                <a:extLst>
                  <a:ext uri="{FF2B5EF4-FFF2-40B4-BE49-F238E27FC236}">
                    <a16:creationId xmlns:a16="http://schemas.microsoft.com/office/drawing/2014/main" id="{A788BD57-5AD6-CBA1-4DD1-90AE835508B6}"/>
                  </a:ext>
                </a:extLst>
              </p:cNvPr>
              <p:cNvSpPr>
                <a:spLocks/>
              </p:cNvSpPr>
              <p:nvPr/>
            </p:nvSpPr>
            <p:spPr bwMode="auto">
              <a:xfrm>
                <a:off x="13069621" y="9510902"/>
                <a:ext cx="493633" cy="825058"/>
              </a:xfrm>
              <a:custGeom>
                <a:avLst/>
                <a:gdLst>
                  <a:gd name="T0" fmla="*/ 52 w 53"/>
                  <a:gd name="T1" fmla="*/ 23 h 88"/>
                  <a:gd name="T2" fmla="*/ 50 w 53"/>
                  <a:gd name="T3" fmla="*/ 3 h 88"/>
                  <a:gd name="T4" fmla="*/ 46 w 53"/>
                  <a:gd name="T5" fmla="*/ 3 h 88"/>
                  <a:gd name="T6" fmla="*/ 41 w 53"/>
                  <a:gd name="T7" fmla="*/ 6 h 88"/>
                  <a:gd name="T8" fmla="*/ 38 w 53"/>
                  <a:gd name="T9" fmla="*/ 7 h 88"/>
                  <a:gd name="T10" fmla="*/ 32 w 53"/>
                  <a:gd name="T11" fmla="*/ 7 h 88"/>
                  <a:gd name="T12" fmla="*/ 28 w 53"/>
                  <a:gd name="T13" fmla="*/ 7 h 88"/>
                  <a:gd name="T14" fmla="*/ 23 w 53"/>
                  <a:gd name="T15" fmla="*/ 7 h 88"/>
                  <a:gd name="T16" fmla="*/ 24 w 53"/>
                  <a:gd name="T17" fmla="*/ 18 h 88"/>
                  <a:gd name="T18" fmla="*/ 25 w 53"/>
                  <a:gd name="T19" fmla="*/ 20 h 88"/>
                  <a:gd name="T20" fmla="*/ 27 w 53"/>
                  <a:gd name="T21" fmla="*/ 22 h 88"/>
                  <a:gd name="T22" fmla="*/ 27 w 53"/>
                  <a:gd name="T23" fmla="*/ 28 h 88"/>
                  <a:gd name="T24" fmla="*/ 25 w 53"/>
                  <a:gd name="T25" fmla="*/ 31 h 88"/>
                  <a:gd name="T26" fmla="*/ 24 w 53"/>
                  <a:gd name="T27" fmla="*/ 35 h 88"/>
                  <a:gd name="T28" fmla="*/ 20 w 53"/>
                  <a:gd name="T29" fmla="*/ 31 h 88"/>
                  <a:gd name="T30" fmla="*/ 21 w 53"/>
                  <a:gd name="T31" fmla="*/ 25 h 88"/>
                  <a:gd name="T32" fmla="*/ 16 w 53"/>
                  <a:gd name="T33" fmla="*/ 22 h 88"/>
                  <a:gd name="T34" fmla="*/ 13 w 53"/>
                  <a:gd name="T35" fmla="*/ 20 h 88"/>
                  <a:gd name="T36" fmla="*/ 2 w 53"/>
                  <a:gd name="T37" fmla="*/ 24 h 88"/>
                  <a:gd name="T38" fmla="*/ 0 w 53"/>
                  <a:gd name="T39" fmla="*/ 26 h 88"/>
                  <a:gd name="T40" fmla="*/ 1 w 53"/>
                  <a:gd name="T41" fmla="*/ 30 h 88"/>
                  <a:gd name="T42" fmla="*/ 12 w 53"/>
                  <a:gd name="T43" fmla="*/ 35 h 88"/>
                  <a:gd name="T44" fmla="*/ 13 w 53"/>
                  <a:gd name="T45" fmla="*/ 44 h 88"/>
                  <a:gd name="T46" fmla="*/ 12 w 53"/>
                  <a:gd name="T47" fmla="*/ 52 h 88"/>
                  <a:gd name="T48" fmla="*/ 6 w 53"/>
                  <a:gd name="T49" fmla="*/ 62 h 88"/>
                  <a:gd name="T50" fmla="*/ 6 w 53"/>
                  <a:gd name="T51" fmla="*/ 69 h 88"/>
                  <a:gd name="T52" fmla="*/ 8 w 53"/>
                  <a:gd name="T53" fmla="*/ 78 h 88"/>
                  <a:gd name="T54" fmla="*/ 9 w 53"/>
                  <a:gd name="T55" fmla="*/ 87 h 88"/>
                  <a:gd name="T56" fmla="*/ 12 w 53"/>
                  <a:gd name="T57" fmla="*/ 86 h 88"/>
                  <a:gd name="T58" fmla="*/ 13 w 53"/>
                  <a:gd name="T59" fmla="*/ 83 h 88"/>
                  <a:gd name="T60" fmla="*/ 11 w 53"/>
                  <a:gd name="T61" fmla="*/ 83 h 88"/>
                  <a:gd name="T62" fmla="*/ 16 w 53"/>
                  <a:gd name="T63" fmla="*/ 77 h 88"/>
                  <a:gd name="T64" fmla="*/ 25 w 53"/>
                  <a:gd name="T65" fmla="*/ 72 h 88"/>
                  <a:gd name="T66" fmla="*/ 25 w 53"/>
                  <a:gd name="T67" fmla="*/ 64 h 88"/>
                  <a:gd name="T68" fmla="*/ 21 w 53"/>
                  <a:gd name="T69" fmla="*/ 48 h 88"/>
                  <a:gd name="T70" fmla="*/ 24 w 53"/>
                  <a:gd name="T71" fmla="*/ 48 h 88"/>
                  <a:gd name="T72" fmla="*/ 29 w 53"/>
                  <a:gd name="T73" fmla="*/ 44 h 88"/>
                  <a:gd name="T74" fmla="*/ 35 w 53"/>
                  <a:gd name="T75" fmla="*/ 38 h 88"/>
                  <a:gd name="T76" fmla="*/ 40 w 53"/>
                  <a:gd name="T77" fmla="*/ 36 h 88"/>
                  <a:gd name="T78" fmla="*/ 46 w 53"/>
                  <a:gd name="T79" fmla="*/ 32 h 88"/>
                  <a:gd name="T80" fmla="*/ 52 w 53"/>
                  <a:gd name="T81" fmla="*/ 23 h 88"/>
                  <a:gd name="T82" fmla="*/ 52 w 53"/>
                  <a:gd name="T83" fmla="*/ 2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3" h="88">
                    <a:moveTo>
                      <a:pt x="52" y="23"/>
                    </a:moveTo>
                    <a:cubicBezTo>
                      <a:pt x="49" y="17"/>
                      <a:pt x="50" y="9"/>
                      <a:pt x="50" y="3"/>
                    </a:cubicBezTo>
                    <a:cubicBezTo>
                      <a:pt x="50" y="0"/>
                      <a:pt x="48" y="2"/>
                      <a:pt x="46" y="3"/>
                    </a:cubicBezTo>
                    <a:cubicBezTo>
                      <a:pt x="45" y="4"/>
                      <a:pt x="43" y="6"/>
                      <a:pt x="41" y="6"/>
                    </a:cubicBezTo>
                    <a:cubicBezTo>
                      <a:pt x="40" y="6"/>
                      <a:pt x="38" y="5"/>
                      <a:pt x="38" y="7"/>
                    </a:cubicBezTo>
                    <a:cubicBezTo>
                      <a:pt x="36" y="10"/>
                      <a:pt x="34" y="7"/>
                      <a:pt x="32" y="7"/>
                    </a:cubicBezTo>
                    <a:cubicBezTo>
                      <a:pt x="30" y="7"/>
                      <a:pt x="30" y="9"/>
                      <a:pt x="28" y="7"/>
                    </a:cubicBezTo>
                    <a:cubicBezTo>
                      <a:pt x="27" y="7"/>
                      <a:pt x="24" y="7"/>
                      <a:pt x="23" y="7"/>
                    </a:cubicBezTo>
                    <a:cubicBezTo>
                      <a:pt x="20" y="7"/>
                      <a:pt x="21" y="16"/>
                      <a:pt x="24" y="18"/>
                    </a:cubicBezTo>
                    <a:cubicBezTo>
                      <a:pt x="24" y="18"/>
                      <a:pt x="24" y="20"/>
                      <a:pt x="25" y="20"/>
                    </a:cubicBezTo>
                    <a:cubicBezTo>
                      <a:pt x="25" y="21"/>
                      <a:pt x="26" y="21"/>
                      <a:pt x="27" y="22"/>
                    </a:cubicBezTo>
                    <a:cubicBezTo>
                      <a:pt x="27" y="24"/>
                      <a:pt x="27" y="27"/>
                      <a:pt x="27" y="28"/>
                    </a:cubicBezTo>
                    <a:cubicBezTo>
                      <a:pt x="27" y="30"/>
                      <a:pt x="28" y="31"/>
                      <a:pt x="25" y="31"/>
                    </a:cubicBezTo>
                    <a:cubicBezTo>
                      <a:pt x="24" y="31"/>
                      <a:pt x="24" y="34"/>
                      <a:pt x="24" y="35"/>
                    </a:cubicBezTo>
                    <a:cubicBezTo>
                      <a:pt x="23" y="34"/>
                      <a:pt x="21" y="32"/>
                      <a:pt x="20" y="31"/>
                    </a:cubicBezTo>
                    <a:cubicBezTo>
                      <a:pt x="19" y="29"/>
                      <a:pt x="21" y="27"/>
                      <a:pt x="21" y="25"/>
                    </a:cubicBezTo>
                    <a:cubicBezTo>
                      <a:pt x="22" y="20"/>
                      <a:pt x="19" y="24"/>
                      <a:pt x="16" y="22"/>
                    </a:cubicBezTo>
                    <a:cubicBezTo>
                      <a:pt x="15" y="21"/>
                      <a:pt x="15" y="19"/>
                      <a:pt x="13" y="20"/>
                    </a:cubicBezTo>
                    <a:cubicBezTo>
                      <a:pt x="9" y="22"/>
                      <a:pt x="6" y="23"/>
                      <a:pt x="2" y="24"/>
                    </a:cubicBezTo>
                    <a:cubicBezTo>
                      <a:pt x="1" y="25"/>
                      <a:pt x="0" y="25"/>
                      <a:pt x="0" y="26"/>
                    </a:cubicBezTo>
                    <a:cubicBezTo>
                      <a:pt x="0" y="27"/>
                      <a:pt x="1" y="29"/>
                      <a:pt x="1" y="30"/>
                    </a:cubicBezTo>
                    <a:cubicBezTo>
                      <a:pt x="4" y="30"/>
                      <a:pt x="12" y="32"/>
                      <a:pt x="12" y="35"/>
                    </a:cubicBezTo>
                    <a:cubicBezTo>
                      <a:pt x="13" y="38"/>
                      <a:pt x="13" y="41"/>
                      <a:pt x="13" y="44"/>
                    </a:cubicBezTo>
                    <a:cubicBezTo>
                      <a:pt x="12" y="46"/>
                      <a:pt x="14" y="49"/>
                      <a:pt x="12" y="52"/>
                    </a:cubicBezTo>
                    <a:cubicBezTo>
                      <a:pt x="10" y="55"/>
                      <a:pt x="8" y="59"/>
                      <a:pt x="6" y="62"/>
                    </a:cubicBezTo>
                    <a:cubicBezTo>
                      <a:pt x="4" y="64"/>
                      <a:pt x="6" y="68"/>
                      <a:pt x="6" y="69"/>
                    </a:cubicBezTo>
                    <a:cubicBezTo>
                      <a:pt x="8" y="73"/>
                      <a:pt x="8" y="75"/>
                      <a:pt x="8" y="78"/>
                    </a:cubicBezTo>
                    <a:cubicBezTo>
                      <a:pt x="8" y="81"/>
                      <a:pt x="8" y="84"/>
                      <a:pt x="9" y="87"/>
                    </a:cubicBezTo>
                    <a:cubicBezTo>
                      <a:pt x="9" y="88"/>
                      <a:pt x="12" y="87"/>
                      <a:pt x="12" y="86"/>
                    </a:cubicBezTo>
                    <a:cubicBezTo>
                      <a:pt x="13" y="85"/>
                      <a:pt x="13" y="83"/>
                      <a:pt x="13" y="83"/>
                    </a:cubicBezTo>
                    <a:cubicBezTo>
                      <a:pt x="12" y="83"/>
                      <a:pt x="11" y="83"/>
                      <a:pt x="11" y="83"/>
                    </a:cubicBezTo>
                    <a:cubicBezTo>
                      <a:pt x="11" y="80"/>
                      <a:pt x="14" y="78"/>
                      <a:pt x="16" y="77"/>
                    </a:cubicBezTo>
                    <a:cubicBezTo>
                      <a:pt x="19" y="76"/>
                      <a:pt x="23" y="75"/>
                      <a:pt x="25" y="72"/>
                    </a:cubicBezTo>
                    <a:cubicBezTo>
                      <a:pt x="25" y="71"/>
                      <a:pt x="25" y="66"/>
                      <a:pt x="25" y="64"/>
                    </a:cubicBezTo>
                    <a:cubicBezTo>
                      <a:pt x="25" y="62"/>
                      <a:pt x="21" y="48"/>
                      <a:pt x="21" y="48"/>
                    </a:cubicBezTo>
                    <a:cubicBezTo>
                      <a:pt x="22" y="47"/>
                      <a:pt x="22" y="50"/>
                      <a:pt x="24" y="48"/>
                    </a:cubicBezTo>
                    <a:cubicBezTo>
                      <a:pt x="26" y="46"/>
                      <a:pt x="27" y="45"/>
                      <a:pt x="29" y="44"/>
                    </a:cubicBezTo>
                    <a:cubicBezTo>
                      <a:pt x="31" y="43"/>
                      <a:pt x="32" y="37"/>
                      <a:pt x="35" y="38"/>
                    </a:cubicBezTo>
                    <a:cubicBezTo>
                      <a:pt x="36" y="38"/>
                      <a:pt x="38" y="36"/>
                      <a:pt x="40" y="36"/>
                    </a:cubicBezTo>
                    <a:cubicBezTo>
                      <a:pt x="42" y="35"/>
                      <a:pt x="44" y="34"/>
                      <a:pt x="46" y="32"/>
                    </a:cubicBezTo>
                    <a:cubicBezTo>
                      <a:pt x="47" y="31"/>
                      <a:pt x="53" y="25"/>
                      <a:pt x="52" y="23"/>
                    </a:cubicBezTo>
                    <a:cubicBezTo>
                      <a:pt x="51" y="22"/>
                      <a:pt x="52" y="24"/>
                      <a:pt x="52" y="2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4" name="Freeform 730">
                <a:extLst>
                  <a:ext uri="{FF2B5EF4-FFF2-40B4-BE49-F238E27FC236}">
                    <a16:creationId xmlns:a16="http://schemas.microsoft.com/office/drawing/2014/main" id="{D4BDF61B-987B-6905-8EE4-20A9A47996BA}"/>
                  </a:ext>
                </a:extLst>
              </p:cNvPr>
              <p:cNvSpPr>
                <a:spLocks/>
              </p:cNvSpPr>
              <p:nvPr/>
            </p:nvSpPr>
            <p:spPr bwMode="auto">
              <a:xfrm>
                <a:off x="13181086" y="9485418"/>
                <a:ext cx="149682" cy="353598"/>
              </a:xfrm>
              <a:custGeom>
                <a:avLst/>
                <a:gdLst>
                  <a:gd name="T0" fmla="*/ 4 w 16"/>
                  <a:gd name="T1" fmla="*/ 25 h 38"/>
                  <a:gd name="T2" fmla="*/ 9 w 16"/>
                  <a:gd name="T3" fmla="*/ 26 h 38"/>
                  <a:gd name="T4" fmla="*/ 8 w 16"/>
                  <a:gd name="T5" fmla="*/ 31 h 38"/>
                  <a:gd name="T6" fmla="*/ 12 w 16"/>
                  <a:gd name="T7" fmla="*/ 38 h 38"/>
                  <a:gd name="T8" fmla="*/ 12 w 16"/>
                  <a:gd name="T9" fmla="*/ 34 h 38"/>
                  <a:gd name="T10" fmla="*/ 15 w 16"/>
                  <a:gd name="T11" fmla="*/ 33 h 38"/>
                  <a:gd name="T12" fmla="*/ 15 w 16"/>
                  <a:gd name="T13" fmla="*/ 27 h 38"/>
                  <a:gd name="T14" fmla="*/ 12 w 16"/>
                  <a:gd name="T15" fmla="*/ 22 h 38"/>
                  <a:gd name="T16" fmla="*/ 8 w 16"/>
                  <a:gd name="T17" fmla="*/ 20 h 38"/>
                  <a:gd name="T18" fmla="*/ 8 w 16"/>
                  <a:gd name="T19" fmla="*/ 16 h 38"/>
                  <a:gd name="T20" fmla="*/ 7 w 16"/>
                  <a:gd name="T21" fmla="*/ 14 h 38"/>
                  <a:gd name="T22" fmla="*/ 8 w 16"/>
                  <a:gd name="T23" fmla="*/ 8 h 38"/>
                  <a:gd name="T24" fmla="*/ 7 w 16"/>
                  <a:gd name="T25" fmla="*/ 3 h 38"/>
                  <a:gd name="T26" fmla="*/ 7 w 16"/>
                  <a:gd name="T27" fmla="*/ 1 h 38"/>
                  <a:gd name="T28" fmla="*/ 2 w 16"/>
                  <a:gd name="T29" fmla="*/ 0 h 38"/>
                  <a:gd name="T30" fmla="*/ 4 w 16"/>
                  <a:gd name="T31" fmla="*/ 6 h 38"/>
                  <a:gd name="T32" fmla="*/ 4 w 16"/>
                  <a:gd name="T33" fmla="*/ 14 h 38"/>
                  <a:gd name="T34" fmla="*/ 2 w 16"/>
                  <a:gd name="T35" fmla="*/ 16 h 38"/>
                  <a:gd name="T36" fmla="*/ 1 w 16"/>
                  <a:gd name="T37" fmla="*/ 20 h 38"/>
                  <a:gd name="T38" fmla="*/ 4 w 16"/>
                  <a:gd name="T39" fmla="*/ 25 h 38"/>
                  <a:gd name="T40" fmla="*/ 4 w 16"/>
                  <a:gd name="T41"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38">
                    <a:moveTo>
                      <a:pt x="4" y="25"/>
                    </a:moveTo>
                    <a:cubicBezTo>
                      <a:pt x="6" y="26"/>
                      <a:pt x="9" y="24"/>
                      <a:pt x="9" y="26"/>
                    </a:cubicBezTo>
                    <a:cubicBezTo>
                      <a:pt x="10" y="28"/>
                      <a:pt x="9" y="29"/>
                      <a:pt x="8" y="31"/>
                    </a:cubicBezTo>
                    <a:cubicBezTo>
                      <a:pt x="6" y="33"/>
                      <a:pt x="10" y="36"/>
                      <a:pt x="12" y="38"/>
                    </a:cubicBezTo>
                    <a:cubicBezTo>
                      <a:pt x="13" y="37"/>
                      <a:pt x="12" y="35"/>
                      <a:pt x="12" y="34"/>
                    </a:cubicBezTo>
                    <a:cubicBezTo>
                      <a:pt x="13" y="33"/>
                      <a:pt x="16" y="35"/>
                      <a:pt x="15" y="33"/>
                    </a:cubicBezTo>
                    <a:cubicBezTo>
                      <a:pt x="15" y="31"/>
                      <a:pt x="15" y="29"/>
                      <a:pt x="15" y="27"/>
                    </a:cubicBezTo>
                    <a:cubicBezTo>
                      <a:pt x="14" y="25"/>
                      <a:pt x="13" y="24"/>
                      <a:pt x="12" y="22"/>
                    </a:cubicBezTo>
                    <a:cubicBezTo>
                      <a:pt x="11" y="25"/>
                      <a:pt x="8" y="21"/>
                      <a:pt x="8" y="20"/>
                    </a:cubicBezTo>
                    <a:cubicBezTo>
                      <a:pt x="8" y="18"/>
                      <a:pt x="8" y="17"/>
                      <a:pt x="8" y="16"/>
                    </a:cubicBezTo>
                    <a:cubicBezTo>
                      <a:pt x="8" y="14"/>
                      <a:pt x="8" y="15"/>
                      <a:pt x="7" y="14"/>
                    </a:cubicBezTo>
                    <a:cubicBezTo>
                      <a:pt x="6" y="14"/>
                      <a:pt x="8" y="8"/>
                      <a:pt x="8" y="8"/>
                    </a:cubicBezTo>
                    <a:cubicBezTo>
                      <a:pt x="8" y="6"/>
                      <a:pt x="7" y="5"/>
                      <a:pt x="7" y="3"/>
                    </a:cubicBezTo>
                    <a:cubicBezTo>
                      <a:pt x="6" y="2"/>
                      <a:pt x="5" y="0"/>
                      <a:pt x="7" y="1"/>
                    </a:cubicBezTo>
                    <a:cubicBezTo>
                      <a:pt x="6" y="0"/>
                      <a:pt x="3" y="0"/>
                      <a:pt x="2" y="0"/>
                    </a:cubicBezTo>
                    <a:cubicBezTo>
                      <a:pt x="2" y="1"/>
                      <a:pt x="6" y="5"/>
                      <a:pt x="4" y="6"/>
                    </a:cubicBezTo>
                    <a:cubicBezTo>
                      <a:pt x="1" y="7"/>
                      <a:pt x="2" y="12"/>
                      <a:pt x="4" y="14"/>
                    </a:cubicBezTo>
                    <a:cubicBezTo>
                      <a:pt x="4" y="15"/>
                      <a:pt x="2" y="15"/>
                      <a:pt x="2" y="16"/>
                    </a:cubicBezTo>
                    <a:cubicBezTo>
                      <a:pt x="1" y="16"/>
                      <a:pt x="1" y="19"/>
                      <a:pt x="1" y="20"/>
                    </a:cubicBezTo>
                    <a:cubicBezTo>
                      <a:pt x="0" y="22"/>
                      <a:pt x="3" y="24"/>
                      <a:pt x="4" y="25"/>
                    </a:cubicBezTo>
                    <a:cubicBezTo>
                      <a:pt x="5" y="26"/>
                      <a:pt x="4" y="24"/>
                      <a:pt x="4" y="2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5" name="Freeform 731">
                <a:extLst>
                  <a:ext uri="{FF2B5EF4-FFF2-40B4-BE49-F238E27FC236}">
                    <a16:creationId xmlns:a16="http://schemas.microsoft.com/office/drawing/2014/main" id="{D2A8F69F-2F33-5484-3FA2-981B71BCCB52}"/>
                  </a:ext>
                </a:extLst>
              </p:cNvPr>
              <p:cNvSpPr>
                <a:spLocks/>
              </p:cNvSpPr>
              <p:nvPr/>
            </p:nvSpPr>
            <p:spPr bwMode="auto">
              <a:xfrm>
                <a:off x="12674715" y="9418522"/>
                <a:ext cx="560509" cy="468277"/>
              </a:xfrm>
              <a:custGeom>
                <a:avLst/>
                <a:gdLst>
                  <a:gd name="T0" fmla="*/ 56 w 60"/>
                  <a:gd name="T1" fmla="*/ 30 h 50"/>
                  <a:gd name="T2" fmla="*/ 55 w 60"/>
                  <a:gd name="T3" fmla="*/ 24 h 50"/>
                  <a:gd name="T4" fmla="*/ 57 w 60"/>
                  <a:gd name="T5" fmla="*/ 22 h 50"/>
                  <a:gd name="T6" fmla="*/ 57 w 60"/>
                  <a:gd name="T7" fmla="*/ 19 h 50"/>
                  <a:gd name="T8" fmla="*/ 58 w 60"/>
                  <a:gd name="T9" fmla="*/ 13 h 50"/>
                  <a:gd name="T10" fmla="*/ 56 w 60"/>
                  <a:gd name="T11" fmla="*/ 8 h 50"/>
                  <a:gd name="T12" fmla="*/ 51 w 60"/>
                  <a:gd name="T13" fmla="*/ 5 h 50"/>
                  <a:gd name="T14" fmla="*/ 48 w 60"/>
                  <a:gd name="T15" fmla="*/ 3 h 50"/>
                  <a:gd name="T16" fmla="*/ 45 w 60"/>
                  <a:gd name="T17" fmla="*/ 0 h 50"/>
                  <a:gd name="T18" fmla="*/ 38 w 60"/>
                  <a:gd name="T19" fmla="*/ 1 h 50"/>
                  <a:gd name="T20" fmla="*/ 34 w 60"/>
                  <a:gd name="T21" fmla="*/ 4 h 50"/>
                  <a:gd name="T22" fmla="*/ 35 w 60"/>
                  <a:gd name="T23" fmla="*/ 10 h 50"/>
                  <a:gd name="T24" fmla="*/ 33 w 60"/>
                  <a:gd name="T25" fmla="*/ 17 h 50"/>
                  <a:gd name="T26" fmla="*/ 37 w 60"/>
                  <a:gd name="T27" fmla="*/ 21 h 50"/>
                  <a:gd name="T28" fmla="*/ 40 w 60"/>
                  <a:gd name="T29" fmla="*/ 23 h 50"/>
                  <a:gd name="T30" fmla="*/ 39 w 60"/>
                  <a:gd name="T31" fmla="*/ 26 h 50"/>
                  <a:gd name="T32" fmla="*/ 35 w 60"/>
                  <a:gd name="T33" fmla="*/ 26 h 50"/>
                  <a:gd name="T34" fmla="*/ 31 w 60"/>
                  <a:gd name="T35" fmla="*/ 22 h 50"/>
                  <a:gd name="T36" fmla="*/ 27 w 60"/>
                  <a:gd name="T37" fmla="*/ 17 h 50"/>
                  <a:gd name="T38" fmla="*/ 20 w 60"/>
                  <a:gd name="T39" fmla="*/ 18 h 50"/>
                  <a:gd name="T40" fmla="*/ 16 w 60"/>
                  <a:gd name="T41" fmla="*/ 16 h 50"/>
                  <a:gd name="T42" fmla="*/ 14 w 60"/>
                  <a:gd name="T43" fmla="*/ 16 h 50"/>
                  <a:gd name="T44" fmla="*/ 11 w 60"/>
                  <a:gd name="T45" fmla="*/ 14 h 50"/>
                  <a:gd name="T46" fmla="*/ 11 w 60"/>
                  <a:gd name="T47" fmla="*/ 20 h 50"/>
                  <a:gd name="T48" fmla="*/ 10 w 60"/>
                  <a:gd name="T49" fmla="*/ 24 h 50"/>
                  <a:gd name="T50" fmla="*/ 2 w 60"/>
                  <a:gd name="T51" fmla="*/ 24 h 50"/>
                  <a:gd name="T52" fmla="*/ 1 w 60"/>
                  <a:gd name="T53" fmla="*/ 29 h 50"/>
                  <a:gd name="T54" fmla="*/ 3 w 60"/>
                  <a:gd name="T55" fmla="*/ 43 h 50"/>
                  <a:gd name="T56" fmla="*/ 8 w 60"/>
                  <a:gd name="T57" fmla="*/ 48 h 50"/>
                  <a:gd name="T58" fmla="*/ 16 w 60"/>
                  <a:gd name="T59" fmla="*/ 50 h 50"/>
                  <a:gd name="T60" fmla="*/ 18 w 60"/>
                  <a:gd name="T61" fmla="*/ 50 h 50"/>
                  <a:gd name="T62" fmla="*/ 22 w 60"/>
                  <a:gd name="T63" fmla="*/ 50 h 50"/>
                  <a:gd name="T64" fmla="*/ 28 w 60"/>
                  <a:gd name="T65" fmla="*/ 47 h 50"/>
                  <a:gd name="T66" fmla="*/ 31 w 60"/>
                  <a:gd name="T67" fmla="*/ 44 h 50"/>
                  <a:gd name="T68" fmla="*/ 35 w 60"/>
                  <a:gd name="T69" fmla="*/ 41 h 50"/>
                  <a:gd name="T70" fmla="*/ 37 w 60"/>
                  <a:gd name="T71" fmla="*/ 38 h 50"/>
                  <a:gd name="T72" fmla="*/ 43 w 60"/>
                  <a:gd name="T73" fmla="*/ 38 h 50"/>
                  <a:gd name="T74" fmla="*/ 42 w 60"/>
                  <a:gd name="T75" fmla="*/ 35 h 50"/>
                  <a:gd name="T76" fmla="*/ 46 w 60"/>
                  <a:gd name="T77" fmla="*/ 33 h 50"/>
                  <a:gd name="T78" fmla="*/ 56 w 60"/>
                  <a:gd name="T79" fmla="*/ 30 h 50"/>
                  <a:gd name="T80" fmla="*/ 56 w 60"/>
                  <a:gd name="T81"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50">
                    <a:moveTo>
                      <a:pt x="56" y="30"/>
                    </a:moveTo>
                    <a:cubicBezTo>
                      <a:pt x="54" y="27"/>
                      <a:pt x="56" y="27"/>
                      <a:pt x="55" y="24"/>
                    </a:cubicBezTo>
                    <a:cubicBezTo>
                      <a:pt x="55" y="23"/>
                      <a:pt x="56" y="23"/>
                      <a:pt x="57" y="22"/>
                    </a:cubicBezTo>
                    <a:cubicBezTo>
                      <a:pt x="58" y="21"/>
                      <a:pt x="57" y="20"/>
                      <a:pt x="57" y="19"/>
                    </a:cubicBezTo>
                    <a:cubicBezTo>
                      <a:pt x="56" y="17"/>
                      <a:pt x="56" y="14"/>
                      <a:pt x="58" y="13"/>
                    </a:cubicBezTo>
                    <a:cubicBezTo>
                      <a:pt x="60" y="12"/>
                      <a:pt x="57" y="9"/>
                      <a:pt x="56" y="8"/>
                    </a:cubicBezTo>
                    <a:cubicBezTo>
                      <a:pt x="55" y="6"/>
                      <a:pt x="53" y="5"/>
                      <a:pt x="51" y="5"/>
                    </a:cubicBezTo>
                    <a:cubicBezTo>
                      <a:pt x="50" y="4"/>
                      <a:pt x="49" y="3"/>
                      <a:pt x="48" y="3"/>
                    </a:cubicBezTo>
                    <a:cubicBezTo>
                      <a:pt x="47" y="2"/>
                      <a:pt x="46" y="1"/>
                      <a:pt x="45" y="0"/>
                    </a:cubicBezTo>
                    <a:cubicBezTo>
                      <a:pt x="45" y="0"/>
                      <a:pt x="39" y="1"/>
                      <a:pt x="38" y="1"/>
                    </a:cubicBezTo>
                    <a:cubicBezTo>
                      <a:pt x="36" y="1"/>
                      <a:pt x="36" y="3"/>
                      <a:pt x="34" y="4"/>
                    </a:cubicBezTo>
                    <a:cubicBezTo>
                      <a:pt x="33" y="6"/>
                      <a:pt x="34" y="9"/>
                      <a:pt x="35" y="10"/>
                    </a:cubicBezTo>
                    <a:cubicBezTo>
                      <a:pt x="35" y="13"/>
                      <a:pt x="33" y="14"/>
                      <a:pt x="33" y="17"/>
                    </a:cubicBezTo>
                    <a:cubicBezTo>
                      <a:pt x="33" y="18"/>
                      <a:pt x="35" y="21"/>
                      <a:pt x="37" y="21"/>
                    </a:cubicBezTo>
                    <a:cubicBezTo>
                      <a:pt x="39" y="21"/>
                      <a:pt x="40" y="20"/>
                      <a:pt x="40" y="23"/>
                    </a:cubicBezTo>
                    <a:cubicBezTo>
                      <a:pt x="40" y="25"/>
                      <a:pt x="40" y="26"/>
                      <a:pt x="39" y="26"/>
                    </a:cubicBezTo>
                    <a:cubicBezTo>
                      <a:pt x="37" y="27"/>
                      <a:pt x="36" y="28"/>
                      <a:pt x="35" y="26"/>
                    </a:cubicBezTo>
                    <a:cubicBezTo>
                      <a:pt x="34" y="24"/>
                      <a:pt x="33" y="22"/>
                      <a:pt x="31" y="22"/>
                    </a:cubicBezTo>
                    <a:cubicBezTo>
                      <a:pt x="29" y="21"/>
                      <a:pt x="28" y="19"/>
                      <a:pt x="27" y="17"/>
                    </a:cubicBezTo>
                    <a:cubicBezTo>
                      <a:pt x="25" y="21"/>
                      <a:pt x="23" y="19"/>
                      <a:pt x="20" y="18"/>
                    </a:cubicBezTo>
                    <a:cubicBezTo>
                      <a:pt x="18" y="18"/>
                      <a:pt x="18" y="16"/>
                      <a:pt x="16" y="16"/>
                    </a:cubicBezTo>
                    <a:cubicBezTo>
                      <a:pt x="16" y="16"/>
                      <a:pt x="15" y="17"/>
                      <a:pt x="14" y="16"/>
                    </a:cubicBezTo>
                    <a:cubicBezTo>
                      <a:pt x="13" y="16"/>
                      <a:pt x="13" y="14"/>
                      <a:pt x="11" y="14"/>
                    </a:cubicBezTo>
                    <a:cubicBezTo>
                      <a:pt x="11" y="16"/>
                      <a:pt x="11" y="18"/>
                      <a:pt x="11" y="20"/>
                    </a:cubicBezTo>
                    <a:cubicBezTo>
                      <a:pt x="11" y="22"/>
                      <a:pt x="12" y="24"/>
                      <a:pt x="10" y="24"/>
                    </a:cubicBezTo>
                    <a:cubicBezTo>
                      <a:pt x="7" y="24"/>
                      <a:pt x="4" y="24"/>
                      <a:pt x="2" y="24"/>
                    </a:cubicBezTo>
                    <a:cubicBezTo>
                      <a:pt x="1" y="24"/>
                      <a:pt x="1" y="28"/>
                      <a:pt x="1" y="29"/>
                    </a:cubicBezTo>
                    <a:cubicBezTo>
                      <a:pt x="1" y="33"/>
                      <a:pt x="0" y="40"/>
                      <a:pt x="3" y="43"/>
                    </a:cubicBezTo>
                    <a:cubicBezTo>
                      <a:pt x="4" y="44"/>
                      <a:pt x="7" y="48"/>
                      <a:pt x="8" y="48"/>
                    </a:cubicBezTo>
                    <a:cubicBezTo>
                      <a:pt x="10" y="47"/>
                      <a:pt x="19" y="47"/>
                      <a:pt x="16" y="50"/>
                    </a:cubicBezTo>
                    <a:cubicBezTo>
                      <a:pt x="18" y="50"/>
                      <a:pt x="17" y="50"/>
                      <a:pt x="18" y="50"/>
                    </a:cubicBezTo>
                    <a:cubicBezTo>
                      <a:pt x="20" y="49"/>
                      <a:pt x="21" y="50"/>
                      <a:pt x="22" y="50"/>
                    </a:cubicBezTo>
                    <a:cubicBezTo>
                      <a:pt x="25" y="50"/>
                      <a:pt x="27" y="50"/>
                      <a:pt x="28" y="47"/>
                    </a:cubicBezTo>
                    <a:cubicBezTo>
                      <a:pt x="29" y="46"/>
                      <a:pt x="30" y="45"/>
                      <a:pt x="31" y="44"/>
                    </a:cubicBezTo>
                    <a:cubicBezTo>
                      <a:pt x="32" y="43"/>
                      <a:pt x="34" y="43"/>
                      <a:pt x="35" y="41"/>
                    </a:cubicBezTo>
                    <a:cubicBezTo>
                      <a:pt x="36" y="40"/>
                      <a:pt x="36" y="39"/>
                      <a:pt x="37" y="38"/>
                    </a:cubicBezTo>
                    <a:cubicBezTo>
                      <a:pt x="39" y="38"/>
                      <a:pt x="41" y="38"/>
                      <a:pt x="43" y="38"/>
                    </a:cubicBezTo>
                    <a:cubicBezTo>
                      <a:pt x="42" y="37"/>
                      <a:pt x="42" y="35"/>
                      <a:pt x="42" y="35"/>
                    </a:cubicBezTo>
                    <a:cubicBezTo>
                      <a:pt x="44" y="34"/>
                      <a:pt x="45" y="34"/>
                      <a:pt x="46" y="33"/>
                    </a:cubicBezTo>
                    <a:cubicBezTo>
                      <a:pt x="49" y="32"/>
                      <a:pt x="53" y="31"/>
                      <a:pt x="56" y="30"/>
                    </a:cubicBezTo>
                    <a:cubicBezTo>
                      <a:pt x="55" y="29"/>
                      <a:pt x="55" y="30"/>
                      <a:pt x="56" y="3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6" name="Freeform 732">
                <a:extLst>
                  <a:ext uri="{FF2B5EF4-FFF2-40B4-BE49-F238E27FC236}">
                    <a16:creationId xmlns:a16="http://schemas.microsoft.com/office/drawing/2014/main" id="{D124DDF1-301A-31C3-2180-E0AE19E76D55}"/>
                  </a:ext>
                </a:extLst>
              </p:cNvPr>
              <p:cNvSpPr>
                <a:spLocks/>
              </p:cNvSpPr>
              <p:nvPr/>
            </p:nvSpPr>
            <p:spPr bwMode="auto">
              <a:xfrm>
                <a:off x="12247966" y="9839014"/>
                <a:ext cx="595542" cy="589329"/>
              </a:xfrm>
              <a:custGeom>
                <a:avLst/>
                <a:gdLst>
                  <a:gd name="T0" fmla="*/ 33 w 64"/>
                  <a:gd name="T1" fmla="*/ 5 h 63"/>
                  <a:gd name="T2" fmla="*/ 31 w 64"/>
                  <a:gd name="T3" fmla="*/ 2 h 63"/>
                  <a:gd name="T4" fmla="*/ 28 w 64"/>
                  <a:gd name="T5" fmla="*/ 2 h 63"/>
                  <a:gd name="T6" fmla="*/ 18 w 64"/>
                  <a:gd name="T7" fmla="*/ 2 h 63"/>
                  <a:gd name="T8" fmla="*/ 10 w 64"/>
                  <a:gd name="T9" fmla="*/ 2 h 63"/>
                  <a:gd name="T10" fmla="*/ 7 w 64"/>
                  <a:gd name="T11" fmla="*/ 0 h 63"/>
                  <a:gd name="T12" fmla="*/ 4 w 64"/>
                  <a:gd name="T13" fmla="*/ 2 h 63"/>
                  <a:gd name="T14" fmla="*/ 1 w 64"/>
                  <a:gd name="T15" fmla="*/ 2 h 63"/>
                  <a:gd name="T16" fmla="*/ 6 w 64"/>
                  <a:gd name="T17" fmla="*/ 14 h 63"/>
                  <a:gd name="T18" fmla="*/ 9 w 64"/>
                  <a:gd name="T19" fmla="*/ 21 h 63"/>
                  <a:gd name="T20" fmla="*/ 13 w 64"/>
                  <a:gd name="T21" fmla="*/ 29 h 63"/>
                  <a:gd name="T22" fmla="*/ 13 w 64"/>
                  <a:gd name="T23" fmla="*/ 34 h 63"/>
                  <a:gd name="T24" fmla="*/ 14 w 64"/>
                  <a:gd name="T25" fmla="*/ 42 h 63"/>
                  <a:gd name="T26" fmla="*/ 16 w 64"/>
                  <a:gd name="T27" fmla="*/ 51 h 63"/>
                  <a:gd name="T28" fmla="*/ 22 w 64"/>
                  <a:gd name="T29" fmla="*/ 61 h 63"/>
                  <a:gd name="T30" fmla="*/ 28 w 64"/>
                  <a:gd name="T31" fmla="*/ 62 h 63"/>
                  <a:gd name="T32" fmla="*/ 33 w 64"/>
                  <a:gd name="T33" fmla="*/ 62 h 63"/>
                  <a:gd name="T34" fmla="*/ 38 w 64"/>
                  <a:gd name="T35" fmla="*/ 58 h 63"/>
                  <a:gd name="T36" fmla="*/ 38 w 64"/>
                  <a:gd name="T37" fmla="*/ 40 h 63"/>
                  <a:gd name="T38" fmla="*/ 38 w 64"/>
                  <a:gd name="T39" fmla="*/ 28 h 63"/>
                  <a:gd name="T40" fmla="*/ 39 w 64"/>
                  <a:gd name="T41" fmla="*/ 26 h 63"/>
                  <a:gd name="T42" fmla="*/ 43 w 64"/>
                  <a:gd name="T43" fmla="*/ 26 h 63"/>
                  <a:gd name="T44" fmla="*/ 43 w 64"/>
                  <a:gd name="T45" fmla="*/ 7 h 63"/>
                  <a:gd name="T46" fmla="*/ 51 w 64"/>
                  <a:gd name="T47" fmla="*/ 6 h 63"/>
                  <a:gd name="T48" fmla="*/ 53 w 64"/>
                  <a:gd name="T49" fmla="*/ 5 h 63"/>
                  <a:gd name="T50" fmla="*/ 56 w 64"/>
                  <a:gd name="T51" fmla="*/ 8 h 63"/>
                  <a:gd name="T52" fmla="*/ 58 w 64"/>
                  <a:gd name="T53" fmla="*/ 6 h 63"/>
                  <a:gd name="T54" fmla="*/ 62 w 64"/>
                  <a:gd name="T55" fmla="*/ 5 h 63"/>
                  <a:gd name="T56" fmla="*/ 59 w 64"/>
                  <a:gd name="T57" fmla="*/ 2 h 63"/>
                  <a:gd name="T58" fmla="*/ 45 w 64"/>
                  <a:gd name="T59" fmla="*/ 5 h 63"/>
                  <a:gd name="T60" fmla="*/ 33 w 64"/>
                  <a:gd name="T61" fmla="*/ 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63">
                    <a:moveTo>
                      <a:pt x="33" y="5"/>
                    </a:moveTo>
                    <a:cubicBezTo>
                      <a:pt x="32" y="5"/>
                      <a:pt x="31" y="2"/>
                      <a:pt x="31" y="2"/>
                    </a:cubicBezTo>
                    <a:cubicBezTo>
                      <a:pt x="30" y="2"/>
                      <a:pt x="29" y="2"/>
                      <a:pt x="28" y="2"/>
                    </a:cubicBezTo>
                    <a:cubicBezTo>
                      <a:pt x="25" y="2"/>
                      <a:pt x="21" y="2"/>
                      <a:pt x="18" y="2"/>
                    </a:cubicBezTo>
                    <a:cubicBezTo>
                      <a:pt x="15" y="2"/>
                      <a:pt x="13" y="2"/>
                      <a:pt x="10" y="2"/>
                    </a:cubicBezTo>
                    <a:cubicBezTo>
                      <a:pt x="9" y="2"/>
                      <a:pt x="9" y="0"/>
                      <a:pt x="7" y="0"/>
                    </a:cubicBezTo>
                    <a:cubicBezTo>
                      <a:pt x="6" y="0"/>
                      <a:pt x="5" y="2"/>
                      <a:pt x="4" y="2"/>
                    </a:cubicBezTo>
                    <a:cubicBezTo>
                      <a:pt x="3" y="2"/>
                      <a:pt x="2" y="2"/>
                      <a:pt x="1" y="2"/>
                    </a:cubicBezTo>
                    <a:cubicBezTo>
                      <a:pt x="0" y="7"/>
                      <a:pt x="4" y="9"/>
                      <a:pt x="6" y="14"/>
                    </a:cubicBezTo>
                    <a:cubicBezTo>
                      <a:pt x="7" y="16"/>
                      <a:pt x="8" y="19"/>
                      <a:pt x="9" y="21"/>
                    </a:cubicBezTo>
                    <a:cubicBezTo>
                      <a:pt x="10" y="24"/>
                      <a:pt x="12" y="26"/>
                      <a:pt x="13" y="29"/>
                    </a:cubicBezTo>
                    <a:cubicBezTo>
                      <a:pt x="13" y="30"/>
                      <a:pt x="13" y="33"/>
                      <a:pt x="13" y="34"/>
                    </a:cubicBezTo>
                    <a:cubicBezTo>
                      <a:pt x="13" y="37"/>
                      <a:pt x="14" y="39"/>
                      <a:pt x="14" y="42"/>
                    </a:cubicBezTo>
                    <a:cubicBezTo>
                      <a:pt x="15" y="45"/>
                      <a:pt x="15" y="48"/>
                      <a:pt x="16" y="51"/>
                    </a:cubicBezTo>
                    <a:cubicBezTo>
                      <a:pt x="17" y="55"/>
                      <a:pt x="20" y="58"/>
                      <a:pt x="22" y="61"/>
                    </a:cubicBezTo>
                    <a:cubicBezTo>
                      <a:pt x="25" y="58"/>
                      <a:pt x="25" y="60"/>
                      <a:pt x="28" y="62"/>
                    </a:cubicBezTo>
                    <a:cubicBezTo>
                      <a:pt x="29" y="63"/>
                      <a:pt x="32" y="63"/>
                      <a:pt x="33" y="62"/>
                    </a:cubicBezTo>
                    <a:cubicBezTo>
                      <a:pt x="36" y="62"/>
                      <a:pt x="38" y="61"/>
                      <a:pt x="38" y="58"/>
                    </a:cubicBezTo>
                    <a:cubicBezTo>
                      <a:pt x="38" y="52"/>
                      <a:pt x="38" y="46"/>
                      <a:pt x="38" y="40"/>
                    </a:cubicBezTo>
                    <a:cubicBezTo>
                      <a:pt x="38" y="36"/>
                      <a:pt x="38" y="32"/>
                      <a:pt x="38" y="28"/>
                    </a:cubicBezTo>
                    <a:cubicBezTo>
                      <a:pt x="38" y="27"/>
                      <a:pt x="38" y="26"/>
                      <a:pt x="39" y="26"/>
                    </a:cubicBezTo>
                    <a:cubicBezTo>
                      <a:pt x="39" y="26"/>
                      <a:pt x="43" y="26"/>
                      <a:pt x="43" y="26"/>
                    </a:cubicBezTo>
                    <a:cubicBezTo>
                      <a:pt x="43" y="20"/>
                      <a:pt x="43" y="13"/>
                      <a:pt x="43" y="7"/>
                    </a:cubicBezTo>
                    <a:cubicBezTo>
                      <a:pt x="46" y="8"/>
                      <a:pt x="48" y="6"/>
                      <a:pt x="51" y="6"/>
                    </a:cubicBezTo>
                    <a:cubicBezTo>
                      <a:pt x="51" y="5"/>
                      <a:pt x="52" y="5"/>
                      <a:pt x="53" y="5"/>
                    </a:cubicBezTo>
                    <a:cubicBezTo>
                      <a:pt x="53" y="5"/>
                      <a:pt x="55" y="8"/>
                      <a:pt x="56" y="8"/>
                    </a:cubicBezTo>
                    <a:cubicBezTo>
                      <a:pt x="57" y="7"/>
                      <a:pt x="56" y="6"/>
                      <a:pt x="58" y="6"/>
                    </a:cubicBezTo>
                    <a:cubicBezTo>
                      <a:pt x="59" y="6"/>
                      <a:pt x="60" y="5"/>
                      <a:pt x="62" y="5"/>
                    </a:cubicBezTo>
                    <a:cubicBezTo>
                      <a:pt x="64" y="4"/>
                      <a:pt x="60" y="2"/>
                      <a:pt x="59" y="2"/>
                    </a:cubicBezTo>
                    <a:cubicBezTo>
                      <a:pt x="54" y="2"/>
                      <a:pt x="50" y="5"/>
                      <a:pt x="45" y="5"/>
                    </a:cubicBezTo>
                    <a:cubicBezTo>
                      <a:pt x="41" y="5"/>
                      <a:pt x="37" y="5"/>
                      <a:pt x="33"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7" name="Freeform 733">
                <a:extLst>
                  <a:ext uri="{FF2B5EF4-FFF2-40B4-BE49-F238E27FC236}">
                    <a16:creationId xmlns:a16="http://schemas.microsoft.com/office/drawing/2014/main" id="{09293480-5CB2-6489-7809-3D22393C8E72}"/>
                  </a:ext>
                </a:extLst>
              </p:cNvPr>
              <p:cNvSpPr>
                <a:spLocks/>
              </p:cNvSpPr>
              <p:nvPr/>
            </p:nvSpPr>
            <p:spPr bwMode="auto">
              <a:xfrm>
                <a:off x="12263888" y="8781415"/>
                <a:ext cx="850321" cy="888769"/>
              </a:xfrm>
              <a:custGeom>
                <a:avLst/>
                <a:gdLst>
                  <a:gd name="T0" fmla="*/ 89 w 91"/>
                  <a:gd name="T1" fmla="*/ 10 h 95"/>
                  <a:gd name="T2" fmla="*/ 83 w 91"/>
                  <a:gd name="T3" fmla="*/ 4 h 95"/>
                  <a:gd name="T4" fmla="*/ 77 w 91"/>
                  <a:gd name="T5" fmla="*/ 6 h 95"/>
                  <a:gd name="T6" fmla="*/ 72 w 91"/>
                  <a:gd name="T7" fmla="*/ 1 h 95"/>
                  <a:gd name="T8" fmla="*/ 65 w 91"/>
                  <a:gd name="T9" fmla="*/ 1 h 95"/>
                  <a:gd name="T10" fmla="*/ 57 w 91"/>
                  <a:gd name="T11" fmla="*/ 2 h 95"/>
                  <a:gd name="T12" fmla="*/ 48 w 91"/>
                  <a:gd name="T13" fmla="*/ 6 h 95"/>
                  <a:gd name="T14" fmla="*/ 35 w 91"/>
                  <a:gd name="T15" fmla="*/ 2 h 95"/>
                  <a:gd name="T16" fmla="*/ 30 w 91"/>
                  <a:gd name="T17" fmla="*/ 12 h 95"/>
                  <a:gd name="T18" fmla="*/ 19 w 91"/>
                  <a:gd name="T19" fmla="*/ 35 h 95"/>
                  <a:gd name="T20" fmla="*/ 17 w 91"/>
                  <a:gd name="T21" fmla="*/ 48 h 95"/>
                  <a:gd name="T22" fmla="*/ 10 w 91"/>
                  <a:gd name="T23" fmla="*/ 49 h 95"/>
                  <a:gd name="T24" fmla="*/ 2 w 91"/>
                  <a:gd name="T25" fmla="*/ 55 h 95"/>
                  <a:gd name="T26" fmla="*/ 1 w 91"/>
                  <a:gd name="T27" fmla="*/ 59 h 95"/>
                  <a:gd name="T28" fmla="*/ 18 w 91"/>
                  <a:gd name="T29" fmla="*/ 57 h 95"/>
                  <a:gd name="T30" fmla="*/ 26 w 91"/>
                  <a:gd name="T31" fmla="*/ 68 h 95"/>
                  <a:gd name="T32" fmla="*/ 35 w 91"/>
                  <a:gd name="T33" fmla="*/ 63 h 95"/>
                  <a:gd name="T34" fmla="*/ 41 w 91"/>
                  <a:gd name="T35" fmla="*/ 64 h 95"/>
                  <a:gd name="T36" fmla="*/ 46 w 91"/>
                  <a:gd name="T37" fmla="*/ 70 h 95"/>
                  <a:gd name="T38" fmla="*/ 47 w 91"/>
                  <a:gd name="T39" fmla="*/ 78 h 95"/>
                  <a:gd name="T40" fmla="*/ 53 w 91"/>
                  <a:gd name="T41" fmla="*/ 82 h 95"/>
                  <a:gd name="T42" fmla="*/ 60 w 91"/>
                  <a:gd name="T43" fmla="*/ 84 h 95"/>
                  <a:gd name="T44" fmla="*/ 66 w 91"/>
                  <a:gd name="T45" fmla="*/ 87 h 95"/>
                  <a:gd name="T46" fmla="*/ 76 w 91"/>
                  <a:gd name="T47" fmla="*/ 90 h 95"/>
                  <a:gd name="T48" fmla="*/ 84 w 91"/>
                  <a:gd name="T49" fmla="*/ 94 h 95"/>
                  <a:gd name="T50" fmla="*/ 77 w 91"/>
                  <a:gd name="T51" fmla="*/ 85 h 95"/>
                  <a:gd name="T52" fmla="*/ 78 w 91"/>
                  <a:gd name="T53" fmla="*/ 73 h 95"/>
                  <a:gd name="T54" fmla="*/ 80 w 91"/>
                  <a:gd name="T55" fmla="*/ 70 h 95"/>
                  <a:gd name="T56" fmla="*/ 84 w 91"/>
                  <a:gd name="T57" fmla="*/ 63 h 95"/>
                  <a:gd name="T58" fmla="*/ 81 w 91"/>
                  <a:gd name="T59" fmla="*/ 55 h 95"/>
                  <a:gd name="T60" fmla="*/ 81 w 91"/>
                  <a:gd name="T61" fmla="*/ 45 h 95"/>
                  <a:gd name="T62" fmla="*/ 83 w 91"/>
                  <a:gd name="T63" fmla="*/ 28 h 95"/>
                  <a:gd name="T64" fmla="*/ 90 w 91"/>
                  <a:gd name="T65" fmla="*/ 18 h 95"/>
                  <a:gd name="T66" fmla="*/ 90 w 91"/>
                  <a:gd name="T67" fmla="*/ 1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 h="95">
                    <a:moveTo>
                      <a:pt x="90" y="15"/>
                    </a:moveTo>
                    <a:cubicBezTo>
                      <a:pt x="89" y="14"/>
                      <a:pt x="89" y="12"/>
                      <a:pt x="89" y="10"/>
                    </a:cubicBezTo>
                    <a:cubicBezTo>
                      <a:pt x="89" y="9"/>
                      <a:pt x="87" y="8"/>
                      <a:pt x="86" y="7"/>
                    </a:cubicBezTo>
                    <a:cubicBezTo>
                      <a:pt x="86" y="6"/>
                      <a:pt x="84" y="4"/>
                      <a:pt x="83" y="4"/>
                    </a:cubicBezTo>
                    <a:cubicBezTo>
                      <a:pt x="82" y="4"/>
                      <a:pt x="82" y="6"/>
                      <a:pt x="80" y="5"/>
                    </a:cubicBezTo>
                    <a:cubicBezTo>
                      <a:pt x="78" y="4"/>
                      <a:pt x="79" y="5"/>
                      <a:pt x="77" y="6"/>
                    </a:cubicBezTo>
                    <a:cubicBezTo>
                      <a:pt x="77" y="6"/>
                      <a:pt x="75" y="5"/>
                      <a:pt x="75" y="4"/>
                    </a:cubicBezTo>
                    <a:cubicBezTo>
                      <a:pt x="74" y="3"/>
                      <a:pt x="73" y="2"/>
                      <a:pt x="72" y="1"/>
                    </a:cubicBezTo>
                    <a:cubicBezTo>
                      <a:pt x="71" y="0"/>
                      <a:pt x="70" y="2"/>
                      <a:pt x="69" y="2"/>
                    </a:cubicBezTo>
                    <a:cubicBezTo>
                      <a:pt x="68" y="3"/>
                      <a:pt x="66" y="2"/>
                      <a:pt x="65" y="1"/>
                    </a:cubicBezTo>
                    <a:cubicBezTo>
                      <a:pt x="63" y="0"/>
                      <a:pt x="63" y="1"/>
                      <a:pt x="61" y="2"/>
                    </a:cubicBezTo>
                    <a:cubicBezTo>
                      <a:pt x="60" y="3"/>
                      <a:pt x="58" y="2"/>
                      <a:pt x="57" y="2"/>
                    </a:cubicBezTo>
                    <a:cubicBezTo>
                      <a:pt x="56" y="3"/>
                      <a:pt x="53" y="3"/>
                      <a:pt x="52" y="3"/>
                    </a:cubicBezTo>
                    <a:cubicBezTo>
                      <a:pt x="49" y="1"/>
                      <a:pt x="51" y="6"/>
                      <a:pt x="48" y="6"/>
                    </a:cubicBezTo>
                    <a:cubicBezTo>
                      <a:pt x="46" y="7"/>
                      <a:pt x="42" y="6"/>
                      <a:pt x="40" y="5"/>
                    </a:cubicBezTo>
                    <a:cubicBezTo>
                      <a:pt x="38" y="4"/>
                      <a:pt x="37" y="2"/>
                      <a:pt x="35" y="2"/>
                    </a:cubicBezTo>
                    <a:cubicBezTo>
                      <a:pt x="34" y="1"/>
                      <a:pt x="32" y="3"/>
                      <a:pt x="31" y="4"/>
                    </a:cubicBezTo>
                    <a:cubicBezTo>
                      <a:pt x="29" y="6"/>
                      <a:pt x="31" y="9"/>
                      <a:pt x="30" y="12"/>
                    </a:cubicBezTo>
                    <a:cubicBezTo>
                      <a:pt x="27" y="17"/>
                      <a:pt x="27" y="23"/>
                      <a:pt x="24" y="27"/>
                    </a:cubicBezTo>
                    <a:cubicBezTo>
                      <a:pt x="22" y="30"/>
                      <a:pt x="21" y="32"/>
                      <a:pt x="19" y="35"/>
                    </a:cubicBezTo>
                    <a:cubicBezTo>
                      <a:pt x="18" y="37"/>
                      <a:pt x="18" y="39"/>
                      <a:pt x="18" y="41"/>
                    </a:cubicBezTo>
                    <a:cubicBezTo>
                      <a:pt x="18" y="44"/>
                      <a:pt x="19" y="46"/>
                      <a:pt x="17" y="48"/>
                    </a:cubicBezTo>
                    <a:cubicBezTo>
                      <a:pt x="16" y="48"/>
                      <a:pt x="11" y="51"/>
                      <a:pt x="11" y="51"/>
                    </a:cubicBezTo>
                    <a:cubicBezTo>
                      <a:pt x="10" y="51"/>
                      <a:pt x="12" y="48"/>
                      <a:pt x="10" y="49"/>
                    </a:cubicBezTo>
                    <a:cubicBezTo>
                      <a:pt x="7" y="51"/>
                      <a:pt x="7" y="53"/>
                      <a:pt x="5" y="50"/>
                    </a:cubicBezTo>
                    <a:cubicBezTo>
                      <a:pt x="4" y="51"/>
                      <a:pt x="2" y="53"/>
                      <a:pt x="2" y="55"/>
                    </a:cubicBezTo>
                    <a:cubicBezTo>
                      <a:pt x="2" y="55"/>
                      <a:pt x="2" y="56"/>
                      <a:pt x="1" y="56"/>
                    </a:cubicBezTo>
                    <a:cubicBezTo>
                      <a:pt x="0" y="57"/>
                      <a:pt x="1" y="58"/>
                      <a:pt x="1" y="59"/>
                    </a:cubicBezTo>
                    <a:cubicBezTo>
                      <a:pt x="5" y="56"/>
                      <a:pt x="8" y="57"/>
                      <a:pt x="13" y="57"/>
                    </a:cubicBezTo>
                    <a:cubicBezTo>
                      <a:pt x="15" y="57"/>
                      <a:pt x="16" y="57"/>
                      <a:pt x="18" y="57"/>
                    </a:cubicBezTo>
                    <a:cubicBezTo>
                      <a:pt x="20" y="57"/>
                      <a:pt x="21" y="60"/>
                      <a:pt x="22" y="62"/>
                    </a:cubicBezTo>
                    <a:cubicBezTo>
                      <a:pt x="23" y="64"/>
                      <a:pt x="24" y="67"/>
                      <a:pt x="26" y="68"/>
                    </a:cubicBezTo>
                    <a:cubicBezTo>
                      <a:pt x="27" y="69"/>
                      <a:pt x="31" y="68"/>
                      <a:pt x="33" y="67"/>
                    </a:cubicBezTo>
                    <a:cubicBezTo>
                      <a:pt x="34" y="67"/>
                      <a:pt x="34" y="64"/>
                      <a:pt x="35" y="63"/>
                    </a:cubicBezTo>
                    <a:cubicBezTo>
                      <a:pt x="35" y="61"/>
                      <a:pt x="38" y="62"/>
                      <a:pt x="39" y="62"/>
                    </a:cubicBezTo>
                    <a:cubicBezTo>
                      <a:pt x="39" y="64"/>
                      <a:pt x="39" y="64"/>
                      <a:pt x="41" y="64"/>
                    </a:cubicBezTo>
                    <a:cubicBezTo>
                      <a:pt x="42" y="64"/>
                      <a:pt x="45" y="63"/>
                      <a:pt x="45" y="65"/>
                    </a:cubicBezTo>
                    <a:cubicBezTo>
                      <a:pt x="45" y="67"/>
                      <a:pt x="46" y="68"/>
                      <a:pt x="46" y="70"/>
                    </a:cubicBezTo>
                    <a:cubicBezTo>
                      <a:pt x="46" y="71"/>
                      <a:pt x="46" y="72"/>
                      <a:pt x="45" y="74"/>
                    </a:cubicBezTo>
                    <a:cubicBezTo>
                      <a:pt x="45" y="75"/>
                      <a:pt x="46" y="77"/>
                      <a:pt x="47" y="78"/>
                    </a:cubicBezTo>
                    <a:cubicBezTo>
                      <a:pt x="48" y="79"/>
                      <a:pt x="47" y="81"/>
                      <a:pt x="47" y="82"/>
                    </a:cubicBezTo>
                    <a:cubicBezTo>
                      <a:pt x="47" y="85"/>
                      <a:pt x="52" y="82"/>
                      <a:pt x="53" y="82"/>
                    </a:cubicBezTo>
                    <a:cubicBezTo>
                      <a:pt x="55" y="82"/>
                      <a:pt x="56" y="82"/>
                      <a:pt x="57" y="83"/>
                    </a:cubicBezTo>
                    <a:cubicBezTo>
                      <a:pt x="59" y="85"/>
                      <a:pt x="58" y="84"/>
                      <a:pt x="60" y="84"/>
                    </a:cubicBezTo>
                    <a:cubicBezTo>
                      <a:pt x="62" y="84"/>
                      <a:pt x="62" y="85"/>
                      <a:pt x="63" y="86"/>
                    </a:cubicBezTo>
                    <a:cubicBezTo>
                      <a:pt x="64" y="86"/>
                      <a:pt x="65" y="87"/>
                      <a:pt x="66" y="87"/>
                    </a:cubicBezTo>
                    <a:cubicBezTo>
                      <a:pt x="69" y="88"/>
                      <a:pt x="70" y="88"/>
                      <a:pt x="71" y="85"/>
                    </a:cubicBezTo>
                    <a:cubicBezTo>
                      <a:pt x="72" y="88"/>
                      <a:pt x="73" y="89"/>
                      <a:pt x="76" y="90"/>
                    </a:cubicBezTo>
                    <a:cubicBezTo>
                      <a:pt x="78" y="91"/>
                      <a:pt x="78" y="94"/>
                      <a:pt x="80" y="95"/>
                    </a:cubicBezTo>
                    <a:cubicBezTo>
                      <a:pt x="80" y="95"/>
                      <a:pt x="84" y="94"/>
                      <a:pt x="84" y="94"/>
                    </a:cubicBezTo>
                    <a:cubicBezTo>
                      <a:pt x="84" y="92"/>
                      <a:pt x="85" y="88"/>
                      <a:pt x="83" y="89"/>
                    </a:cubicBezTo>
                    <a:cubicBezTo>
                      <a:pt x="80" y="90"/>
                      <a:pt x="78" y="88"/>
                      <a:pt x="77" y="85"/>
                    </a:cubicBezTo>
                    <a:cubicBezTo>
                      <a:pt x="77" y="83"/>
                      <a:pt x="79" y="80"/>
                      <a:pt x="78" y="77"/>
                    </a:cubicBezTo>
                    <a:cubicBezTo>
                      <a:pt x="78" y="76"/>
                      <a:pt x="77" y="74"/>
                      <a:pt x="78" y="73"/>
                    </a:cubicBezTo>
                    <a:cubicBezTo>
                      <a:pt x="78" y="73"/>
                      <a:pt x="78" y="72"/>
                      <a:pt x="79" y="72"/>
                    </a:cubicBezTo>
                    <a:cubicBezTo>
                      <a:pt x="80" y="72"/>
                      <a:pt x="79" y="70"/>
                      <a:pt x="80" y="70"/>
                    </a:cubicBezTo>
                    <a:cubicBezTo>
                      <a:pt x="81" y="68"/>
                      <a:pt x="86" y="68"/>
                      <a:pt x="87" y="68"/>
                    </a:cubicBezTo>
                    <a:cubicBezTo>
                      <a:pt x="85" y="67"/>
                      <a:pt x="86" y="64"/>
                      <a:pt x="84" y="63"/>
                    </a:cubicBezTo>
                    <a:cubicBezTo>
                      <a:pt x="83" y="62"/>
                      <a:pt x="82" y="61"/>
                      <a:pt x="82" y="60"/>
                    </a:cubicBezTo>
                    <a:cubicBezTo>
                      <a:pt x="82" y="58"/>
                      <a:pt x="82" y="56"/>
                      <a:pt x="81" y="55"/>
                    </a:cubicBezTo>
                    <a:cubicBezTo>
                      <a:pt x="81" y="53"/>
                      <a:pt x="80" y="52"/>
                      <a:pt x="80" y="50"/>
                    </a:cubicBezTo>
                    <a:cubicBezTo>
                      <a:pt x="80" y="49"/>
                      <a:pt x="80" y="44"/>
                      <a:pt x="81" y="45"/>
                    </a:cubicBezTo>
                    <a:cubicBezTo>
                      <a:pt x="80" y="41"/>
                      <a:pt x="80" y="39"/>
                      <a:pt x="82" y="35"/>
                    </a:cubicBezTo>
                    <a:cubicBezTo>
                      <a:pt x="83" y="32"/>
                      <a:pt x="83" y="31"/>
                      <a:pt x="83" y="28"/>
                    </a:cubicBezTo>
                    <a:cubicBezTo>
                      <a:pt x="83" y="25"/>
                      <a:pt x="85" y="23"/>
                      <a:pt x="87" y="21"/>
                    </a:cubicBezTo>
                    <a:cubicBezTo>
                      <a:pt x="88" y="20"/>
                      <a:pt x="89" y="19"/>
                      <a:pt x="90" y="18"/>
                    </a:cubicBezTo>
                    <a:cubicBezTo>
                      <a:pt x="91" y="17"/>
                      <a:pt x="91" y="17"/>
                      <a:pt x="90" y="15"/>
                    </a:cubicBezTo>
                    <a:cubicBezTo>
                      <a:pt x="89" y="15"/>
                      <a:pt x="91" y="16"/>
                      <a:pt x="90" y="1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8" name="Freeform 734">
                <a:extLst>
                  <a:ext uri="{FF2B5EF4-FFF2-40B4-BE49-F238E27FC236}">
                    <a16:creationId xmlns:a16="http://schemas.microsoft.com/office/drawing/2014/main" id="{EC56EA54-31D9-D8A8-25C4-D9C6F2615BC1}"/>
                  </a:ext>
                </a:extLst>
              </p:cNvPr>
              <p:cNvSpPr>
                <a:spLocks/>
              </p:cNvSpPr>
              <p:nvPr/>
            </p:nvSpPr>
            <p:spPr bwMode="auto">
              <a:xfrm>
                <a:off x="12254333" y="9307030"/>
                <a:ext cx="525479" cy="589329"/>
              </a:xfrm>
              <a:custGeom>
                <a:avLst/>
                <a:gdLst>
                  <a:gd name="T0" fmla="*/ 51 w 56"/>
                  <a:gd name="T1" fmla="*/ 27 h 63"/>
                  <a:gd name="T2" fmla="*/ 48 w 56"/>
                  <a:gd name="T3" fmla="*/ 26 h 63"/>
                  <a:gd name="T4" fmla="*/ 47 w 56"/>
                  <a:gd name="T5" fmla="*/ 21 h 63"/>
                  <a:gd name="T6" fmla="*/ 46 w 56"/>
                  <a:gd name="T7" fmla="*/ 12 h 63"/>
                  <a:gd name="T8" fmla="*/ 46 w 56"/>
                  <a:gd name="T9" fmla="*/ 8 h 63"/>
                  <a:gd name="T10" fmla="*/ 43 w 56"/>
                  <a:gd name="T11" fmla="*/ 8 h 63"/>
                  <a:gd name="T12" fmla="*/ 40 w 56"/>
                  <a:gd name="T13" fmla="*/ 6 h 63"/>
                  <a:gd name="T14" fmla="*/ 35 w 56"/>
                  <a:gd name="T15" fmla="*/ 8 h 63"/>
                  <a:gd name="T16" fmla="*/ 34 w 56"/>
                  <a:gd name="T17" fmla="*/ 11 h 63"/>
                  <a:gd name="T18" fmla="*/ 29 w 56"/>
                  <a:gd name="T19" fmla="*/ 12 h 63"/>
                  <a:gd name="T20" fmla="*/ 18 w 56"/>
                  <a:gd name="T21" fmla="*/ 1 h 63"/>
                  <a:gd name="T22" fmla="*/ 3 w 56"/>
                  <a:gd name="T23" fmla="*/ 2 h 63"/>
                  <a:gd name="T24" fmla="*/ 6 w 56"/>
                  <a:gd name="T25" fmla="*/ 12 h 63"/>
                  <a:gd name="T26" fmla="*/ 6 w 56"/>
                  <a:gd name="T27" fmla="*/ 16 h 63"/>
                  <a:gd name="T28" fmla="*/ 6 w 56"/>
                  <a:gd name="T29" fmla="*/ 20 h 63"/>
                  <a:gd name="T30" fmla="*/ 8 w 56"/>
                  <a:gd name="T31" fmla="*/ 33 h 63"/>
                  <a:gd name="T32" fmla="*/ 3 w 56"/>
                  <a:gd name="T33" fmla="*/ 41 h 63"/>
                  <a:gd name="T34" fmla="*/ 0 w 56"/>
                  <a:gd name="T35" fmla="*/ 50 h 63"/>
                  <a:gd name="T36" fmla="*/ 0 w 56"/>
                  <a:gd name="T37" fmla="*/ 55 h 63"/>
                  <a:gd name="T38" fmla="*/ 0 w 56"/>
                  <a:gd name="T39" fmla="*/ 59 h 63"/>
                  <a:gd name="T40" fmla="*/ 3 w 56"/>
                  <a:gd name="T41" fmla="*/ 59 h 63"/>
                  <a:gd name="T42" fmla="*/ 8 w 56"/>
                  <a:gd name="T43" fmla="*/ 58 h 63"/>
                  <a:gd name="T44" fmla="*/ 9 w 56"/>
                  <a:gd name="T45" fmla="*/ 59 h 63"/>
                  <a:gd name="T46" fmla="*/ 16 w 56"/>
                  <a:gd name="T47" fmla="*/ 59 h 63"/>
                  <a:gd name="T48" fmla="*/ 25 w 56"/>
                  <a:gd name="T49" fmla="*/ 59 h 63"/>
                  <a:gd name="T50" fmla="*/ 30 w 56"/>
                  <a:gd name="T51" fmla="*/ 59 h 63"/>
                  <a:gd name="T52" fmla="*/ 39 w 56"/>
                  <a:gd name="T53" fmla="*/ 62 h 63"/>
                  <a:gd name="T54" fmla="*/ 53 w 56"/>
                  <a:gd name="T55" fmla="*/ 60 h 63"/>
                  <a:gd name="T56" fmla="*/ 46 w 56"/>
                  <a:gd name="T57" fmla="*/ 51 h 63"/>
                  <a:gd name="T58" fmla="*/ 46 w 56"/>
                  <a:gd name="T59" fmla="*/ 37 h 63"/>
                  <a:gd name="T60" fmla="*/ 56 w 56"/>
                  <a:gd name="T61" fmla="*/ 35 h 63"/>
                  <a:gd name="T62" fmla="*/ 56 w 56"/>
                  <a:gd name="T63" fmla="*/ 27 h 63"/>
                  <a:gd name="T64" fmla="*/ 51 w 56"/>
                  <a:gd name="T6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63">
                    <a:moveTo>
                      <a:pt x="51" y="27"/>
                    </a:moveTo>
                    <a:cubicBezTo>
                      <a:pt x="49" y="27"/>
                      <a:pt x="48" y="28"/>
                      <a:pt x="48" y="26"/>
                    </a:cubicBezTo>
                    <a:cubicBezTo>
                      <a:pt x="48" y="24"/>
                      <a:pt x="48" y="23"/>
                      <a:pt x="47" y="21"/>
                    </a:cubicBezTo>
                    <a:cubicBezTo>
                      <a:pt x="45" y="18"/>
                      <a:pt x="48" y="15"/>
                      <a:pt x="46" y="12"/>
                    </a:cubicBezTo>
                    <a:cubicBezTo>
                      <a:pt x="46" y="11"/>
                      <a:pt x="46" y="8"/>
                      <a:pt x="46" y="8"/>
                    </a:cubicBezTo>
                    <a:cubicBezTo>
                      <a:pt x="46" y="8"/>
                      <a:pt x="43" y="8"/>
                      <a:pt x="43" y="8"/>
                    </a:cubicBezTo>
                    <a:cubicBezTo>
                      <a:pt x="40" y="8"/>
                      <a:pt x="40" y="9"/>
                      <a:pt x="40" y="6"/>
                    </a:cubicBezTo>
                    <a:cubicBezTo>
                      <a:pt x="37" y="6"/>
                      <a:pt x="36" y="5"/>
                      <a:pt x="35" y="8"/>
                    </a:cubicBezTo>
                    <a:cubicBezTo>
                      <a:pt x="35" y="8"/>
                      <a:pt x="35" y="11"/>
                      <a:pt x="34" y="11"/>
                    </a:cubicBezTo>
                    <a:cubicBezTo>
                      <a:pt x="33" y="12"/>
                      <a:pt x="31" y="12"/>
                      <a:pt x="29" y="12"/>
                    </a:cubicBezTo>
                    <a:cubicBezTo>
                      <a:pt x="22" y="13"/>
                      <a:pt x="24" y="1"/>
                      <a:pt x="18" y="1"/>
                    </a:cubicBezTo>
                    <a:cubicBezTo>
                      <a:pt x="13" y="1"/>
                      <a:pt x="7" y="0"/>
                      <a:pt x="3" y="2"/>
                    </a:cubicBezTo>
                    <a:cubicBezTo>
                      <a:pt x="1" y="4"/>
                      <a:pt x="6" y="10"/>
                      <a:pt x="6" y="12"/>
                    </a:cubicBezTo>
                    <a:cubicBezTo>
                      <a:pt x="7" y="13"/>
                      <a:pt x="7" y="15"/>
                      <a:pt x="6" y="16"/>
                    </a:cubicBezTo>
                    <a:cubicBezTo>
                      <a:pt x="4" y="17"/>
                      <a:pt x="6" y="19"/>
                      <a:pt x="6" y="20"/>
                    </a:cubicBezTo>
                    <a:cubicBezTo>
                      <a:pt x="9" y="24"/>
                      <a:pt x="11" y="29"/>
                      <a:pt x="8" y="33"/>
                    </a:cubicBezTo>
                    <a:cubicBezTo>
                      <a:pt x="6" y="36"/>
                      <a:pt x="4" y="38"/>
                      <a:pt x="3" y="41"/>
                    </a:cubicBezTo>
                    <a:cubicBezTo>
                      <a:pt x="2" y="44"/>
                      <a:pt x="1" y="47"/>
                      <a:pt x="0" y="50"/>
                    </a:cubicBezTo>
                    <a:cubicBezTo>
                      <a:pt x="0" y="52"/>
                      <a:pt x="0" y="54"/>
                      <a:pt x="0" y="55"/>
                    </a:cubicBezTo>
                    <a:cubicBezTo>
                      <a:pt x="0" y="56"/>
                      <a:pt x="0" y="58"/>
                      <a:pt x="0" y="59"/>
                    </a:cubicBezTo>
                    <a:cubicBezTo>
                      <a:pt x="1" y="59"/>
                      <a:pt x="2" y="59"/>
                      <a:pt x="3" y="59"/>
                    </a:cubicBezTo>
                    <a:cubicBezTo>
                      <a:pt x="5" y="59"/>
                      <a:pt x="5" y="56"/>
                      <a:pt x="8" y="58"/>
                    </a:cubicBezTo>
                    <a:cubicBezTo>
                      <a:pt x="8" y="58"/>
                      <a:pt x="9" y="59"/>
                      <a:pt x="9" y="59"/>
                    </a:cubicBezTo>
                    <a:cubicBezTo>
                      <a:pt x="12" y="59"/>
                      <a:pt x="14" y="59"/>
                      <a:pt x="16" y="59"/>
                    </a:cubicBezTo>
                    <a:cubicBezTo>
                      <a:pt x="19" y="59"/>
                      <a:pt x="22" y="59"/>
                      <a:pt x="25" y="59"/>
                    </a:cubicBezTo>
                    <a:cubicBezTo>
                      <a:pt x="26" y="59"/>
                      <a:pt x="29" y="59"/>
                      <a:pt x="30" y="59"/>
                    </a:cubicBezTo>
                    <a:cubicBezTo>
                      <a:pt x="32" y="63"/>
                      <a:pt x="36" y="62"/>
                      <a:pt x="39" y="62"/>
                    </a:cubicBezTo>
                    <a:cubicBezTo>
                      <a:pt x="44" y="62"/>
                      <a:pt x="48" y="61"/>
                      <a:pt x="53" y="60"/>
                    </a:cubicBezTo>
                    <a:cubicBezTo>
                      <a:pt x="50" y="57"/>
                      <a:pt x="46" y="55"/>
                      <a:pt x="46" y="51"/>
                    </a:cubicBezTo>
                    <a:cubicBezTo>
                      <a:pt x="46" y="46"/>
                      <a:pt x="46" y="41"/>
                      <a:pt x="46" y="37"/>
                    </a:cubicBezTo>
                    <a:cubicBezTo>
                      <a:pt x="46" y="36"/>
                      <a:pt x="56" y="38"/>
                      <a:pt x="56" y="35"/>
                    </a:cubicBezTo>
                    <a:cubicBezTo>
                      <a:pt x="56" y="33"/>
                      <a:pt x="56" y="30"/>
                      <a:pt x="56" y="27"/>
                    </a:cubicBezTo>
                    <a:cubicBezTo>
                      <a:pt x="56" y="24"/>
                      <a:pt x="53" y="27"/>
                      <a:pt x="51" y="2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39" name="Freeform 735">
                <a:extLst>
                  <a:ext uri="{FF2B5EF4-FFF2-40B4-BE49-F238E27FC236}">
                    <a16:creationId xmlns:a16="http://schemas.microsoft.com/office/drawing/2014/main" id="{F8DAEFF5-ECFE-9F69-CB43-11F3E20C4818}"/>
                  </a:ext>
                </a:extLst>
              </p:cNvPr>
              <p:cNvSpPr>
                <a:spLocks/>
              </p:cNvSpPr>
              <p:nvPr/>
            </p:nvSpPr>
            <p:spPr bwMode="auto">
              <a:xfrm>
                <a:off x="12591915" y="9867685"/>
                <a:ext cx="429938" cy="449163"/>
              </a:xfrm>
              <a:custGeom>
                <a:avLst/>
                <a:gdLst>
                  <a:gd name="T0" fmla="*/ 25 w 46"/>
                  <a:gd name="T1" fmla="*/ 2 h 48"/>
                  <a:gd name="T2" fmla="*/ 21 w 46"/>
                  <a:gd name="T3" fmla="*/ 3 h 48"/>
                  <a:gd name="T4" fmla="*/ 18 w 46"/>
                  <a:gd name="T5" fmla="*/ 4 h 48"/>
                  <a:gd name="T6" fmla="*/ 6 w 46"/>
                  <a:gd name="T7" fmla="*/ 4 h 48"/>
                  <a:gd name="T8" fmla="*/ 6 w 46"/>
                  <a:gd name="T9" fmla="*/ 18 h 48"/>
                  <a:gd name="T10" fmla="*/ 6 w 46"/>
                  <a:gd name="T11" fmla="*/ 23 h 48"/>
                  <a:gd name="T12" fmla="*/ 1 w 46"/>
                  <a:gd name="T13" fmla="*/ 24 h 48"/>
                  <a:gd name="T14" fmla="*/ 1 w 46"/>
                  <a:gd name="T15" fmla="*/ 31 h 48"/>
                  <a:gd name="T16" fmla="*/ 1 w 46"/>
                  <a:gd name="T17" fmla="*/ 38 h 48"/>
                  <a:gd name="T18" fmla="*/ 4 w 46"/>
                  <a:gd name="T19" fmla="*/ 47 h 48"/>
                  <a:gd name="T20" fmla="*/ 8 w 46"/>
                  <a:gd name="T21" fmla="*/ 48 h 48"/>
                  <a:gd name="T22" fmla="*/ 13 w 46"/>
                  <a:gd name="T23" fmla="*/ 44 h 48"/>
                  <a:gd name="T24" fmla="*/ 19 w 46"/>
                  <a:gd name="T25" fmla="*/ 41 h 48"/>
                  <a:gd name="T26" fmla="*/ 29 w 46"/>
                  <a:gd name="T27" fmla="*/ 39 h 48"/>
                  <a:gd name="T28" fmla="*/ 31 w 46"/>
                  <a:gd name="T29" fmla="*/ 37 h 48"/>
                  <a:gd name="T30" fmla="*/ 34 w 46"/>
                  <a:gd name="T31" fmla="*/ 34 h 48"/>
                  <a:gd name="T32" fmla="*/ 43 w 46"/>
                  <a:gd name="T33" fmla="*/ 26 h 48"/>
                  <a:gd name="T34" fmla="*/ 44 w 46"/>
                  <a:gd name="T35" fmla="*/ 22 h 48"/>
                  <a:gd name="T36" fmla="*/ 40 w 46"/>
                  <a:gd name="T37" fmla="*/ 21 h 48"/>
                  <a:gd name="T38" fmla="*/ 38 w 46"/>
                  <a:gd name="T39" fmla="*/ 17 h 48"/>
                  <a:gd name="T40" fmla="*/ 39 w 46"/>
                  <a:gd name="T41" fmla="*/ 15 h 48"/>
                  <a:gd name="T42" fmla="*/ 36 w 46"/>
                  <a:gd name="T43" fmla="*/ 14 h 48"/>
                  <a:gd name="T44" fmla="*/ 36 w 46"/>
                  <a:gd name="T45" fmla="*/ 13 h 48"/>
                  <a:gd name="T46" fmla="*/ 34 w 46"/>
                  <a:gd name="T47" fmla="*/ 12 h 48"/>
                  <a:gd name="T48" fmla="*/ 30 w 46"/>
                  <a:gd name="T49" fmla="*/ 7 h 48"/>
                  <a:gd name="T50" fmla="*/ 25 w 46"/>
                  <a:gd name="T51" fmla="*/ 2 h 48"/>
                  <a:gd name="T52" fmla="*/ 25 w 46"/>
                  <a:gd name="T53"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 h="48">
                    <a:moveTo>
                      <a:pt x="25" y="2"/>
                    </a:moveTo>
                    <a:cubicBezTo>
                      <a:pt x="24" y="3"/>
                      <a:pt x="22" y="3"/>
                      <a:pt x="21" y="3"/>
                    </a:cubicBezTo>
                    <a:cubicBezTo>
                      <a:pt x="19" y="3"/>
                      <a:pt x="20" y="6"/>
                      <a:pt x="18" y="4"/>
                    </a:cubicBezTo>
                    <a:cubicBezTo>
                      <a:pt x="15" y="0"/>
                      <a:pt x="10" y="5"/>
                      <a:pt x="6" y="4"/>
                    </a:cubicBezTo>
                    <a:cubicBezTo>
                      <a:pt x="6" y="9"/>
                      <a:pt x="6" y="14"/>
                      <a:pt x="6" y="18"/>
                    </a:cubicBezTo>
                    <a:cubicBezTo>
                      <a:pt x="6" y="19"/>
                      <a:pt x="7" y="23"/>
                      <a:pt x="6" y="23"/>
                    </a:cubicBezTo>
                    <a:cubicBezTo>
                      <a:pt x="5" y="24"/>
                      <a:pt x="1" y="22"/>
                      <a:pt x="1" y="24"/>
                    </a:cubicBezTo>
                    <a:cubicBezTo>
                      <a:pt x="1" y="26"/>
                      <a:pt x="1" y="29"/>
                      <a:pt x="1" y="31"/>
                    </a:cubicBezTo>
                    <a:cubicBezTo>
                      <a:pt x="1" y="33"/>
                      <a:pt x="0" y="36"/>
                      <a:pt x="1" y="38"/>
                    </a:cubicBezTo>
                    <a:cubicBezTo>
                      <a:pt x="5" y="39"/>
                      <a:pt x="6" y="44"/>
                      <a:pt x="4" y="47"/>
                    </a:cubicBezTo>
                    <a:cubicBezTo>
                      <a:pt x="4" y="48"/>
                      <a:pt x="8" y="48"/>
                      <a:pt x="8" y="48"/>
                    </a:cubicBezTo>
                    <a:cubicBezTo>
                      <a:pt x="10" y="48"/>
                      <a:pt x="11" y="46"/>
                      <a:pt x="13" y="44"/>
                    </a:cubicBezTo>
                    <a:cubicBezTo>
                      <a:pt x="15" y="42"/>
                      <a:pt x="15" y="39"/>
                      <a:pt x="19" y="41"/>
                    </a:cubicBezTo>
                    <a:cubicBezTo>
                      <a:pt x="23" y="43"/>
                      <a:pt x="27" y="44"/>
                      <a:pt x="29" y="39"/>
                    </a:cubicBezTo>
                    <a:cubicBezTo>
                      <a:pt x="29" y="38"/>
                      <a:pt x="29" y="37"/>
                      <a:pt x="31" y="37"/>
                    </a:cubicBezTo>
                    <a:cubicBezTo>
                      <a:pt x="33" y="37"/>
                      <a:pt x="34" y="35"/>
                      <a:pt x="34" y="34"/>
                    </a:cubicBezTo>
                    <a:cubicBezTo>
                      <a:pt x="36" y="31"/>
                      <a:pt x="40" y="28"/>
                      <a:pt x="43" y="26"/>
                    </a:cubicBezTo>
                    <a:cubicBezTo>
                      <a:pt x="45" y="25"/>
                      <a:pt x="46" y="24"/>
                      <a:pt x="44" y="22"/>
                    </a:cubicBezTo>
                    <a:cubicBezTo>
                      <a:pt x="43" y="21"/>
                      <a:pt x="40" y="22"/>
                      <a:pt x="40" y="21"/>
                    </a:cubicBezTo>
                    <a:cubicBezTo>
                      <a:pt x="39" y="20"/>
                      <a:pt x="38" y="19"/>
                      <a:pt x="38" y="17"/>
                    </a:cubicBezTo>
                    <a:cubicBezTo>
                      <a:pt x="38" y="17"/>
                      <a:pt x="39" y="16"/>
                      <a:pt x="39" y="15"/>
                    </a:cubicBezTo>
                    <a:cubicBezTo>
                      <a:pt x="38" y="15"/>
                      <a:pt x="37" y="15"/>
                      <a:pt x="36" y="14"/>
                    </a:cubicBezTo>
                    <a:cubicBezTo>
                      <a:pt x="36" y="14"/>
                      <a:pt x="37" y="13"/>
                      <a:pt x="36" y="13"/>
                    </a:cubicBezTo>
                    <a:cubicBezTo>
                      <a:pt x="35" y="13"/>
                      <a:pt x="35" y="12"/>
                      <a:pt x="34" y="12"/>
                    </a:cubicBezTo>
                    <a:cubicBezTo>
                      <a:pt x="32" y="11"/>
                      <a:pt x="31" y="10"/>
                      <a:pt x="30" y="7"/>
                    </a:cubicBezTo>
                    <a:cubicBezTo>
                      <a:pt x="30" y="6"/>
                      <a:pt x="27" y="2"/>
                      <a:pt x="25" y="2"/>
                    </a:cubicBezTo>
                    <a:cubicBezTo>
                      <a:pt x="25" y="2"/>
                      <a:pt x="26" y="2"/>
                      <a:pt x="25"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0" name="Freeform 736">
                <a:extLst>
                  <a:ext uri="{FF2B5EF4-FFF2-40B4-BE49-F238E27FC236}">
                    <a16:creationId xmlns:a16="http://schemas.microsoft.com/office/drawing/2014/main" id="{ADC129C8-B3B3-F718-B164-8C657D6A73AC}"/>
                  </a:ext>
                </a:extLst>
              </p:cNvPr>
              <p:cNvSpPr>
                <a:spLocks/>
              </p:cNvSpPr>
              <p:nvPr/>
            </p:nvSpPr>
            <p:spPr bwMode="auto">
              <a:xfrm>
                <a:off x="12824398" y="9775302"/>
                <a:ext cx="366243" cy="324926"/>
              </a:xfrm>
              <a:custGeom>
                <a:avLst/>
                <a:gdLst>
                  <a:gd name="T0" fmla="*/ 39 w 39"/>
                  <a:gd name="T1" fmla="*/ 22 h 35"/>
                  <a:gd name="T2" fmla="*/ 38 w 39"/>
                  <a:gd name="T3" fmla="*/ 18 h 35"/>
                  <a:gd name="T4" fmla="*/ 39 w 39"/>
                  <a:gd name="T5" fmla="*/ 14 h 35"/>
                  <a:gd name="T6" fmla="*/ 38 w 39"/>
                  <a:gd name="T7" fmla="*/ 7 h 35"/>
                  <a:gd name="T8" fmla="*/ 27 w 39"/>
                  <a:gd name="T9" fmla="*/ 2 h 35"/>
                  <a:gd name="T10" fmla="*/ 24 w 39"/>
                  <a:gd name="T11" fmla="*/ 0 h 35"/>
                  <a:gd name="T12" fmla="*/ 19 w 39"/>
                  <a:gd name="T13" fmla="*/ 3 h 35"/>
                  <a:gd name="T14" fmla="*/ 13 w 39"/>
                  <a:gd name="T15" fmla="*/ 7 h 35"/>
                  <a:gd name="T16" fmla="*/ 9 w 39"/>
                  <a:gd name="T17" fmla="*/ 12 h 35"/>
                  <a:gd name="T18" fmla="*/ 2 w 39"/>
                  <a:gd name="T19" fmla="*/ 12 h 35"/>
                  <a:gd name="T20" fmla="*/ 5 w 39"/>
                  <a:gd name="T21" fmla="*/ 16 h 35"/>
                  <a:gd name="T22" fmla="*/ 8 w 39"/>
                  <a:gd name="T23" fmla="*/ 21 h 35"/>
                  <a:gd name="T24" fmla="*/ 11 w 39"/>
                  <a:gd name="T25" fmla="*/ 23 h 35"/>
                  <a:gd name="T26" fmla="*/ 11 w 39"/>
                  <a:gd name="T27" fmla="*/ 24 h 35"/>
                  <a:gd name="T28" fmla="*/ 14 w 39"/>
                  <a:gd name="T29" fmla="*/ 25 h 35"/>
                  <a:gd name="T30" fmla="*/ 13 w 39"/>
                  <a:gd name="T31" fmla="*/ 28 h 35"/>
                  <a:gd name="T32" fmla="*/ 15 w 39"/>
                  <a:gd name="T33" fmla="*/ 31 h 35"/>
                  <a:gd name="T34" fmla="*/ 20 w 39"/>
                  <a:gd name="T35" fmla="*/ 34 h 35"/>
                  <a:gd name="T36" fmla="*/ 25 w 39"/>
                  <a:gd name="T37" fmla="*/ 35 h 35"/>
                  <a:gd name="T38" fmla="*/ 27 w 39"/>
                  <a:gd name="T39" fmla="*/ 35 h 35"/>
                  <a:gd name="T40" fmla="*/ 34 w 39"/>
                  <a:gd name="T41" fmla="*/ 31 h 35"/>
                  <a:gd name="T42" fmla="*/ 36 w 39"/>
                  <a:gd name="T43" fmla="*/ 27 h 35"/>
                  <a:gd name="T44" fmla="*/ 39 w 39"/>
                  <a:gd name="T4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 h="35">
                    <a:moveTo>
                      <a:pt x="39" y="22"/>
                    </a:moveTo>
                    <a:cubicBezTo>
                      <a:pt x="39" y="21"/>
                      <a:pt x="38" y="19"/>
                      <a:pt x="38" y="18"/>
                    </a:cubicBezTo>
                    <a:cubicBezTo>
                      <a:pt x="38" y="16"/>
                      <a:pt x="39" y="15"/>
                      <a:pt x="39" y="14"/>
                    </a:cubicBezTo>
                    <a:cubicBezTo>
                      <a:pt x="39" y="11"/>
                      <a:pt x="39" y="9"/>
                      <a:pt x="38" y="7"/>
                    </a:cubicBezTo>
                    <a:cubicBezTo>
                      <a:pt x="38" y="4"/>
                      <a:pt x="29" y="2"/>
                      <a:pt x="27" y="2"/>
                    </a:cubicBezTo>
                    <a:cubicBezTo>
                      <a:pt x="27" y="0"/>
                      <a:pt x="27" y="0"/>
                      <a:pt x="24" y="0"/>
                    </a:cubicBezTo>
                    <a:cubicBezTo>
                      <a:pt x="21" y="0"/>
                      <a:pt x="21" y="1"/>
                      <a:pt x="19" y="3"/>
                    </a:cubicBezTo>
                    <a:cubicBezTo>
                      <a:pt x="18" y="5"/>
                      <a:pt x="15" y="6"/>
                      <a:pt x="13" y="7"/>
                    </a:cubicBezTo>
                    <a:cubicBezTo>
                      <a:pt x="12" y="9"/>
                      <a:pt x="11" y="12"/>
                      <a:pt x="9" y="12"/>
                    </a:cubicBezTo>
                    <a:cubicBezTo>
                      <a:pt x="7" y="12"/>
                      <a:pt x="5" y="11"/>
                      <a:pt x="2" y="12"/>
                    </a:cubicBezTo>
                    <a:cubicBezTo>
                      <a:pt x="0" y="13"/>
                      <a:pt x="4" y="15"/>
                      <a:pt x="5" y="16"/>
                    </a:cubicBezTo>
                    <a:cubicBezTo>
                      <a:pt x="6" y="18"/>
                      <a:pt x="6" y="20"/>
                      <a:pt x="8" y="21"/>
                    </a:cubicBezTo>
                    <a:cubicBezTo>
                      <a:pt x="9" y="22"/>
                      <a:pt x="10" y="23"/>
                      <a:pt x="11" y="23"/>
                    </a:cubicBezTo>
                    <a:cubicBezTo>
                      <a:pt x="12" y="23"/>
                      <a:pt x="11" y="24"/>
                      <a:pt x="11" y="24"/>
                    </a:cubicBezTo>
                    <a:cubicBezTo>
                      <a:pt x="12" y="24"/>
                      <a:pt x="13" y="25"/>
                      <a:pt x="14" y="25"/>
                    </a:cubicBezTo>
                    <a:cubicBezTo>
                      <a:pt x="14" y="26"/>
                      <a:pt x="13" y="27"/>
                      <a:pt x="13" y="28"/>
                    </a:cubicBezTo>
                    <a:cubicBezTo>
                      <a:pt x="13" y="29"/>
                      <a:pt x="14" y="31"/>
                      <a:pt x="15" y="31"/>
                    </a:cubicBezTo>
                    <a:cubicBezTo>
                      <a:pt x="18" y="31"/>
                      <a:pt x="19" y="31"/>
                      <a:pt x="20" y="34"/>
                    </a:cubicBezTo>
                    <a:cubicBezTo>
                      <a:pt x="21" y="35"/>
                      <a:pt x="23" y="34"/>
                      <a:pt x="25" y="35"/>
                    </a:cubicBezTo>
                    <a:cubicBezTo>
                      <a:pt x="26" y="35"/>
                      <a:pt x="26" y="35"/>
                      <a:pt x="27" y="35"/>
                    </a:cubicBezTo>
                    <a:cubicBezTo>
                      <a:pt x="31" y="35"/>
                      <a:pt x="32" y="34"/>
                      <a:pt x="34" y="31"/>
                    </a:cubicBezTo>
                    <a:cubicBezTo>
                      <a:pt x="35" y="30"/>
                      <a:pt x="36" y="28"/>
                      <a:pt x="36" y="27"/>
                    </a:cubicBezTo>
                    <a:cubicBezTo>
                      <a:pt x="37" y="25"/>
                      <a:pt x="39" y="24"/>
                      <a:pt x="39" y="2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1" name="Freeform 737">
                <a:extLst>
                  <a:ext uri="{FF2B5EF4-FFF2-40B4-BE49-F238E27FC236}">
                    <a16:creationId xmlns:a16="http://schemas.microsoft.com/office/drawing/2014/main" id="{DA350398-D8EF-CCDD-65D0-6A1DDDC91292}"/>
                  </a:ext>
                </a:extLst>
              </p:cNvPr>
              <p:cNvSpPr>
                <a:spLocks/>
              </p:cNvSpPr>
              <p:nvPr/>
            </p:nvSpPr>
            <p:spPr bwMode="auto">
              <a:xfrm>
                <a:off x="13069621" y="10259505"/>
                <a:ext cx="92356" cy="105124"/>
              </a:xfrm>
              <a:custGeom>
                <a:avLst/>
                <a:gdLst>
                  <a:gd name="T0" fmla="*/ 5 w 10"/>
                  <a:gd name="T1" fmla="*/ 1 h 11"/>
                  <a:gd name="T2" fmla="*/ 7 w 10"/>
                  <a:gd name="T3" fmla="*/ 9 h 11"/>
                  <a:gd name="T4" fmla="*/ 5 w 10"/>
                  <a:gd name="T5" fmla="*/ 1 h 11"/>
                  <a:gd name="T6" fmla="*/ 5 w 10"/>
                  <a:gd name="T7" fmla="*/ 1 h 11"/>
                </a:gdLst>
                <a:ahLst/>
                <a:cxnLst>
                  <a:cxn ang="0">
                    <a:pos x="T0" y="T1"/>
                  </a:cxn>
                  <a:cxn ang="0">
                    <a:pos x="T2" y="T3"/>
                  </a:cxn>
                  <a:cxn ang="0">
                    <a:pos x="T4" y="T5"/>
                  </a:cxn>
                  <a:cxn ang="0">
                    <a:pos x="T6" y="T7"/>
                  </a:cxn>
                </a:cxnLst>
                <a:rect l="0" t="0" r="r" b="b"/>
                <a:pathLst>
                  <a:path w="10" h="11">
                    <a:moveTo>
                      <a:pt x="5" y="1"/>
                    </a:moveTo>
                    <a:cubicBezTo>
                      <a:pt x="0" y="2"/>
                      <a:pt x="3" y="11"/>
                      <a:pt x="7" y="9"/>
                    </a:cubicBezTo>
                    <a:cubicBezTo>
                      <a:pt x="10" y="8"/>
                      <a:pt x="9" y="0"/>
                      <a:pt x="5" y="1"/>
                    </a:cubicBezTo>
                    <a:cubicBezTo>
                      <a:pt x="3" y="1"/>
                      <a:pt x="6" y="1"/>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2" name="Freeform 738">
                <a:extLst>
                  <a:ext uri="{FF2B5EF4-FFF2-40B4-BE49-F238E27FC236}">
                    <a16:creationId xmlns:a16="http://schemas.microsoft.com/office/drawing/2014/main" id="{866DC39F-F6F1-6C4A-7947-E887DA7B85F4}"/>
                  </a:ext>
                </a:extLst>
              </p:cNvPr>
              <p:cNvSpPr>
                <a:spLocks noEditPoints="1"/>
              </p:cNvSpPr>
              <p:nvPr/>
            </p:nvSpPr>
            <p:spPr bwMode="auto">
              <a:xfrm>
                <a:off x="12442232" y="10090673"/>
                <a:ext cx="738853" cy="646665"/>
              </a:xfrm>
              <a:custGeom>
                <a:avLst/>
                <a:gdLst>
                  <a:gd name="T0" fmla="*/ 74 w 79"/>
                  <a:gd name="T1" fmla="*/ 27 h 69"/>
                  <a:gd name="T2" fmla="*/ 69 w 79"/>
                  <a:gd name="T3" fmla="*/ 22 h 69"/>
                  <a:gd name="T4" fmla="*/ 72 w 79"/>
                  <a:gd name="T5" fmla="*/ 19 h 69"/>
                  <a:gd name="T6" fmla="*/ 75 w 79"/>
                  <a:gd name="T7" fmla="*/ 20 h 69"/>
                  <a:gd name="T8" fmla="*/ 75 w 79"/>
                  <a:gd name="T9" fmla="*/ 11 h 69"/>
                  <a:gd name="T10" fmla="*/ 73 w 79"/>
                  <a:gd name="T11" fmla="*/ 7 h 69"/>
                  <a:gd name="T12" fmla="*/ 72 w 79"/>
                  <a:gd name="T13" fmla="*/ 1 h 69"/>
                  <a:gd name="T14" fmla="*/ 66 w 79"/>
                  <a:gd name="T15" fmla="*/ 1 h 69"/>
                  <a:gd name="T16" fmla="*/ 60 w 79"/>
                  <a:gd name="T17" fmla="*/ 2 h 69"/>
                  <a:gd name="T18" fmla="*/ 55 w 79"/>
                  <a:gd name="T19" fmla="*/ 5 h 69"/>
                  <a:gd name="T20" fmla="*/ 51 w 79"/>
                  <a:gd name="T21" fmla="*/ 8 h 69"/>
                  <a:gd name="T22" fmla="*/ 49 w 79"/>
                  <a:gd name="T23" fmla="*/ 12 h 69"/>
                  <a:gd name="T24" fmla="*/ 45 w 79"/>
                  <a:gd name="T25" fmla="*/ 14 h 69"/>
                  <a:gd name="T26" fmla="*/ 44 w 79"/>
                  <a:gd name="T27" fmla="*/ 17 h 69"/>
                  <a:gd name="T28" fmla="*/ 34 w 79"/>
                  <a:gd name="T29" fmla="*/ 17 h 69"/>
                  <a:gd name="T30" fmla="*/ 28 w 79"/>
                  <a:gd name="T31" fmla="*/ 21 h 69"/>
                  <a:gd name="T32" fmla="*/ 24 w 79"/>
                  <a:gd name="T33" fmla="*/ 24 h 69"/>
                  <a:gd name="T34" fmla="*/ 20 w 79"/>
                  <a:gd name="T35" fmla="*/ 23 h 69"/>
                  <a:gd name="T36" fmla="*/ 17 w 79"/>
                  <a:gd name="T37" fmla="*/ 14 h 69"/>
                  <a:gd name="T38" fmla="*/ 17 w 79"/>
                  <a:gd name="T39" fmla="*/ 29 h 69"/>
                  <a:gd name="T40" fmla="*/ 17 w 79"/>
                  <a:gd name="T41" fmla="*/ 33 h 69"/>
                  <a:gd name="T42" fmla="*/ 9 w 79"/>
                  <a:gd name="T43" fmla="*/ 35 h 69"/>
                  <a:gd name="T44" fmla="*/ 6 w 79"/>
                  <a:gd name="T45" fmla="*/ 34 h 69"/>
                  <a:gd name="T46" fmla="*/ 2 w 79"/>
                  <a:gd name="T47" fmla="*/ 33 h 69"/>
                  <a:gd name="T48" fmla="*/ 3 w 79"/>
                  <a:gd name="T49" fmla="*/ 40 h 69"/>
                  <a:gd name="T50" fmla="*/ 5 w 79"/>
                  <a:gd name="T51" fmla="*/ 45 h 69"/>
                  <a:gd name="T52" fmla="*/ 9 w 79"/>
                  <a:gd name="T53" fmla="*/ 56 h 69"/>
                  <a:gd name="T54" fmla="*/ 8 w 79"/>
                  <a:gd name="T55" fmla="*/ 60 h 69"/>
                  <a:gd name="T56" fmla="*/ 9 w 79"/>
                  <a:gd name="T57" fmla="*/ 62 h 69"/>
                  <a:gd name="T58" fmla="*/ 10 w 79"/>
                  <a:gd name="T59" fmla="*/ 66 h 69"/>
                  <a:gd name="T60" fmla="*/ 11 w 79"/>
                  <a:gd name="T61" fmla="*/ 64 h 69"/>
                  <a:gd name="T62" fmla="*/ 15 w 79"/>
                  <a:gd name="T63" fmla="*/ 68 h 69"/>
                  <a:gd name="T64" fmla="*/ 21 w 79"/>
                  <a:gd name="T65" fmla="*/ 66 h 69"/>
                  <a:gd name="T66" fmla="*/ 26 w 79"/>
                  <a:gd name="T67" fmla="*/ 65 h 69"/>
                  <a:gd name="T68" fmla="*/ 31 w 79"/>
                  <a:gd name="T69" fmla="*/ 64 h 69"/>
                  <a:gd name="T70" fmla="*/ 38 w 79"/>
                  <a:gd name="T71" fmla="*/ 64 h 69"/>
                  <a:gd name="T72" fmla="*/ 39 w 79"/>
                  <a:gd name="T73" fmla="*/ 64 h 69"/>
                  <a:gd name="T74" fmla="*/ 41 w 79"/>
                  <a:gd name="T75" fmla="*/ 63 h 69"/>
                  <a:gd name="T76" fmla="*/ 42 w 79"/>
                  <a:gd name="T77" fmla="*/ 62 h 69"/>
                  <a:gd name="T78" fmla="*/ 44 w 79"/>
                  <a:gd name="T79" fmla="*/ 65 h 69"/>
                  <a:gd name="T80" fmla="*/ 46 w 79"/>
                  <a:gd name="T81" fmla="*/ 62 h 69"/>
                  <a:gd name="T82" fmla="*/ 57 w 79"/>
                  <a:gd name="T83" fmla="*/ 56 h 69"/>
                  <a:gd name="T84" fmla="*/ 65 w 79"/>
                  <a:gd name="T85" fmla="*/ 48 h 69"/>
                  <a:gd name="T86" fmla="*/ 72 w 79"/>
                  <a:gd name="T87" fmla="*/ 37 h 69"/>
                  <a:gd name="T88" fmla="*/ 77 w 79"/>
                  <a:gd name="T89" fmla="*/ 33 h 69"/>
                  <a:gd name="T90" fmla="*/ 79 w 79"/>
                  <a:gd name="T91" fmla="*/ 25 h 69"/>
                  <a:gd name="T92" fmla="*/ 76 w 79"/>
                  <a:gd name="T93" fmla="*/ 25 h 69"/>
                  <a:gd name="T94" fmla="*/ 74 w 79"/>
                  <a:gd name="T95" fmla="*/ 27 h 69"/>
                  <a:gd name="T96" fmla="*/ 62 w 79"/>
                  <a:gd name="T97" fmla="*/ 39 h 69"/>
                  <a:gd name="T98" fmla="*/ 61 w 79"/>
                  <a:gd name="T99" fmla="*/ 41 h 69"/>
                  <a:gd name="T100" fmla="*/ 57 w 79"/>
                  <a:gd name="T101" fmla="*/ 43 h 69"/>
                  <a:gd name="T102" fmla="*/ 55 w 79"/>
                  <a:gd name="T103" fmla="*/ 44 h 69"/>
                  <a:gd name="T104" fmla="*/ 52 w 79"/>
                  <a:gd name="T105" fmla="*/ 41 h 69"/>
                  <a:gd name="T106" fmla="*/ 56 w 79"/>
                  <a:gd name="T107" fmla="*/ 35 h 69"/>
                  <a:gd name="T108" fmla="*/ 60 w 79"/>
                  <a:gd name="T109" fmla="*/ 35 h 69"/>
                  <a:gd name="T110" fmla="*/ 62 w 79"/>
                  <a:gd name="T111" fmla="*/ 39 h 69"/>
                  <a:gd name="T112" fmla="*/ 62 w 79"/>
                  <a:gd name="T113" fmla="*/ 3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9" h="69">
                    <a:moveTo>
                      <a:pt x="74" y="27"/>
                    </a:moveTo>
                    <a:cubicBezTo>
                      <a:pt x="71" y="27"/>
                      <a:pt x="68" y="24"/>
                      <a:pt x="69" y="22"/>
                    </a:cubicBezTo>
                    <a:cubicBezTo>
                      <a:pt x="69" y="20"/>
                      <a:pt x="71" y="19"/>
                      <a:pt x="72" y="19"/>
                    </a:cubicBezTo>
                    <a:cubicBezTo>
                      <a:pt x="73" y="19"/>
                      <a:pt x="74" y="20"/>
                      <a:pt x="75" y="20"/>
                    </a:cubicBezTo>
                    <a:cubicBezTo>
                      <a:pt x="75" y="17"/>
                      <a:pt x="76" y="14"/>
                      <a:pt x="75" y="11"/>
                    </a:cubicBezTo>
                    <a:cubicBezTo>
                      <a:pt x="74" y="10"/>
                      <a:pt x="73" y="8"/>
                      <a:pt x="73" y="7"/>
                    </a:cubicBezTo>
                    <a:cubicBezTo>
                      <a:pt x="72" y="5"/>
                      <a:pt x="72" y="3"/>
                      <a:pt x="72" y="1"/>
                    </a:cubicBezTo>
                    <a:cubicBezTo>
                      <a:pt x="70" y="2"/>
                      <a:pt x="67" y="1"/>
                      <a:pt x="66" y="1"/>
                    </a:cubicBezTo>
                    <a:cubicBezTo>
                      <a:pt x="63" y="0"/>
                      <a:pt x="61" y="0"/>
                      <a:pt x="60" y="2"/>
                    </a:cubicBezTo>
                    <a:cubicBezTo>
                      <a:pt x="58" y="3"/>
                      <a:pt x="56" y="3"/>
                      <a:pt x="55" y="5"/>
                    </a:cubicBezTo>
                    <a:cubicBezTo>
                      <a:pt x="54" y="6"/>
                      <a:pt x="52" y="7"/>
                      <a:pt x="51" y="8"/>
                    </a:cubicBezTo>
                    <a:cubicBezTo>
                      <a:pt x="50" y="9"/>
                      <a:pt x="50" y="11"/>
                      <a:pt x="49" y="12"/>
                    </a:cubicBezTo>
                    <a:cubicBezTo>
                      <a:pt x="48" y="14"/>
                      <a:pt x="46" y="12"/>
                      <a:pt x="45" y="14"/>
                    </a:cubicBezTo>
                    <a:cubicBezTo>
                      <a:pt x="44" y="15"/>
                      <a:pt x="45" y="16"/>
                      <a:pt x="44" y="17"/>
                    </a:cubicBezTo>
                    <a:cubicBezTo>
                      <a:pt x="42" y="21"/>
                      <a:pt x="37" y="18"/>
                      <a:pt x="34" y="17"/>
                    </a:cubicBezTo>
                    <a:cubicBezTo>
                      <a:pt x="31" y="15"/>
                      <a:pt x="30" y="19"/>
                      <a:pt x="28" y="21"/>
                    </a:cubicBezTo>
                    <a:cubicBezTo>
                      <a:pt x="27" y="22"/>
                      <a:pt x="26" y="24"/>
                      <a:pt x="24" y="24"/>
                    </a:cubicBezTo>
                    <a:cubicBezTo>
                      <a:pt x="24" y="24"/>
                      <a:pt x="20" y="24"/>
                      <a:pt x="20" y="23"/>
                    </a:cubicBezTo>
                    <a:cubicBezTo>
                      <a:pt x="22" y="20"/>
                      <a:pt x="21" y="15"/>
                      <a:pt x="17" y="14"/>
                    </a:cubicBezTo>
                    <a:cubicBezTo>
                      <a:pt x="17" y="19"/>
                      <a:pt x="17" y="24"/>
                      <a:pt x="17" y="29"/>
                    </a:cubicBezTo>
                    <a:cubicBezTo>
                      <a:pt x="17" y="29"/>
                      <a:pt x="18" y="32"/>
                      <a:pt x="17" y="33"/>
                    </a:cubicBezTo>
                    <a:cubicBezTo>
                      <a:pt x="14" y="35"/>
                      <a:pt x="13" y="36"/>
                      <a:pt x="9" y="35"/>
                    </a:cubicBezTo>
                    <a:cubicBezTo>
                      <a:pt x="8" y="35"/>
                      <a:pt x="7" y="35"/>
                      <a:pt x="6" y="34"/>
                    </a:cubicBezTo>
                    <a:cubicBezTo>
                      <a:pt x="5" y="32"/>
                      <a:pt x="4" y="31"/>
                      <a:pt x="2" y="33"/>
                    </a:cubicBezTo>
                    <a:cubicBezTo>
                      <a:pt x="0" y="35"/>
                      <a:pt x="2" y="38"/>
                      <a:pt x="3" y="40"/>
                    </a:cubicBezTo>
                    <a:cubicBezTo>
                      <a:pt x="4" y="41"/>
                      <a:pt x="5" y="43"/>
                      <a:pt x="5" y="45"/>
                    </a:cubicBezTo>
                    <a:cubicBezTo>
                      <a:pt x="7" y="49"/>
                      <a:pt x="11" y="51"/>
                      <a:pt x="9" y="56"/>
                    </a:cubicBezTo>
                    <a:cubicBezTo>
                      <a:pt x="8" y="58"/>
                      <a:pt x="7" y="58"/>
                      <a:pt x="8" y="60"/>
                    </a:cubicBezTo>
                    <a:cubicBezTo>
                      <a:pt x="9" y="61"/>
                      <a:pt x="9" y="62"/>
                      <a:pt x="9" y="62"/>
                    </a:cubicBezTo>
                    <a:cubicBezTo>
                      <a:pt x="10" y="63"/>
                      <a:pt x="9" y="65"/>
                      <a:pt x="10" y="66"/>
                    </a:cubicBezTo>
                    <a:cubicBezTo>
                      <a:pt x="10" y="66"/>
                      <a:pt x="10" y="64"/>
                      <a:pt x="11" y="64"/>
                    </a:cubicBezTo>
                    <a:cubicBezTo>
                      <a:pt x="11" y="64"/>
                      <a:pt x="14" y="67"/>
                      <a:pt x="15" y="68"/>
                    </a:cubicBezTo>
                    <a:cubicBezTo>
                      <a:pt x="17" y="69"/>
                      <a:pt x="19" y="66"/>
                      <a:pt x="21" y="66"/>
                    </a:cubicBezTo>
                    <a:cubicBezTo>
                      <a:pt x="23" y="65"/>
                      <a:pt x="25" y="67"/>
                      <a:pt x="26" y="65"/>
                    </a:cubicBezTo>
                    <a:cubicBezTo>
                      <a:pt x="28" y="64"/>
                      <a:pt x="29" y="64"/>
                      <a:pt x="31" y="64"/>
                    </a:cubicBezTo>
                    <a:cubicBezTo>
                      <a:pt x="33" y="64"/>
                      <a:pt x="35" y="64"/>
                      <a:pt x="38" y="64"/>
                    </a:cubicBezTo>
                    <a:cubicBezTo>
                      <a:pt x="38" y="64"/>
                      <a:pt x="39" y="64"/>
                      <a:pt x="39" y="64"/>
                    </a:cubicBezTo>
                    <a:cubicBezTo>
                      <a:pt x="40" y="64"/>
                      <a:pt x="40" y="63"/>
                      <a:pt x="41" y="63"/>
                    </a:cubicBezTo>
                    <a:cubicBezTo>
                      <a:pt x="41" y="63"/>
                      <a:pt x="41" y="62"/>
                      <a:pt x="42" y="62"/>
                    </a:cubicBezTo>
                    <a:cubicBezTo>
                      <a:pt x="42" y="63"/>
                      <a:pt x="42" y="65"/>
                      <a:pt x="44" y="65"/>
                    </a:cubicBezTo>
                    <a:cubicBezTo>
                      <a:pt x="44" y="65"/>
                      <a:pt x="43" y="61"/>
                      <a:pt x="46" y="62"/>
                    </a:cubicBezTo>
                    <a:cubicBezTo>
                      <a:pt x="50" y="63"/>
                      <a:pt x="54" y="59"/>
                      <a:pt x="57" y="56"/>
                    </a:cubicBezTo>
                    <a:cubicBezTo>
                      <a:pt x="60" y="54"/>
                      <a:pt x="62" y="51"/>
                      <a:pt x="65" y="48"/>
                    </a:cubicBezTo>
                    <a:cubicBezTo>
                      <a:pt x="68" y="45"/>
                      <a:pt x="69" y="41"/>
                      <a:pt x="72" y="37"/>
                    </a:cubicBezTo>
                    <a:cubicBezTo>
                      <a:pt x="73" y="36"/>
                      <a:pt x="76" y="35"/>
                      <a:pt x="77" y="33"/>
                    </a:cubicBezTo>
                    <a:cubicBezTo>
                      <a:pt x="78" y="31"/>
                      <a:pt x="79" y="27"/>
                      <a:pt x="79" y="25"/>
                    </a:cubicBezTo>
                    <a:cubicBezTo>
                      <a:pt x="78" y="25"/>
                      <a:pt x="77" y="25"/>
                      <a:pt x="76" y="25"/>
                    </a:cubicBezTo>
                    <a:cubicBezTo>
                      <a:pt x="75" y="25"/>
                      <a:pt x="75" y="27"/>
                      <a:pt x="74" y="27"/>
                    </a:cubicBezTo>
                    <a:close/>
                    <a:moveTo>
                      <a:pt x="62" y="39"/>
                    </a:moveTo>
                    <a:cubicBezTo>
                      <a:pt x="61" y="39"/>
                      <a:pt x="61" y="41"/>
                      <a:pt x="61" y="41"/>
                    </a:cubicBezTo>
                    <a:cubicBezTo>
                      <a:pt x="60" y="43"/>
                      <a:pt x="58" y="42"/>
                      <a:pt x="57" y="43"/>
                    </a:cubicBezTo>
                    <a:cubicBezTo>
                      <a:pt x="56" y="43"/>
                      <a:pt x="56" y="44"/>
                      <a:pt x="55" y="44"/>
                    </a:cubicBezTo>
                    <a:cubicBezTo>
                      <a:pt x="53" y="44"/>
                      <a:pt x="52" y="42"/>
                      <a:pt x="52" y="41"/>
                    </a:cubicBezTo>
                    <a:cubicBezTo>
                      <a:pt x="51" y="39"/>
                      <a:pt x="54" y="36"/>
                      <a:pt x="56" y="35"/>
                    </a:cubicBezTo>
                    <a:cubicBezTo>
                      <a:pt x="57" y="34"/>
                      <a:pt x="59" y="34"/>
                      <a:pt x="60" y="35"/>
                    </a:cubicBezTo>
                    <a:cubicBezTo>
                      <a:pt x="61" y="36"/>
                      <a:pt x="64" y="38"/>
                      <a:pt x="62" y="39"/>
                    </a:cubicBezTo>
                    <a:cubicBezTo>
                      <a:pt x="61" y="39"/>
                      <a:pt x="63" y="38"/>
                      <a:pt x="62" y="39"/>
                    </a:cubicBezTo>
                    <a:close/>
                  </a:path>
                </a:pathLst>
              </a:custGeom>
              <a:grpFill/>
              <a:ln w="9525"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3" name="Freeform 739">
                <a:extLst>
                  <a:ext uri="{FF2B5EF4-FFF2-40B4-BE49-F238E27FC236}">
                    <a16:creationId xmlns:a16="http://schemas.microsoft.com/office/drawing/2014/main" id="{7381C95D-9DC9-6CC5-A95E-31D7D47E5731}"/>
                  </a:ext>
                </a:extLst>
              </p:cNvPr>
              <p:cNvSpPr>
                <a:spLocks/>
              </p:cNvSpPr>
              <p:nvPr/>
            </p:nvSpPr>
            <p:spPr bwMode="auto">
              <a:xfrm>
                <a:off x="12919938" y="10399671"/>
                <a:ext cx="121018" cy="124237"/>
              </a:xfrm>
              <a:custGeom>
                <a:avLst/>
                <a:gdLst>
                  <a:gd name="T0" fmla="*/ 11 w 13"/>
                  <a:gd name="T1" fmla="*/ 4 h 13"/>
                  <a:gd name="T2" fmla="*/ 3 w 13"/>
                  <a:gd name="T3" fmla="*/ 3 h 13"/>
                  <a:gd name="T4" fmla="*/ 2 w 13"/>
                  <a:gd name="T5" fmla="*/ 9 h 13"/>
                  <a:gd name="T6" fmla="*/ 7 w 13"/>
                  <a:gd name="T7" fmla="*/ 9 h 13"/>
                  <a:gd name="T8" fmla="*/ 11 w 13"/>
                  <a:gd name="T9" fmla="*/ 4 h 13"/>
                  <a:gd name="T10" fmla="*/ 11 w 13"/>
                  <a:gd name="T11" fmla="*/ 4 h 13"/>
                </a:gdLst>
                <a:ahLst/>
                <a:cxnLst>
                  <a:cxn ang="0">
                    <a:pos x="T0" y="T1"/>
                  </a:cxn>
                  <a:cxn ang="0">
                    <a:pos x="T2" y="T3"/>
                  </a:cxn>
                  <a:cxn ang="0">
                    <a:pos x="T4" y="T5"/>
                  </a:cxn>
                  <a:cxn ang="0">
                    <a:pos x="T6" y="T7"/>
                  </a:cxn>
                  <a:cxn ang="0">
                    <a:pos x="T8" y="T9"/>
                  </a:cxn>
                  <a:cxn ang="0">
                    <a:pos x="T10" y="T11"/>
                  </a:cxn>
                </a:cxnLst>
                <a:rect l="0" t="0" r="r" b="b"/>
                <a:pathLst>
                  <a:path w="13" h="13">
                    <a:moveTo>
                      <a:pt x="11" y="4"/>
                    </a:moveTo>
                    <a:cubicBezTo>
                      <a:pt x="9" y="2"/>
                      <a:pt x="5" y="0"/>
                      <a:pt x="3" y="3"/>
                    </a:cubicBezTo>
                    <a:cubicBezTo>
                      <a:pt x="1" y="5"/>
                      <a:pt x="0" y="7"/>
                      <a:pt x="2" y="9"/>
                    </a:cubicBezTo>
                    <a:cubicBezTo>
                      <a:pt x="4" y="13"/>
                      <a:pt x="5" y="9"/>
                      <a:pt x="7" y="9"/>
                    </a:cubicBezTo>
                    <a:cubicBezTo>
                      <a:pt x="10" y="9"/>
                      <a:pt x="13" y="5"/>
                      <a:pt x="11" y="4"/>
                    </a:cubicBezTo>
                    <a:cubicBezTo>
                      <a:pt x="10" y="3"/>
                      <a:pt x="12" y="4"/>
                      <a:pt x="11"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4" name="Freeform 740">
                <a:extLst>
                  <a:ext uri="{FF2B5EF4-FFF2-40B4-BE49-F238E27FC236}">
                    <a16:creationId xmlns:a16="http://schemas.microsoft.com/office/drawing/2014/main" id="{D9651167-FC9E-93D0-2611-52F2D3F69C14}"/>
                  </a:ext>
                </a:extLst>
              </p:cNvPr>
              <p:cNvSpPr>
                <a:spLocks/>
              </p:cNvSpPr>
              <p:nvPr/>
            </p:nvSpPr>
            <p:spPr bwMode="auto">
              <a:xfrm>
                <a:off x="12263888" y="9240129"/>
                <a:ext cx="47770" cy="76452"/>
              </a:xfrm>
              <a:custGeom>
                <a:avLst/>
                <a:gdLst>
                  <a:gd name="T0" fmla="*/ 2 w 5"/>
                  <a:gd name="T1" fmla="*/ 5 h 8"/>
                  <a:gd name="T2" fmla="*/ 5 w 5"/>
                  <a:gd name="T3" fmla="*/ 1 h 8"/>
                  <a:gd name="T4" fmla="*/ 1 w 5"/>
                  <a:gd name="T5" fmla="*/ 3 h 8"/>
                  <a:gd name="T6" fmla="*/ 0 w 5"/>
                  <a:gd name="T7" fmla="*/ 8 h 8"/>
                  <a:gd name="T8" fmla="*/ 2 w 5"/>
                  <a:gd name="T9" fmla="*/ 5 h 8"/>
                </a:gdLst>
                <a:ahLst/>
                <a:cxnLst>
                  <a:cxn ang="0">
                    <a:pos x="T0" y="T1"/>
                  </a:cxn>
                  <a:cxn ang="0">
                    <a:pos x="T2" y="T3"/>
                  </a:cxn>
                  <a:cxn ang="0">
                    <a:pos x="T4" y="T5"/>
                  </a:cxn>
                  <a:cxn ang="0">
                    <a:pos x="T6" y="T7"/>
                  </a:cxn>
                  <a:cxn ang="0">
                    <a:pos x="T8" y="T9"/>
                  </a:cxn>
                </a:cxnLst>
                <a:rect l="0" t="0" r="r" b="b"/>
                <a:pathLst>
                  <a:path w="5" h="8">
                    <a:moveTo>
                      <a:pt x="2" y="5"/>
                    </a:moveTo>
                    <a:cubicBezTo>
                      <a:pt x="2" y="4"/>
                      <a:pt x="4" y="2"/>
                      <a:pt x="5" y="1"/>
                    </a:cubicBezTo>
                    <a:cubicBezTo>
                      <a:pt x="4" y="0"/>
                      <a:pt x="2" y="2"/>
                      <a:pt x="1" y="3"/>
                    </a:cubicBezTo>
                    <a:cubicBezTo>
                      <a:pt x="0" y="4"/>
                      <a:pt x="0" y="6"/>
                      <a:pt x="0" y="8"/>
                    </a:cubicBezTo>
                    <a:cubicBezTo>
                      <a:pt x="2" y="7"/>
                      <a:pt x="2" y="6"/>
                      <a:pt x="2"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5" name="Freeform 741">
                <a:extLst>
                  <a:ext uri="{FF2B5EF4-FFF2-40B4-BE49-F238E27FC236}">
                    <a16:creationId xmlns:a16="http://schemas.microsoft.com/office/drawing/2014/main" id="{07A511BA-7D7F-DA7F-5B25-1ECC31A02C26}"/>
                  </a:ext>
                </a:extLst>
              </p:cNvPr>
              <p:cNvSpPr>
                <a:spLocks/>
              </p:cNvSpPr>
              <p:nvPr/>
            </p:nvSpPr>
            <p:spPr bwMode="auto">
              <a:xfrm>
                <a:off x="12219300" y="8857867"/>
                <a:ext cx="324842" cy="420492"/>
              </a:xfrm>
              <a:custGeom>
                <a:avLst/>
                <a:gdLst>
                  <a:gd name="T0" fmla="*/ 11 w 35"/>
                  <a:gd name="T1" fmla="*/ 44 h 45"/>
                  <a:gd name="T2" fmla="*/ 15 w 35"/>
                  <a:gd name="T3" fmla="*/ 41 h 45"/>
                  <a:gd name="T4" fmla="*/ 16 w 35"/>
                  <a:gd name="T5" fmla="*/ 43 h 45"/>
                  <a:gd name="T6" fmla="*/ 23 w 35"/>
                  <a:gd name="T7" fmla="*/ 37 h 45"/>
                  <a:gd name="T8" fmla="*/ 25 w 35"/>
                  <a:gd name="T9" fmla="*/ 26 h 45"/>
                  <a:gd name="T10" fmla="*/ 31 w 35"/>
                  <a:gd name="T11" fmla="*/ 16 h 45"/>
                  <a:gd name="T12" fmla="*/ 33 w 35"/>
                  <a:gd name="T13" fmla="*/ 8 h 45"/>
                  <a:gd name="T14" fmla="*/ 35 w 35"/>
                  <a:gd name="T15" fmla="*/ 2 h 45"/>
                  <a:gd name="T16" fmla="*/ 29 w 35"/>
                  <a:gd name="T17" fmla="*/ 1 h 45"/>
                  <a:gd name="T18" fmla="*/ 26 w 35"/>
                  <a:gd name="T19" fmla="*/ 2 h 45"/>
                  <a:gd name="T20" fmla="*/ 25 w 35"/>
                  <a:gd name="T21" fmla="*/ 6 h 45"/>
                  <a:gd name="T22" fmla="*/ 20 w 35"/>
                  <a:gd name="T23" fmla="*/ 10 h 45"/>
                  <a:gd name="T24" fmla="*/ 10 w 35"/>
                  <a:gd name="T25" fmla="*/ 8 h 45"/>
                  <a:gd name="T26" fmla="*/ 13 w 35"/>
                  <a:gd name="T27" fmla="*/ 13 h 45"/>
                  <a:gd name="T28" fmla="*/ 14 w 35"/>
                  <a:gd name="T29" fmla="*/ 19 h 45"/>
                  <a:gd name="T30" fmla="*/ 15 w 35"/>
                  <a:gd name="T31" fmla="*/ 22 h 45"/>
                  <a:gd name="T32" fmla="*/ 16 w 35"/>
                  <a:gd name="T33" fmla="*/ 25 h 45"/>
                  <a:gd name="T34" fmla="*/ 15 w 35"/>
                  <a:gd name="T35" fmla="*/ 32 h 45"/>
                  <a:gd name="T36" fmla="*/ 13 w 35"/>
                  <a:gd name="T37" fmla="*/ 31 h 45"/>
                  <a:gd name="T38" fmla="*/ 10 w 35"/>
                  <a:gd name="T39" fmla="*/ 32 h 45"/>
                  <a:gd name="T40" fmla="*/ 8 w 35"/>
                  <a:gd name="T41" fmla="*/ 29 h 45"/>
                  <a:gd name="T42" fmla="*/ 6 w 35"/>
                  <a:gd name="T43" fmla="*/ 32 h 45"/>
                  <a:gd name="T44" fmla="*/ 4 w 35"/>
                  <a:gd name="T45" fmla="*/ 32 h 45"/>
                  <a:gd name="T46" fmla="*/ 3 w 35"/>
                  <a:gd name="T47" fmla="*/ 35 h 45"/>
                  <a:gd name="T48" fmla="*/ 0 w 35"/>
                  <a:gd name="T49" fmla="*/ 39 h 45"/>
                  <a:gd name="T50" fmla="*/ 5 w 35"/>
                  <a:gd name="T51" fmla="*/ 45 h 45"/>
                  <a:gd name="T52" fmla="*/ 8 w 35"/>
                  <a:gd name="T53" fmla="*/ 42 h 45"/>
                  <a:gd name="T54" fmla="*/ 11 w 35"/>
                  <a:gd name="T55" fmla="*/ 44 h 45"/>
                  <a:gd name="T56" fmla="*/ 11 w 35"/>
                  <a:gd name="T5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5">
                    <a:moveTo>
                      <a:pt x="11" y="44"/>
                    </a:moveTo>
                    <a:cubicBezTo>
                      <a:pt x="12" y="44"/>
                      <a:pt x="14" y="42"/>
                      <a:pt x="15" y="41"/>
                    </a:cubicBezTo>
                    <a:cubicBezTo>
                      <a:pt x="17" y="40"/>
                      <a:pt x="15" y="43"/>
                      <a:pt x="16" y="43"/>
                    </a:cubicBezTo>
                    <a:cubicBezTo>
                      <a:pt x="16" y="43"/>
                      <a:pt x="23" y="39"/>
                      <a:pt x="23" y="37"/>
                    </a:cubicBezTo>
                    <a:cubicBezTo>
                      <a:pt x="23" y="33"/>
                      <a:pt x="23" y="29"/>
                      <a:pt x="25" y="26"/>
                    </a:cubicBezTo>
                    <a:cubicBezTo>
                      <a:pt x="27" y="22"/>
                      <a:pt x="30" y="19"/>
                      <a:pt x="31" y="16"/>
                    </a:cubicBezTo>
                    <a:cubicBezTo>
                      <a:pt x="32" y="13"/>
                      <a:pt x="32" y="11"/>
                      <a:pt x="33" y="8"/>
                    </a:cubicBezTo>
                    <a:cubicBezTo>
                      <a:pt x="33" y="6"/>
                      <a:pt x="35" y="4"/>
                      <a:pt x="35" y="2"/>
                    </a:cubicBezTo>
                    <a:cubicBezTo>
                      <a:pt x="33" y="2"/>
                      <a:pt x="31" y="0"/>
                      <a:pt x="29" y="1"/>
                    </a:cubicBezTo>
                    <a:cubicBezTo>
                      <a:pt x="28" y="1"/>
                      <a:pt x="26" y="1"/>
                      <a:pt x="26" y="2"/>
                    </a:cubicBezTo>
                    <a:cubicBezTo>
                      <a:pt x="25" y="4"/>
                      <a:pt x="25" y="5"/>
                      <a:pt x="25" y="6"/>
                    </a:cubicBezTo>
                    <a:cubicBezTo>
                      <a:pt x="24" y="9"/>
                      <a:pt x="23" y="10"/>
                      <a:pt x="20" y="10"/>
                    </a:cubicBezTo>
                    <a:cubicBezTo>
                      <a:pt x="17" y="9"/>
                      <a:pt x="13" y="8"/>
                      <a:pt x="10" y="8"/>
                    </a:cubicBezTo>
                    <a:cubicBezTo>
                      <a:pt x="10" y="10"/>
                      <a:pt x="9" y="14"/>
                      <a:pt x="13" y="13"/>
                    </a:cubicBezTo>
                    <a:cubicBezTo>
                      <a:pt x="17" y="11"/>
                      <a:pt x="14" y="17"/>
                      <a:pt x="14" y="19"/>
                    </a:cubicBezTo>
                    <a:cubicBezTo>
                      <a:pt x="14" y="20"/>
                      <a:pt x="14" y="21"/>
                      <a:pt x="15" y="22"/>
                    </a:cubicBezTo>
                    <a:cubicBezTo>
                      <a:pt x="16" y="23"/>
                      <a:pt x="16" y="24"/>
                      <a:pt x="16" y="25"/>
                    </a:cubicBezTo>
                    <a:cubicBezTo>
                      <a:pt x="16" y="27"/>
                      <a:pt x="16" y="30"/>
                      <a:pt x="15" y="32"/>
                    </a:cubicBezTo>
                    <a:cubicBezTo>
                      <a:pt x="15" y="33"/>
                      <a:pt x="13" y="31"/>
                      <a:pt x="13" y="31"/>
                    </a:cubicBezTo>
                    <a:cubicBezTo>
                      <a:pt x="11" y="31"/>
                      <a:pt x="11" y="33"/>
                      <a:pt x="10" y="32"/>
                    </a:cubicBezTo>
                    <a:cubicBezTo>
                      <a:pt x="10" y="31"/>
                      <a:pt x="9" y="30"/>
                      <a:pt x="8" y="29"/>
                    </a:cubicBezTo>
                    <a:cubicBezTo>
                      <a:pt x="7" y="29"/>
                      <a:pt x="7" y="31"/>
                      <a:pt x="6" y="32"/>
                    </a:cubicBezTo>
                    <a:cubicBezTo>
                      <a:pt x="6" y="32"/>
                      <a:pt x="4" y="32"/>
                      <a:pt x="4" y="32"/>
                    </a:cubicBezTo>
                    <a:cubicBezTo>
                      <a:pt x="2" y="32"/>
                      <a:pt x="3" y="34"/>
                      <a:pt x="3" y="35"/>
                    </a:cubicBezTo>
                    <a:cubicBezTo>
                      <a:pt x="4" y="38"/>
                      <a:pt x="3" y="37"/>
                      <a:pt x="0" y="39"/>
                    </a:cubicBezTo>
                    <a:cubicBezTo>
                      <a:pt x="2" y="41"/>
                      <a:pt x="4" y="42"/>
                      <a:pt x="5" y="45"/>
                    </a:cubicBezTo>
                    <a:cubicBezTo>
                      <a:pt x="6" y="44"/>
                      <a:pt x="7" y="43"/>
                      <a:pt x="8" y="42"/>
                    </a:cubicBezTo>
                    <a:cubicBezTo>
                      <a:pt x="10" y="41"/>
                      <a:pt x="10" y="43"/>
                      <a:pt x="11" y="44"/>
                    </a:cubicBezTo>
                    <a:cubicBezTo>
                      <a:pt x="12" y="44"/>
                      <a:pt x="10" y="43"/>
                      <a:pt x="11" y="4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6" name="Freeform 742">
                <a:extLst>
                  <a:ext uri="{FF2B5EF4-FFF2-40B4-BE49-F238E27FC236}">
                    <a16:creationId xmlns:a16="http://schemas.microsoft.com/office/drawing/2014/main" id="{F11EE51B-94B4-862C-0BDF-0FB8B73E34B1}"/>
                  </a:ext>
                </a:extLst>
              </p:cNvPr>
              <p:cNvSpPr>
                <a:spLocks/>
              </p:cNvSpPr>
              <p:nvPr/>
            </p:nvSpPr>
            <p:spPr bwMode="auto">
              <a:xfrm>
                <a:off x="12359429" y="8520197"/>
                <a:ext cx="595542" cy="420492"/>
              </a:xfrm>
              <a:custGeom>
                <a:avLst/>
                <a:gdLst>
                  <a:gd name="T0" fmla="*/ 12 w 64"/>
                  <a:gd name="T1" fmla="*/ 37 h 45"/>
                  <a:gd name="T2" fmla="*/ 17 w 64"/>
                  <a:gd name="T3" fmla="*/ 37 h 45"/>
                  <a:gd name="T4" fmla="*/ 20 w 64"/>
                  <a:gd name="T5" fmla="*/ 38 h 45"/>
                  <a:gd name="T6" fmla="*/ 21 w 64"/>
                  <a:gd name="T7" fmla="*/ 33 h 45"/>
                  <a:gd name="T8" fmla="*/ 25 w 64"/>
                  <a:gd name="T9" fmla="*/ 30 h 45"/>
                  <a:gd name="T10" fmla="*/ 30 w 64"/>
                  <a:gd name="T11" fmla="*/ 33 h 45"/>
                  <a:gd name="T12" fmla="*/ 36 w 64"/>
                  <a:gd name="T13" fmla="*/ 34 h 45"/>
                  <a:gd name="T14" fmla="*/ 39 w 64"/>
                  <a:gd name="T15" fmla="*/ 34 h 45"/>
                  <a:gd name="T16" fmla="*/ 41 w 64"/>
                  <a:gd name="T17" fmla="*/ 30 h 45"/>
                  <a:gd name="T18" fmla="*/ 45 w 64"/>
                  <a:gd name="T19" fmla="*/ 31 h 45"/>
                  <a:gd name="T20" fmla="*/ 50 w 64"/>
                  <a:gd name="T21" fmla="*/ 31 h 45"/>
                  <a:gd name="T22" fmla="*/ 55 w 64"/>
                  <a:gd name="T23" fmla="*/ 29 h 45"/>
                  <a:gd name="T24" fmla="*/ 60 w 64"/>
                  <a:gd name="T25" fmla="*/ 30 h 45"/>
                  <a:gd name="T26" fmla="*/ 58 w 64"/>
                  <a:gd name="T27" fmla="*/ 24 h 45"/>
                  <a:gd name="T28" fmla="*/ 55 w 64"/>
                  <a:gd name="T29" fmla="*/ 20 h 45"/>
                  <a:gd name="T30" fmla="*/ 51 w 64"/>
                  <a:gd name="T31" fmla="*/ 16 h 45"/>
                  <a:gd name="T32" fmla="*/ 47 w 64"/>
                  <a:gd name="T33" fmla="*/ 13 h 45"/>
                  <a:gd name="T34" fmla="*/ 46 w 64"/>
                  <a:gd name="T35" fmla="*/ 12 h 45"/>
                  <a:gd name="T36" fmla="*/ 44 w 64"/>
                  <a:gd name="T37" fmla="*/ 12 h 45"/>
                  <a:gd name="T38" fmla="*/ 44 w 64"/>
                  <a:gd name="T39" fmla="*/ 6 h 45"/>
                  <a:gd name="T40" fmla="*/ 41 w 64"/>
                  <a:gd name="T41" fmla="*/ 1 h 45"/>
                  <a:gd name="T42" fmla="*/ 41 w 64"/>
                  <a:gd name="T43" fmla="*/ 0 h 45"/>
                  <a:gd name="T44" fmla="*/ 38 w 64"/>
                  <a:gd name="T45" fmla="*/ 0 h 45"/>
                  <a:gd name="T46" fmla="*/ 35 w 64"/>
                  <a:gd name="T47" fmla="*/ 3 h 45"/>
                  <a:gd name="T48" fmla="*/ 26 w 64"/>
                  <a:gd name="T49" fmla="*/ 10 h 45"/>
                  <a:gd name="T50" fmla="*/ 22 w 64"/>
                  <a:gd name="T51" fmla="*/ 11 h 45"/>
                  <a:gd name="T52" fmla="*/ 19 w 64"/>
                  <a:gd name="T53" fmla="*/ 15 h 45"/>
                  <a:gd name="T54" fmla="*/ 13 w 64"/>
                  <a:gd name="T55" fmla="*/ 17 h 45"/>
                  <a:gd name="T56" fmla="*/ 9 w 64"/>
                  <a:gd name="T57" fmla="*/ 17 h 45"/>
                  <a:gd name="T58" fmla="*/ 6 w 64"/>
                  <a:gd name="T59" fmla="*/ 18 h 45"/>
                  <a:gd name="T60" fmla="*/ 3 w 64"/>
                  <a:gd name="T61" fmla="*/ 23 h 45"/>
                  <a:gd name="T62" fmla="*/ 4 w 64"/>
                  <a:gd name="T63" fmla="*/ 34 h 45"/>
                  <a:gd name="T64" fmla="*/ 6 w 64"/>
                  <a:gd name="T65" fmla="*/ 39 h 45"/>
                  <a:gd name="T66" fmla="*/ 9 w 64"/>
                  <a:gd name="T67" fmla="*/ 45 h 45"/>
                  <a:gd name="T68" fmla="*/ 12 w 64"/>
                  <a:gd name="T6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45">
                    <a:moveTo>
                      <a:pt x="12" y="37"/>
                    </a:moveTo>
                    <a:cubicBezTo>
                      <a:pt x="13" y="37"/>
                      <a:pt x="16" y="36"/>
                      <a:pt x="17" y="37"/>
                    </a:cubicBezTo>
                    <a:cubicBezTo>
                      <a:pt x="17" y="38"/>
                      <a:pt x="20" y="38"/>
                      <a:pt x="20" y="38"/>
                    </a:cubicBezTo>
                    <a:cubicBezTo>
                      <a:pt x="21" y="36"/>
                      <a:pt x="20" y="34"/>
                      <a:pt x="21" y="33"/>
                    </a:cubicBezTo>
                    <a:cubicBezTo>
                      <a:pt x="21" y="32"/>
                      <a:pt x="23" y="29"/>
                      <a:pt x="25" y="30"/>
                    </a:cubicBezTo>
                    <a:cubicBezTo>
                      <a:pt x="27" y="30"/>
                      <a:pt x="28" y="32"/>
                      <a:pt x="30" y="33"/>
                    </a:cubicBezTo>
                    <a:cubicBezTo>
                      <a:pt x="32" y="34"/>
                      <a:pt x="34" y="34"/>
                      <a:pt x="36" y="34"/>
                    </a:cubicBezTo>
                    <a:cubicBezTo>
                      <a:pt x="37" y="34"/>
                      <a:pt x="39" y="35"/>
                      <a:pt x="39" y="34"/>
                    </a:cubicBezTo>
                    <a:cubicBezTo>
                      <a:pt x="40" y="33"/>
                      <a:pt x="40" y="29"/>
                      <a:pt x="41" y="30"/>
                    </a:cubicBezTo>
                    <a:cubicBezTo>
                      <a:pt x="43" y="31"/>
                      <a:pt x="43" y="31"/>
                      <a:pt x="45" y="31"/>
                    </a:cubicBezTo>
                    <a:cubicBezTo>
                      <a:pt x="47" y="30"/>
                      <a:pt x="48" y="31"/>
                      <a:pt x="50" y="31"/>
                    </a:cubicBezTo>
                    <a:cubicBezTo>
                      <a:pt x="52" y="31"/>
                      <a:pt x="53" y="28"/>
                      <a:pt x="55" y="29"/>
                    </a:cubicBezTo>
                    <a:cubicBezTo>
                      <a:pt x="56" y="29"/>
                      <a:pt x="58" y="31"/>
                      <a:pt x="60" y="30"/>
                    </a:cubicBezTo>
                    <a:cubicBezTo>
                      <a:pt x="64" y="28"/>
                      <a:pt x="59" y="26"/>
                      <a:pt x="58" y="24"/>
                    </a:cubicBezTo>
                    <a:cubicBezTo>
                      <a:pt x="57" y="22"/>
                      <a:pt x="57" y="21"/>
                      <a:pt x="55" y="20"/>
                    </a:cubicBezTo>
                    <a:cubicBezTo>
                      <a:pt x="53" y="19"/>
                      <a:pt x="52" y="18"/>
                      <a:pt x="51" y="16"/>
                    </a:cubicBezTo>
                    <a:cubicBezTo>
                      <a:pt x="51" y="14"/>
                      <a:pt x="49" y="14"/>
                      <a:pt x="47" y="13"/>
                    </a:cubicBezTo>
                    <a:cubicBezTo>
                      <a:pt x="47" y="13"/>
                      <a:pt x="47" y="12"/>
                      <a:pt x="46" y="12"/>
                    </a:cubicBezTo>
                    <a:cubicBezTo>
                      <a:pt x="46" y="12"/>
                      <a:pt x="44" y="12"/>
                      <a:pt x="44" y="12"/>
                    </a:cubicBezTo>
                    <a:cubicBezTo>
                      <a:pt x="43" y="11"/>
                      <a:pt x="44" y="7"/>
                      <a:pt x="44" y="6"/>
                    </a:cubicBezTo>
                    <a:cubicBezTo>
                      <a:pt x="44" y="4"/>
                      <a:pt x="42" y="3"/>
                      <a:pt x="41" y="1"/>
                    </a:cubicBezTo>
                    <a:cubicBezTo>
                      <a:pt x="41" y="1"/>
                      <a:pt x="41" y="0"/>
                      <a:pt x="41" y="0"/>
                    </a:cubicBezTo>
                    <a:cubicBezTo>
                      <a:pt x="40" y="0"/>
                      <a:pt x="39" y="0"/>
                      <a:pt x="38" y="0"/>
                    </a:cubicBezTo>
                    <a:cubicBezTo>
                      <a:pt x="36" y="1"/>
                      <a:pt x="36" y="1"/>
                      <a:pt x="35" y="3"/>
                    </a:cubicBezTo>
                    <a:cubicBezTo>
                      <a:pt x="35" y="6"/>
                      <a:pt x="28" y="10"/>
                      <a:pt x="26" y="10"/>
                    </a:cubicBezTo>
                    <a:cubicBezTo>
                      <a:pt x="25" y="10"/>
                      <a:pt x="21" y="10"/>
                      <a:pt x="22" y="11"/>
                    </a:cubicBezTo>
                    <a:cubicBezTo>
                      <a:pt x="23" y="13"/>
                      <a:pt x="20" y="15"/>
                      <a:pt x="19" y="15"/>
                    </a:cubicBezTo>
                    <a:cubicBezTo>
                      <a:pt x="17" y="16"/>
                      <a:pt x="15" y="17"/>
                      <a:pt x="13" y="17"/>
                    </a:cubicBezTo>
                    <a:cubicBezTo>
                      <a:pt x="11" y="18"/>
                      <a:pt x="11" y="16"/>
                      <a:pt x="9" y="17"/>
                    </a:cubicBezTo>
                    <a:cubicBezTo>
                      <a:pt x="7" y="18"/>
                      <a:pt x="6" y="17"/>
                      <a:pt x="6" y="18"/>
                    </a:cubicBezTo>
                    <a:cubicBezTo>
                      <a:pt x="5" y="20"/>
                      <a:pt x="4" y="22"/>
                      <a:pt x="3" y="23"/>
                    </a:cubicBezTo>
                    <a:cubicBezTo>
                      <a:pt x="0" y="27"/>
                      <a:pt x="2" y="30"/>
                      <a:pt x="4" y="34"/>
                    </a:cubicBezTo>
                    <a:cubicBezTo>
                      <a:pt x="5" y="36"/>
                      <a:pt x="5" y="37"/>
                      <a:pt x="6" y="39"/>
                    </a:cubicBezTo>
                    <a:cubicBezTo>
                      <a:pt x="8" y="41"/>
                      <a:pt x="9" y="42"/>
                      <a:pt x="9" y="45"/>
                    </a:cubicBezTo>
                    <a:cubicBezTo>
                      <a:pt x="9" y="44"/>
                      <a:pt x="10" y="37"/>
                      <a:pt x="12" y="3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7" name="Freeform 743">
                <a:extLst>
                  <a:ext uri="{FF2B5EF4-FFF2-40B4-BE49-F238E27FC236}">
                    <a16:creationId xmlns:a16="http://schemas.microsoft.com/office/drawing/2014/main" id="{EBF1BC92-64ED-4955-BEA1-2C9A0E1FC042}"/>
                  </a:ext>
                </a:extLst>
              </p:cNvPr>
              <p:cNvSpPr>
                <a:spLocks/>
              </p:cNvSpPr>
              <p:nvPr/>
            </p:nvSpPr>
            <p:spPr bwMode="auto">
              <a:xfrm>
                <a:off x="11697008" y="7921315"/>
                <a:ext cx="1092359" cy="767717"/>
              </a:xfrm>
              <a:custGeom>
                <a:avLst/>
                <a:gdLst>
                  <a:gd name="T0" fmla="*/ 83 w 117"/>
                  <a:gd name="T1" fmla="*/ 82 h 82"/>
                  <a:gd name="T2" fmla="*/ 93 w 117"/>
                  <a:gd name="T3" fmla="*/ 76 h 82"/>
                  <a:gd name="T4" fmla="*/ 105 w 117"/>
                  <a:gd name="T5" fmla="*/ 68 h 82"/>
                  <a:gd name="T6" fmla="*/ 112 w 117"/>
                  <a:gd name="T7" fmla="*/ 64 h 82"/>
                  <a:gd name="T8" fmla="*/ 107 w 117"/>
                  <a:gd name="T9" fmla="*/ 55 h 82"/>
                  <a:gd name="T10" fmla="*/ 110 w 117"/>
                  <a:gd name="T11" fmla="*/ 46 h 82"/>
                  <a:gd name="T12" fmla="*/ 114 w 117"/>
                  <a:gd name="T13" fmla="*/ 40 h 82"/>
                  <a:gd name="T14" fmla="*/ 117 w 117"/>
                  <a:gd name="T15" fmla="*/ 21 h 82"/>
                  <a:gd name="T16" fmla="*/ 81 w 117"/>
                  <a:gd name="T17" fmla="*/ 1 h 82"/>
                  <a:gd name="T18" fmla="*/ 75 w 117"/>
                  <a:gd name="T19" fmla="*/ 2 h 82"/>
                  <a:gd name="T20" fmla="*/ 67 w 117"/>
                  <a:gd name="T21" fmla="*/ 2 h 82"/>
                  <a:gd name="T22" fmla="*/ 59 w 117"/>
                  <a:gd name="T23" fmla="*/ 1 h 82"/>
                  <a:gd name="T24" fmla="*/ 29 w 117"/>
                  <a:gd name="T25" fmla="*/ 21 h 82"/>
                  <a:gd name="T26" fmla="*/ 22 w 117"/>
                  <a:gd name="T27" fmla="*/ 25 h 82"/>
                  <a:gd name="T28" fmla="*/ 19 w 117"/>
                  <a:gd name="T29" fmla="*/ 42 h 82"/>
                  <a:gd name="T30" fmla="*/ 8 w 117"/>
                  <a:gd name="T31" fmla="*/ 43 h 82"/>
                  <a:gd name="T32" fmla="*/ 5 w 117"/>
                  <a:gd name="T33" fmla="*/ 51 h 82"/>
                  <a:gd name="T34" fmla="*/ 11 w 117"/>
                  <a:gd name="T35" fmla="*/ 56 h 82"/>
                  <a:gd name="T36" fmla="*/ 19 w 117"/>
                  <a:gd name="T37" fmla="*/ 62 h 82"/>
                  <a:gd name="T38" fmla="*/ 21 w 117"/>
                  <a:gd name="T39" fmla="*/ 55 h 82"/>
                  <a:gd name="T40" fmla="*/ 28 w 117"/>
                  <a:gd name="T41" fmla="*/ 50 h 82"/>
                  <a:gd name="T42" fmla="*/ 35 w 117"/>
                  <a:gd name="T43" fmla="*/ 53 h 82"/>
                  <a:gd name="T44" fmla="*/ 46 w 117"/>
                  <a:gd name="T45" fmla="*/ 55 h 82"/>
                  <a:gd name="T46" fmla="*/ 64 w 117"/>
                  <a:gd name="T47" fmla="*/ 53 h 82"/>
                  <a:gd name="T48" fmla="*/ 68 w 117"/>
                  <a:gd name="T49" fmla="*/ 47 h 82"/>
                  <a:gd name="T50" fmla="*/ 77 w 117"/>
                  <a:gd name="T51" fmla="*/ 31 h 82"/>
                  <a:gd name="T52" fmla="*/ 79 w 117"/>
                  <a:gd name="T53" fmla="*/ 16 h 82"/>
                  <a:gd name="T54" fmla="*/ 75 w 117"/>
                  <a:gd name="T55" fmla="*/ 2 h 82"/>
                  <a:gd name="T56" fmla="*/ 78 w 117"/>
                  <a:gd name="T57" fmla="*/ 16 h 82"/>
                  <a:gd name="T58" fmla="*/ 77 w 117"/>
                  <a:gd name="T59" fmla="*/ 35 h 82"/>
                  <a:gd name="T60" fmla="*/ 68 w 117"/>
                  <a:gd name="T61" fmla="*/ 46 h 82"/>
                  <a:gd name="T62" fmla="*/ 72 w 117"/>
                  <a:gd name="T63" fmla="*/ 55 h 82"/>
                  <a:gd name="T64" fmla="*/ 75 w 117"/>
                  <a:gd name="T65" fmla="*/ 65 h 82"/>
                  <a:gd name="T66" fmla="*/ 72 w 117"/>
                  <a:gd name="T67" fmla="*/ 74 h 82"/>
                  <a:gd name="T68" fmla="*/ 77 w 117"/>
                  <a:gd name="T69" fmla="*/ 81 h 82"/>
                  <a:gd name="T70" fmla="*/ 80 w 117"/>
                  <a:gd name="T71" fmla="*/ 8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 h="82">
                    <a:moveTo>
                      <a:pt x="80" y="81"/>
                    </a:moveTo>
                    <a:cubicBezTo>
                      <a:pt x="81" y="80"/>
                      <a:pt x="82" y="82"/>
                      <a:pt x="83" y="82"/>
                    </a:cubicBezTo>
                    <a:cubicBezTo>
                      <a:pt x="85" y="81"/>
                      <a:pt x="87" y="80"/>
                      <a:pt x="89" y="79"/>
                    </a:cubicBezTo>
                    <a:cubicBezTo>
                      <a:pt x="90" y="79"/>
                      <a:pt x="93" y="78"/>
                      <a:pt x="93" y="76"/>
                    </a:cubicBezTo>
                    <a:cubicBezTo>
                      <a:pt x="93" y="74"/>
                      <a:pt x="94" y="75"/>
                      <a:pt x="96" y="74"/>
                    </a:cubicBezTo>
                    <a:cubicBezTo>
                      <a:pt x="99" y="74"/>
                      <a:pt x="103" y="71"/>
                      <a:pt x="105" y="68"/>
                    </a:cubicBezTo>
                    <a:cubicBezTo>
                      <a:pt x="106" y="67"/>
                      <a:pt x="106" y="66"/>
                      <a:pt x="107" y="65"/>
                    </a:cubicBezTo>
                    <a:cubicBezTo>
                      <a:pt x="108" y="64"/>
                      <a:pt x="110" y="64"/>
                      <a:pt x="112" y="64"/>
                    </a:cubicBezTo>
                    <a:cubicBezTo>
                      <a:pt x="112" y="62"/>
                      <a:pt x="110" y="61"/>
                      <a:pt x="109" y="59"/>
                    </a:cubicBezTo>
                    <a:cubicBezTo>
                      <a:pt x="109" y="58"/>
                      <a:pt x="110" y="55"/>
                      <a:pt x="107" y="55"/>
                    </a:cubicBezTo>
                    <a:cubicBezTo>
                      <a:pt x="106" y="55"/>
                      <a:pt x="109" y="53"/>
                      <a:pt x="108" y="52"/>
                    </a:cubicBezTo>
                    <a:cubicBezTo>
                      <a:pt x="108" y="49"/>
                      <a:pt x="109" y="48"/>
                      <a:pt x="110" y="46"/>
                    </a:cubicBezTo>
                    <a:cubicBezTo>
                      <a:pt x="110" y="44"/>
                      <a:pt x="112" y="44"/>
                      <a:pt x="112" y="42"/>
                    </a:cubicBezTo>
                    <a:cubicBezTo>
                      <a:pt x="112" y="41"/>
                      <a:pt x="113" y="40"/>
                      <a:pt x="114" y="40"/>
                    </a:cubicBezTo>
                    <a:cubicBezTo>
                      <a:pt x="117" y="40"/>
                      <a:pt x="117" y="40"/>
                      <a:pt x="117" y="38"/>
                    </a:cubicBezTo>
                    <a:cubicBezTo>
                      <a:pt x="117" y="32"/>
                      <a:pt x="117" y="27"/>
                      <a:pt x="117" y="21"/>
                    </a:cubicBezTo>
                    <a:cubicBezTo>
                      <a:pt x="117" y="19"/>
                      <a:pt x="113" y="18"/>
                      <a:pt x="111" y="17"/>
                    </a:cubicBezTo>
                    <a:cubicBezTo>
                      <a:pt x="101" y="12"/>
                      <a:pt x="91" y="6"/>
                      <a:pt x="81" y="1"/>
                    </a:cubicBezTo>
                    <a:cubicBezTo>
                      <a:pt x="80" y="1"/>
                      <a:pt x="80" y="0"/>
                      <a:pt x="79" y="0"/>
                    </a:cubicBezTo>
                    <a:cubicBezTo>
                      <a:pt x="78" y="1"/>
                      <a:pt x="76" y="2"/>
                      <a:pt x="75" y="2"/>
                    </a:cubicBezTo>
                    <a:cubicBezTo>
                      <a:pt x="74" y="3"/>
                      <a:pt x="72" y="5"/>
                      <a:pt x="71" y="5"/>
                    </a:cubicBezTo>
                    <a:cubicBezTo>
                      <a:pt x="70" y="5"/>
                      <a:pt x="69" y="3"/>
                      <a:pt x="67" y="2"/>
                    </a:cubicBezTo>
                    <a:cubicBezTo>
                      <a:pt x="66" y="1"/>
                      <a:pt x="65" y="1"/>
                      <a:pt x="64" y="1"/>
                    </a:cubicBezTo>
                    <a:cubicBezTo>
                      <a:pt x="62" y="0"/>
                      <a:pt x="61" y="0"/>
                      <a:pt x="59" y="1"/>
                    </a:cubicBezTo>
                    <a:cubicBezTo>
                      <a:pt x="52" y="5"/>
                      <a:pt x="45" y="10"/>
                      <a:pt x="38" y="14"/>
                    </a:cubicBezTo>
                    <a:cubicBezTo>
                      <a:pt x="35" y="16"/>
                      <a:pt x="32" y="18"/>
                      <a:pt x="29" y="21"/>
                    </a:cubicBezTo>
                    <a:cubicBezTo>
                      <a:pt x="28" y="22"/>
                      <a:pt x="27" y="22"/>
                      <a:pt x="26" y="22"/>
                    </a:cubicBezTo>
                    <a:cubicBezTo>
                      <a:pt x="23" y="22"/>
                      <a:pt x="22" y="22"/>
                      <a:pt x="22" y="25"/>
                    </a:cubicBezTo>
                    <a:cubicBezTo>
                      <a:pt x="22" y="28"/>
                      <a:pt x="22" y="31"/>
                      <a:pt x="22" y="34"/>
                    </a:cubicBezTo>
                    <a:cubicBezTo>
                      <a:pt x="22" y="37"/>
                      <a:pt x="21" y="40"/>
                      <a:pt x="19" y="42"/>
                    </a:cubicBezTo>
                    <a:cubicBezTo>
                      <a:pt x="18" y="43"/>
                      <a:pt x="15" y="43"/>
                      <a:pt x="14" y="43"/>
                    </a:cubicBezTo>
                    <a:cubicBezTo>
                      <a:pt x="12" y="43"/>
                      <a:pt x="10" y="43"/>
                      <a:pt x="8" y="43"/>
                    </a:cubicBezTo>
                    <a:cubicBezTo>
                      <a:pt x="6" y="43"/>
                      <a:pt x="4" y="44"/>
                      <a:pt x="2" y="44"/>
                    </a:cubicBezTo>
                    <a:cubicBezTo>
                      <a:pt x="0" y="44"/>
                      <a:pt x="5" y="51"/>
                      <a:pt x="5" y="51"/>
                    </a:cubicBezTo>
                    <a:cubicBezTo>
                      <a:pt x="6" y="54"/>
                      <a:pt x="7" y="56"/>
                      <a:pt x="10" y="57"/>
                    </a:cubicBezTo>
                    <a:cubicBezTo>
                      <a:pt x="10" y="57"/>
                      <a:pt x="11" y="56"/>
                      <a:pt x="11" y="56"/>
                    </a:cubicBezTo>
                    <a:cubicBezTo>
                      <a:pt x="12" y="57"/>
                      <a:pt x="12" y="60"/>
                      <a:pt x="14" y="58"/>
                    </a:cubicBezTo>
                    <a:cubicBezTo>
                      <a:pt x="16" y="56"/>
                      <a:pt x="18" y="61"/>
                      <a:pt x="19" y="62"/>
                    </a:cubicBezTo>
                    <a:cubicBezTo>
                      <a:pt x="19" y="61"/>
                      <a:pt x="20" y="59"/>
                      <a:pt x="20" y="58"/>
                    </a:cubicBezTo>
                    <a:cubicBezTo>
                      <a:pt x="20" y="57"/>
                      <a:pt x="21" y="56"/>
                      <a:pt x="21" y="55"/>
                    </a:cubicBezTo>
                    <a:cubicBezTo>
                      <a:pt x="22" y="52"/>
                      <a:pt x="22" y="52"/>
                      <a:pt x="25" y="51"/>
                    </a:cubicBezTo>
                    <a:cubicBezTo>
                      <a:pt x="26" y="50"/>
                      <a:pt x="27" y="50"/>
                      <a:pt x="28" y="50"/>
                    </a:cubicBezTo>
                    <a:cubicBezTo>
                      <a:pt x="29" y="49"/>
                      <a:pt x="30" y="51"/>
                      <a:pt x="31" y="51"/>
                    </a:cubicBezTo>
                    <a:cubicBezTo>
                      <a:pt x="33" y="51"/>
                      <a:pt x="34" y="52"/>
                      <a:pt x="35" y="53"/>
                    </a:cubicBezTo>
                    <a:cubicBezTo>
                      <a:pt x="36" y="54"/>
                      <a:pt x="37" y="54"/>
                      <a:pt x="39" y="54"/>
                    </a:cubicBezTo>
                    <a:cubicBezTo>
                      <a:pt x="42" y="52"/>
                      <a:pt x="43" y="55"/>
                      <a:pt x="46" y="55"/>
                    </a:cubicBezTo>
                    <a:cubicBezTo>
                      <a:pt x="49" y="55"/>
                      <a:pt x="52" y="53"/>
                      <a:pt x="55" y="53"/>
                    </a:cubicBezTo>
                    <a:cubicBezTo>
                      <a:pt x="57" y="53"/>
                      <a:pt x="61" y="54"/>
                      <a:pt x="64" y="53"/>
                    </a:cubicBezTo>
                    <a:cubicBezTo>
                      <a:pt x="65" y="53"/>
                      <a:pt x="66" y="52"/>
                      <a:pt x="67" y="51"/>
                    </a:cubicBezTo>
                    <a:cubicBezTo>
                      <a:pt x="69" y="50"/>
                      <a:pt x="68" y="49"/>
                      <a:pt x="68" y="47"/>
                    </a:cubicBezTo>
                    <a:cubicBezTo>
                      <a:pt x="68" y="42"/>
                      <a:pt x="73" y="39"/>
                      <a:pt x="77" y="35"/>
                    </a:cubicBezTo>
                    <a:cubicBezTo>
                      <a:pt x="78" y="34"/>
                      <a:pt x="77" y="32"/>
                      <a:pt x="77" y="31"/>
                    </a:cubicBezTo>
                    <a:cubicBezTo>
                      <a:pt x="77" y="28"/>
                      <a:pt x="77" y="26"/>
                      <a:pt x="77" y="23"/>
                    </a:cubicBezTo>
                    <a:cubicBezTo>
                      <a:pt x="78" y="21"/>
                      <a:pt x="79" y="18"/>
                      <a:pt x="79" y="16"/>
                    </a:cubicBezTo>
                    <a:cubicBezTo>
                      <a:pt x="78" y="14"/>
                      <a:pt x="77" y="12"/>
                      <a:pt x="76" y="11"/>
                    </a:cubicBezTo>
                    <a:cubicBezTo>
                      <a:pt x="74" y="8"/>
                      <a:pt x="75" y="5"/>
                      <a:pt x="75" y="2"/>
                    </a:cubicBezTo>
                    <a:cubicBezTo>
                      <a:pt x="75" y="5"/>
                      <a:pt x="75" y="7"/>
                      <a:pt x="75" y="9"/>
                    </a:cubicBezTo>
                    <a:cubicBezTo>
                      <a:pt x="75" y="11"/>
                      <a:pt x="78" y="14"/>
                      <a:pt x="78" y="16"/>
                    </a:cubicBezTo>
                    <a:cubicBezTo>
                      <a:pt x="79" y="19"/>
                      <a:pt x="77" y="23"/>
                      <a:pt x="77" y="26"/>
                    </a:cubicBezTo>
                    <a:cubicBezTo>
                      <a:pt x="77" y="28"/>
                      <a:pt x="78" y="32"/>
                      <a:pt x="77" y="35"/>
                    </a:cubicBezTo>
                    <a:cubicBezTo>
                      <a:pt x="76" y="37"/>
                      <a:pt x="72" y="39"/>
                      <a:pt x="71" y="41"/>
                    </a:cubicBezTo>
                    <a:cubicBezTo>
                      <a:pt x="69" y="42"/>
                      <a:pt x="68" y="44"/>
                      <a:pt x="68" y="46"/>
                    </a:cubicBezTo>
                    <a:cubicBezTo>
                      <a:pt x="67" y="49"/>
                      <a:pt x="69" y="50"/>
                      <a:pt x="70" y="53"/>
                    </a:cubicBezTo>
                    <a:cubicBezTo>
                      <a:pt x="70" y="54"/>
                      <a:pt x="71" y="54"/>
                      <a:pt x="72" y="55"/>
                    </a:cubicBezTo>
                    <a:cubicBezTo>
                      <a:pt x="74" y="56"/>
                      <a:pt x="75" y="57"/>
                      <a:pt x="75" y="59"/>
                    </a:cubicBezTo>
                    <a:cubicBezTo>
                      <a:pt x="75" y="61"/>
                      <a:pt x="75" y="63"/>
                      <a:pt x="75" y="65"/>
                    </a:cubicBezTo>
                    <a:cubicBezTo>
                      <a:pt x="75" y="66"/>
                      <a:pt x="76" y="68"/>
                      <a:pt x="77" y="70"/>
                    </a:cubicBezTo>
                    <a:cubicBezTo>
                      <a:pt x="74" y="70"/>
                      <a:pt x="67" y="70"/>
                      <a:pt x="72" y="74"/>
                    </a:cubicBezTo>
                    <a:cubicBezTo>
                      <a:pt x="74" y="75"/>
                      <a:pt x="75" y="76"/>
                      <a:pt x="76" y="78"/>
                    </a:cubicBezTo>
                    <a:cubicBezTo>
                      <a:pt x="76" y="79"/>
                      <a:pt x="77" y="80"/>
                      <a:pt x="77" y="81"/>
                    </a:cubicBezTo>
                    <a:cubicBezTo>
                      <a:pt x="77" y="82"/>
                      <a:pt x="80" y="81"/>
                      <a:pt x="80" y="81"/>
                    </a:cubicBezTo>
                    <a:cubicBezTo>
                      <a:pt x="82" y="80"/>
                      <a:pt x="80" y="81"/>
                      <a:pt x="80" y="8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8" name="Freeform 744">
                <a:extLst>
                  <a:ext uri="{FF2B5EF4-FFF2-40B4-BE49-F238E27FC236}">
                    <a16:creationId xmlns:a16="http://schemas.microsoft.com/office/drawing/2014/main" id="{183091F5-D7AC-5D08-1B12-0D09287CB03C}"/>
                  </a:ext>
                </a:extLst>
              </p:cNvPr>
              <p:cNvSpPr>
                <a:spLocks/>
              </p:cNvSpPr>
              <p:nvPr/>
            </p:nvSpPr>
            <p:spPr bwMode="auto">
              <a:xfrm>
                <a:off x="12684268" y="7940429"/>
                <a:ext cx="767517" cy="946107"/>
              </a:xfrm>
              <a:custGeom>
                <a:avLst/>
                <a:gdLst>
                  <a:gd name="T0" fmla="*/ 6 w 82"/>
                  <a:gd name="T1" fmla="*/ 39 h 101"/>
                  <a:gd name="T2" fmla="*/ 6 w 82"/>
                  <a:gd name="T3" fmla="*/ 41 h 101"/>
                  <a:gd name="T4" fmla="*/ 4 w 82"/>
                  <a:gd name="T5" fmla="*/ 43 h 101"/>
                  <a:gd name="T6" fmla="*/ 2 w 82"/>
                  <a:gd name="T7" fmla="*/ 49 h 101"/>
                  <a:gd name="T8" fmla="*/ 2 w 82"/>
                  <a:gd name="T9" fmla="*/ 51 h 101"/>
                  <a:gd name="T10" fmla="*/ 1 w 82"/>
                  <a:gd name="T11" fmla="*/ 53 h 101"/>
                  <a:gd name="T12" fmla="*/ 4 w 82"/>
                  <a:gd name="T13" fmla="*/ 58 h 101"/>
                  <a:gd name="T14" fmla="*/ 6 w 82"/>
                  <a:gd name="T15" fmla="*/ 60 h 101"/>
                  <a:gd name="T16" fmla="*/ 6 w 82"/>
                  <a:gd name="T17" fmla="*/ 63 h 101"/>
                  <a:gd name="T18" fmla="*/ 9 w 82"/>
                  <a:gd name="T19" fmla="*/ 68 h 101"/>
                  <a:gd name="T20" fmla="*/ 9 w 82"/>
                  <a:gd name="T21" fmla="*/ 74 h 101"/>
                  <a:gd name="T22" fmla="*/ 15 w 82"/>
                  <a:gd name="T23" fmla="*/ 76 h 101"/>
                  <a:gd name="T24" fmla="*/ 18 w 82"/>
                  <a:gd name="T25" fmla="*/ 81 h 101"/>
                  <a:gd name="T26" fmla="*/ 22 w 82"/>
                  <a:gd name="T27" fmla="*/ 84 h 101"/>
                  <a:gd name="T28" fmla="*/ 26 w 82"/>
                  <a:gd name="T29" fmla="*/ 88 h 101"/>
                  <a:gd name="T30" fmla="*/ 26 w 82"/>
                  <a:gd name="T31" fmla="*/ 91 h 101"/>
                  <a:gd name="T32" fmla="*/ 28 w 82"/>
                  <a:gd name="T33" fmla="*/ 92 h 101"/>
                  <a:gd name="T34" fmla="*/ 32 w 82"/>
                  <a:gd name="T35" fmla="*/ 96 h 101"/>
                  <a:gd name="T36" fmla="*/ 35 w 82"/>
                  <a:gd name="T37" fmla="*/ 95 h 101"/>
                  <a:gd name="T38" fmla="*/ 39 w 82"/>
                  <a:gd name="T39" fmla="*/ 94 h 101"/>
                  <a:gd name="T40" fmla="*/ 44 w 82"/>
                  <a:gd name="T41" fmla="*/ 100 h 101"/>
                  <a:gd name="T42" fmla="*/ 51 w 82"/>
                  <a:gd name="T43" fmla="*/ 100 h 101"/>
                  <a:gd name="T44" fmla="*/ 55 w 82"/>
                  <a:gd name="T45" fmla="*/ 98 h 101"/>
                  <a:gd name="T46" fmla="*/ 59 w 82"/>
                  <a:gd name="T47" fmla="*/ 97 h 101"/>
                  <a:gd name="T48" fmla="*/ 69 w 82"/>
                  <a:gd name="T49" fmla="*/ 94 h 101"/>
                  <a:gd name="T50" fmla="*/ 69 w 82"/>
                  <a:gd name="T51" fmla="*/ 91 h 101"/>
                  <a:gd name="T52" fmla="*/ 66 w 82"/>
                  <a:gd name="T53" fmla="*/ 90 h 101"/>
                  <a:gd name="T54" fmla="*/ 61 w 82"/>
                  <a:gd name="T55" fmla="*/ 83 h 101"/>
                  <a:gd name="T56" fmla="*/ 59 w 82"/>
                  <a:gd name="T57" fmla="*/ 80 h 101"/>
                  <a:gd name="T58" fmla="*/ 56 w 82"/>
                  <a:gd name="T59" fmla="*/ 78 h 101"/>
                  <a:gd name="T60" fmla="*/ 59 w 82"/>
                  <a:gd name="T61" fmla="*/ 75 h 101"/>
                  <a:gd name="T62" fmla="*/ 61 w 82"/>
                  <a:gd name="T63" fmla="*/ 67 h 101"/>
                  <a:gd name="T64" fmla="*/ 62 w 82"/>
                  <a:gd name="T65" fmla="*/ 64 h 101"/>
                  <a:gd name="T66" fmla="*/ 65 w 82"/>
                  <a:gd name="T67" fmla="*/ 62 h 101"/>
                  <a:gd name="T68" fmla="*/ 65 w 82"/>
                  <a:gd name="T69" fmla="*/ 58 h 101"/>
                  <a:gd name="T70" fmla="*/ 67 w 82"/>
                  <a:gd name="T71" fmla="*/ 55 h 101"/>
                  <a:gd name="T72" fmla="*/ 71 w 82"/>
                  <a:gd name="T73" fmla="*/ 52 h 101"/>
                  <a:gd name="T74" fmla="*/ 72 w 82"/>
                  <a:gd name="T75" fmla="*/ 45 h 101"/>
                  <a:gd name="T76" fmla="*/ 72 w 82"/>
                  <a:gd name="T77" fmla="*/ 42 h 101"/>
                  <a:gd name="T78" fmla="*/ 74 w 82"/>
                  <a:gd name="T79" fmla="*/ 37 h 101"/>
                  <a:gd name="T80" fmla="*/ 79 w 82"/>
                  <a:gd name="T81" fmla="*/ 29 h 101"/>
                  <a:gd name="T82" fmla="*/ 82 w 82"/>
                  <a:gd name="T83" fmla="*/ 27 h 101"/>
                  <a:gd name="T84" fmla="*/ 79 w 82"/>
                  <a:gd name="T85" fmla="*/ 23 h 101"/>
                  <a:gd name="T86" fmla="*/ 76 w 82"/>
                  <a:gd name="T87" fmla="*/ 17 h 101"/>
                  <a:gd name="T88" fmla="*/ 76 w 82"/>
                  <a:gd name="T89" fmla="*/ 11 h 101"/>
                  <a:gd name="T90" fmla="*/ 75 w 82"/>
                  <a:gd name="T91" fmla="*/ 9 h 101"/>
                  <a:gd name="T92" fmla="*/ 74 w 82"/>
                  <a:gd name="T93" fmla="*/ 5 h 101"/>
                  <a:gd name="T94" fmla="*/ 68 w 82"/>
                  <a:gd name="T95" fmla="*/ 0 h 101"/>
                  <a:gd name="T96" fmla="*/ 64 w 82"/>
                  <a:gd name="T97" fmla="*/ 2 h 101"/>
                  <a:gd name="T98" fmla="*/ 60 w 82"/>
                  <a:gd name="T99" fmla="*/ 5 h 101"/>
                  <a:gd name="T100" fmla="*/ 56 w 82"/>
                  <a:gd name="T101" fmla="*/ 5 h 101"/>
                  <a:gd name="T102" fmla="*/ 46 w 82"/>
                  <a:gd name="T103" fmla="*/ 5 h 101"/>
                  <a:gd name="T104" fmla="*/ 17 w 82"/>
                  <a:gd name="T105" fmla="*/ 5 h 101"/>
                  <a:gd name="T106" fmla="*/ 16 w 82"/>
                  <a:gd name="T107" fmla="*/ 14 h 101"/>
                  <a:gd name="T108" fmla="*/ 13 w 82"/>
                  <a:gd name="T109" fmla="*/ 16 h 101"/>
                  <a:gd name="T110" fmla="*/ 11 w 82"/>
                  <a:gd name="T111" fmla="*/ 18 h 101"/>
                  <a:gd name="T112" fmla="*/ 11 w 82"/>
                  <a:gd name="T113" fmla="*/ 32 h 101"/>
                  <a:gd name="T114" fmla="*/ 11 w 82"/>
                  <a:gd name="T115" fmla="*/ 37 h 101"/>
                  <a:gd name="T116" fmla="*/ 6 w 82"/>
                  <a:gd name="T117" fmla="*/ 3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2" h="101">
                    <a:moveTo>
                      <a:pt x="6" y="39"/>
                    </a:moveTo>
                    <a:cubicBezTo>
                      <a:pt x="6" y="39"/>
                      <a:pt x="6" y="40"/>
                      <a:pt x="6" y="41"/>
                    </a:cubicBezTo>
                    <a:cubicBezTo>
                      <a:pt x="5" y="42"/>
                      <a:pt x="4" y="42"/>
                      <a:pt x="4" y="43"/>
                    </a:cubicBezTo>
                    <a:cubicBezTo>
                      <a:pt x="4" y="45"/>
                      <a:pt x="2" y="47"/>
                      <a:pt x="2" y="49"/>
                    </a:cubicBezTo>
                    <a:cubicBezTo>
                      <a:pt x="2" y="50"/>
                      <a:pt x="3" y="51"/>
                      <a:pt x="2" y="51"/>
                    </a:cubicBezTo>
                    <a:cubicBezTo>
                      <a:pt x="2" y="52"/>
                      <a:pt x="0" y="53"/>
                      <a:pt x="1" y="53"/>
                    </a:cubicBezTo>
                    <a:cubicBezTo>
                      <a:pt x="4" y="53"/>
                      <a:pt x="3" y="57"/>
                      <a:pt x="4" y="58"/>
                    </a:cubicBezTo>
                    <a:cubicBezTo>
                      <a:pt x="4" y="59"/>
                      <a:pt x="5" y="59"/>
                      <a:pt x="6" y="60"/>
                    </a:cubicBezTo>
                    <a:cubicBezTo>
                      <a:pt x="6" y="61"/>
                      <a:pt x="6" y="62"/>
                      <a:pt x="6" y="63"/>
                    </a:cubicBezTo>
                    <a:cubicBezTo>
                      <a:pt x="7" y="65"/>
                      <a:pt x="9" y="66"/>
                      <a:pt x="9" y="68"/>
                    </a:cubicBezTo>
                    <a:cubicBezTo>
                      <a:pt x="9" y="69"/>
                      <a:pt x="8" y="74"/>
                      <a:pt x="9" y="74"/>
                    </a:cubicBezTo>
                    <a:cubicBezTo>
                      <a:pt x="12" y="74"/>
                      <a:pt x="13" y="75"/>
                      <a:pt x="15" y="76"/>
                    </a:cubicBezTo>
                    <a:cubicBezTo>
                      <a:pt x="17" y="77"/>
                      <a:pt x="16" y="80"/>
                      <a:pt x="18" y="81"/>
                    </a:cubicBezTo>
                    <a:cubicBezTo>
                      <a:pt x="19" y="82"/>
                      <a:pt x="22" y="82"/>
                      <a:pt x="22" y="84"/>
                    </a:cubicBezTo>
                    <a:cubicBezTo>
                      <a:pt x="22" y="86"/>
                      <a:pt x="25" y="87"/>
                      <a:pt x="26" y="88"/>
                    </a:cubicBezTo>
                    <a:cubicBezTo>
                      <a:pt x="26" y="89"/>
                      <a:pt x="26" y="90"/>
                      <a:pt x="26" y="91"/>
                    </a:cubicBezTo>
                    <a:cubicBezTo>
                      <a:pt x="27" y="91"/>
                      <a:pt x="28" y="92"/>
                      <a:pt x="28" y="92"/>
                    </a:cubicBezTo>
                    <a:cubicBezTo>
                      <a:pt x="29" y="93"/>
                      <a:pt x="30" y="95"/>
                      <a:pt x="32" y="96"/>
                    </a:cubicBezTo>
                    <a:cubicBezTo>
                      <a:pt x="33" y="97"/>
                      <a:pt x="33" y="93"/>
                      <a:pt x="35" y="95"/>
                    </a:cubicBezTo>
                    <a:cubicBezTo>
                      <a:pt x="37" y="96"/>
                      <a:pt x="37" y="94"/>
                      <a:pt x="39" y="94"/>
                    </a:cubicBezTo>
                    <a:cubicBezTo>
                      <a:pt x="41" y="95"/>
                      <a:pt x="42" y="98"/>
                      <a:pt x="44" y="100"/>
                    </a:cubicBezTo>
                    <a:cubicBezTo>
                      <a:pt x="46" y="95"/>
                      <a:pt x="49" y="101"/>
                      <a:pt x="51" y="100"/>
                    </a:cubicBezTo>
                    <a:cubicBezTo>
                      <a:pt x="52" y="99"/>
                      <a:pt x="53" y="98"/>
                      <a:pt x="55" y="98"/>
                    </a:cubicBezTo>
                    <a:cubicBezTo>
                      <a:pt x="56" y="98"/>
                      <a:pt x="58" y="98"/>
                      <a:pt x="59" y="97"/>
                    </a:cubicBezTo>
                    <a:cubicBezTo>
                      <a:pt x="61" y="93"/>
                      <a:pt x="65" y="91"/>
                      <a:pt x="69" y="94"/>
                    </a:cubicBezTo>
                    <a:cubicBezTo>
                      <a:pt x="69" y="93"/>
                      <a:pt x="69" y="92"/>
                      <a:pt x="69" y="91"/>
                    </a:cubicBezTo>
                    <a:cubicBezTo>
                      <a:pt x="69" y="90"/>
                      <a:pt x="66" y="90"/>
                      <a:pt x="66" y="90"/>
                    </a:cubicBezTo>
                    <a:cubicBezTo>
                      <a:pt x="64" y="88"/>
                      <a:pt x="63" y="85"/>
                      <a:pt x="61" y="83"/>
                    </a:cubicBezTo>
                    <a:cubicBezTo>
                      <a:pt x="60" y="82"/>
                      <a:pt x="60" y="81"/>
                      <a:pt x="59" y="80"/>
                    </a:cubicBezTo>
                    <a:cubicBezTo>
                      <a:pt x="58" y="79"/>
                      <a:pt x="57" y="79"/>
                      <a:pt x="56" y="78"/>
                    </a:cubicBezTo>
                    <a:cubicBezTo>
                      <a:pt x="53" y="75"/>
                      <a:pt x="59" y="75"/>
                      <a:pt x="59" y="75"/>
                    </a:cubicBezTo>
                    <a:cubicBezTo>
                      <a:pt x="61" y="74"/>
                      <a:pt x="60" y="69"/>
                      <a:pt x="61" y="67"/>
                    </a:cubicBezTo>
                    <a:cubicBezTo>
                      <a:pt x="61" y="66"/>
                      <a:pt x="61" y="64"/>
                      <a:pt x="62" y="64"/>
                    </a:cubicBezTo>
                    <a:cubicBezTo>
                      <a:pt x="63" y="63"/>
                      <a:pt x="65" y="63"/>
                      <a:pt x="65" y="62"/>
                    </a:cubicBezTo>
                    <a:cubicBezTo>
                      <a:pt x="65" y="61"/>
                      <a:pt x="65" y="60"/>
                      <a:pt x="65" y="58"/>
                    </a:cubicBezTo>
                    <a:cubicBezTo>
                      <a:pt x="65" y="57"/>
                      <a:pt x="66" y="56"/>
                      <a:pt x="67" y="55"/>
                    </a:cubicBezTo>
                    <a:cubicBezTo>
                      <a:pt x="68" y="53"/>
                      <a:pt x="70" y="54"/>
                      <a:pt x="71" y="52"/>
                    </a:cubicBezTo>
                    <a:cubicBezTo>
                      <a:pt x="71" y="50"/>
                      <a:pt x="72" y="48"/>
                      <a:pt x="72" y="45"/>
                    </a:cubicBezTo>
                    <a:cubicBezTo>
                      <a:pt x="72" y="44"/>
                      <a:pt x="72" y="43"/>
                      <a:pt x="72" y="42"/>
                    </a:cubicBezTo>
                    <a:cubicBezTo>
                      <a:pt x="72" y="40"/>
                      <a:pt x="74" y="38"/>
                      <a:pt x="74" y="37"/>
                    </a:cubicBezTo>
                    <a:cubicBezTo>
                      <a:pt x="74" y="33"/>
                      <a:pt x="75" y="30"/>
                      <a:pt x="79" y="29"/>
                    </a:cubicBezTo>
                    <a:cubicBezTo>
                      <a:pt x="80" y="29"/>
                      <a:pt x="81" y="29"/>
                      <a:pt x="82" y="27"/>
                    </a:cubicBezTo>
                    <a:cubicBezTo>
                      <a:pt x="82" y="26"/>
                      <a:pt x="80" y="24"/>
                      <a:pt x="79" y="23"/>
                    </a:cubicBezTo>
                    <a:cubicBezTo>
                      <a:pt x="77" y="21"/>
                      <a:pt x="76" y="19"/>
                      <a:pt x="76" y="17"/>
                    </a:cubicBezTo>
                    <a:cubicBezTo>
                      <a:pt x="76" y="16"/>
                      <a:pt x="75" y="11"/>
                      <a:pt x="76" y="11"/>
                    </a:cubicBezTo>
                    <a:cubicBezTo>
                      <a:pt x="77" y="10"/>
                      <a:pt x="76" y="10"/>
                      <a:pt x="75" y="9"/>
                    </a:cubicBezTo>
                    <a:cubicBezTo>
                      <a:pt x="74" y="8"/>
                      <a:pt x="74" y="7"/>
                      <a:pt x="74" y="5"/>
                    </a:cubicBezTo>
                    <a:cubicBezTo>
                      <a:pt x="72" y="3"/>
                      <a:pt x="69" y="2"/>
                      <a:pt x="68" y="0"/>
                    </a:cubicBezTo>
                    <a:cubicBezTo>
                      <a:pt x="67" y="0"/>
                      <a:pt x="65" y="1"/>
                      <a:pt x="64" y="2"/>
                    </a:cubicBezTo>
                    <a:cubicBezTo>
                      <a:pt x="63" y="5"/>
                      <a:pt x="61" y="3"/>
                      <a:pt x="60" y="5"/>
                    </a:cubicBezTo>
                    <a:cubicBezTo>
                      <a:pt x="59" y="9"/>
                      <a:pt x="58" y="5"/>
                      <a:pt x="56" y="5"/>
                    </a:cubicBezTo>
                    <a:cubicBezTo>
                      <a:pt x="52" y="5"/>
                      <a:pt x="49" y="5"/>
                      <a:pt x="46" y="5"/>
                    </a:cubicBezTo>
                    <a:cubicBezTo>
                      <a:pt x="37" y="5"/>
                      <a:pt x="27" y="5"/>
                      <a:pt x="17" y="5"/>
                    </a:cubicBezTo>
                    <a:cubicBezTo>
                      <a:pt x="15" y="5"/>
                      <a:pt x="16" y="12"/>
                      <a:pt x="16" y="14"/>
                    </a:cubicBezTo>
                    <a:cubicBezTo>
                      <a:pt x="16" y="16"/>
                      <a:pt x="15" y="16"/>
                      <a:pt x="13" y="16"/>
                    </a:cubicBezTo>
                    <a:cubicBezTo>
                      <a:pt x="10" y="16"/>
                      <a:pt x="11" y="16"/>
                      <a:pt x="11" y="18"/>
                    </a:cubicBezTo>
                    <a:cubicBezTo>
                      <a:pt x="11" y="23"/>
                      <a:pt x="11" y="27"/>
                      <a:pt x="11" y="32"/>
                    </a:cubicBezTo>
                    <a:cubicBezTo>
                      <a:pt x="11" y="34"/>
                      <a:pt x="11" y="36"/>
                      <a:pt x="11" y="37"/>
                    </a:cubicBezTo>
                    <a:cubicBezTo>
                      <a:pt x="11" y="39"/>
                      <a:pt x="7" y="38"/>
                      <a:pt x="6" y="3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49" name="Freeform 745">
                <a:extLst>
                  <a:ext uri="{FF2B5EF4-FFF2-40B4-BE49-F238E27FC236}">
                    <a16:creationId xmlns:a16="http://schemas.microsoft.com/office/drawing/2014/main" id="{A50C5563-AAAC-4F4B-8FC5-6649F8F0613F}"/>
                  </a:ext>
                </a:extLst>
              </p:cNvPr>
              <p:cNvSpPr>
                <a:spLocks/>
              </p:cNvSpPr>
              <p:nvPr/>
            </p:nvSpPr>
            <p:spPr bwMode="auto">
              <a:xfrm>
                <a:off x="13356248" y="8182530"/>
                <a:ext cx="299364" cy="270773"/>
              </a:xfrm>
              <a:custGeom>
                <a:avLst/>
                <a:gdLst>
                  <a:gd name="T0" fmla="*/ 3 w 32"/>
                  <a:gd name="T1" fmla="*/ 19 h 29"/>
                  <a:gd name="T2" fmla="*/ 7 w 32"/>
                  <a:gd name="T3" fmla="*/ 20 h 29"/>
                  <a:gd name="T4" fmla="*/ 7 w 32"/>
                  <a:gd name="T5" fmla="*/ 17 h 29"/>
                  <a:gd name="T6" fmla="*/ 10 w 32"/>
                  <a:gd name="T7" fmla="*/ 19 h 29"/>
                  <a:gd name="T8" fmla="*/ 12 w 32"/>
                  <a:gd name="T9" fmla="*/ 18 h 29"/>
                  <a:gd name="T10" fmla="*/ 14 w 32"/>
                  <a:gd name="T11" fmla="*/ 18 h 29"/>
                  <a:gd name="T12" fmla="*/ 29 w 32"/>
                  <a:gd name="T13" fmla="*/ 29 h 29"/>
                  <a:gd name="T14" fmla="*/ 32 w 32"/>
                  <a:gd name="T15" fmla="*/ 27 h 29"/>
                  <a:gd name="T16" fmla="*/ 24 w 32"/>
                  <a:gd name="T17" fmla="*/ 19 h 29"/>
                  <a:gd name="T18" fmla="*/ 19 w 32"/>
                  <a:gd name="T19" fmla="*/ 16 h 29"/>
                  <a:gd name="T20" fmla="*/ 17 w 32"/>
                  <a:gd name="T21" fmla="*/ 14 h 29"/>
                  <a:gd name="T22" fmla="*/ 17 w 32"/>
                  <a:gd name="T23" fmla="*/ 16 h 29"/>
                  <a:gd name="T24" fmla="*/ 16 w 32"/>
                  <a:gd name="T25" fmla="*/ 14 h 29"/>
                  <a:gd name="T26" fmla="*/ 14 w 32"/>
                  <a:gd name="T27" fmla="*/ 9 h 29"/>
                  <a:gd name="T28" fmla="*/ 10 w 32"/>
                  <a:gd name="T29" fmla="*/ 0 h 29"/>
                  <a:gd name="T30" fmla="*/ 2 w 32"/>
                  <a:gd name="T31" fmla="*/ 7 h 29"/>
                  <a:gd name="T32" fmla="*/ 1 w 32"/>
                  <a:gd name="T33" fmla="*/ 13 h 29"/>
                  <a:gd name="T34" fmla="*/ 0 w 32"/>
                  <a:gd name="T35" fmla="*/ 20 h 29"/>
                  <a:gd name="T36" fmla="*/ 3 w 32"/>
                  <a:gd name="T37" fmla="*/ 1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 h="29">
                    <a:moveTo>
                      <a:pt x="3" y="19"/>
                    </a:moveTo>
                    <a:cubicBezTo>
                      <a:pt x="4" y="19"/>
                      <a:pt x="6" y="21"/>
                      <a:pt x="7" y="20"/>
                    </a:cubicBezTo>
                    <a:cubicBezTo>
                      <a:pt x="7" y="19"/>
                      <a:pt x="6" y="17"/>
                      <a:pt x="7" y="17"/>
                    </a:cubicBezTo>
                    <a:cubicBezTo>
                      <a:pt x="9" y="17"/>
                      <a:pt x="9" y="19"/>
                      <a:pt x="10" y="19"/>
                    </a:cubicBezTo>
                    <a:cubicBezTo>
                      <a:pt x="11" y="19"/>
                      <a:pt x="12" y="18"/>
                      <a:pt x="12" y="18"/>
                    </a:cubicBezTo>
                    <a:cubicBezTo>
                      <a:pt x="13" y="17"/>
                      <a:pt x="14" y="18"/>
                      <a:pt x="14" y="18"/>
                    </a:cubicBezTo>
                    <a:cubicBezTo>
                      <a:pt x="22" y="18"/>
                      <a:pt x="25" y="24"/>
                      <a:pt x="29" y="29"/>
                    </a:cubicBezTo>
                    <a:cubicBezTo>
                      <a:pt x="30" y="29"/>
                      <a:pt x="31" y="28"/>
                      <a:pt x="32" y="27"/>
                    </a:cubicBezTo>
                    <a:cubicBezTo>
                      <a:pt x="29" y="25"/>
                      <a:pt x="26" y="22"/>
                      <a:pt x="24" y="19"/>
                    </a:cubicBezTo>
                    <a:cubicBezTo>
                      <a:pt x="23" y="17"/>
                      <a:pt x="21" y="17"/>
                      <a:pt x="19" y="16"/>
                    </a:cubicBezTo>
                    <a:cubicBezTo>
                      <a:pt x="18" y="16"/>
                      <a:pt x="18" y="14"/>
                      <a:pt x="17" y="14"/>
                    </a:cubicBezTo>
                    <a:cubicBezTo>
                      <a:pt x="16" y="14"/>
                      <a:pt x="17" y="15"/>
                      <a:pt x="17" y="16"/>
                    </a:cubicBezTo>
                    <a:cubicBezTo>
                      <a:pt x="17" y="16"/>
                      <a:pt x="16" y="14"/>
                      <a:pt x="16" y="14"/>
                    </a:cubicBezTo>
                    <a:cubicBezTo>
                      <a:pt x="15" y="12"/>
                      <a:pt x="14" y="11"/>
                      <a:pt x="14" y="9"/>
                    </a:cubicBezTo>
                    <a:cubicBezTo>
                      <a:pt x="13" y="6"/>
                      <a:pt x="13" y="3"/>
                      <a:pt x="10" y="0"/>
                    </a:cubicBezTo>
                    <a:cubicBezTo>
                      <a:pt x="9" y="4"/>
                      <a:pt x="4" y="4"/>
                      <a:pt x="2" y="7"/>
                    </a:cubicBezTo>
                    <a:cubicBezTo>
                      <a:pt x="1" y="9"/>
                      <a:pt x="2" y="11"/>
                      <a:pt x="1" y="13"/>
                    </a:cubicBezTo>
                    <a:cubicBezTo>
                      <a:pt x="0" y="15"/>
                      <a:pt x="0" y="17"/>
                      <a:pt x="0" y="20"/>
                    </a:cubicBezTo>
                    <a:cubicBezTo>
                      <a:pt x="1" y="19"/>
                      <a:pt x="2" y="19"/>
                      <a:pt x="3" y="1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0" name="Freeform 746">
                <a:extLst>
                  <a:ext uri="{FF2B5EF4-FFF2-40B4-BE49-F238E27FC236}">
                    <a16:creationId xmlns:a16="http://schemas.microsoft.com/office/drawing/2014/main" id="{464E0ABB-CB5A-A319-6C3B-78361E776D99}"/>
                  </a:ext>
                </a:extLst>
              </p:cNvPr>
              <p:cNvSpPr>
                <a:spLocks/>
              </p:cNvSpPr>
              <p:nvPr/>
            </p:nvSpPr>
            <p:spPr bwMode="auto">
              <a:xfrm>
                <a:off x="13200194" y="8313140"/>
                <a:ext cx="691083" cy="573398"/>
              </a:xfrm>
              <a:custGeom>
                <a:avLst/>
                <a:gdLst>
                  <a:gd name="T0" fmla="*/ 70 w 74"/>
                  <a:gd name="T1" fmla="*/ 38 h 61"/>
                  <a:gd name="T2" fmla="*/ 57 w 74"/>
                  <a:gd name="T3" fmla="*/ 33 h 61"/>
                  <a:gd name="T4" fmla="*/ 51 w 74"/>
                  <a:gd name="T5" fmla="*/ 29 h 61"/>
                  <a:gd name="T6" fmla="*/ 48 w 74"/>
                  <a:gd name="T7" fmla="*/ 24 h 61"/>
                  <a:gd name="T8" fmla="*/ 51 w 74"/>
                  <a:gd name="T9" fmla="*/ 20 h 61"/>
                  <a:gd name="T10" fmla="*/ 45 w 74"/>
                  <a:gd name="T11" fmla="*/ 23 h 61"/>
                  <a:gd name="T12" fmla="*/ 44 w 74"/>
                  <a:gd name="T13" fmla="*/ 18 h 61"/>
                  <a:gd name="T14" fmla="*/ 44 w 74"/>
                  <a:gd name="T15" fmla="*/ 12 h 61"/>
                  <a:gd name="T16" fmla="*/ 37 w 74"/>
                  <a:gd name="T17" fmla="*/ 5 h 61"/>
                  <a:gd name="T18" fmla="*/ 28 w 74"/>
                  <a:gd name="T19" fmla="*/ 4 h 61"/>
                  <a:gd name="T20" fmla="*/ 24 w 74"/>
                  <a:gd name="T21" fmla="*/ 5 h 61"/>
                  <a:gd name="T22" fmla="*/ 21 w 74"/>
                  <a:gd name="T23" fmla="*/ 5 h 61"/>
                  <a:gd name="T24" fmla="*/ 18 w 74"/>
                  <a:gd name="T25" fmla="*/ 5 h 61"/>
                  <a:gd name="T26" fmla="*/ 17 w 74"/>
                  <a:gd name="T27" fmla="*/ 8 h 61"/>
                  <a:gd name="T28" fmla="*/ 15 w 74"/>
                  <a:gd name="T29" fmla="*/ 13 h 61"/>
                  <a:gd name="T30" fmla="*/ 12 w 74"/>
                  <a:gd name="T31" fmla="*/ 14 h 61"/>
                  <a:gd name="T32" fmla="*/ 10 w 74"/>
                  <a:gd name="T33" fmla="*/ 18 h 61"/>
                  <a:gd name="T34" fmla="*/ 10 w 74"/>
                  <a:gd name="T35" fmla="*/ 23 h 61"/>
                  <a:gd name="T36" fmla="*/ 5 w 74"/>
                  <a:gd name="T37" fmla="*/ 34 h 61"/>
                  <a:gd name="T38" fmla="*/ 1 w 74"/>
                  <a:gd name="T39" fmla="*/ 35 h 61"/>
                  <a:gd name="T40" fmla="*/ 2 w 74"/>
                  <a:gd name="T41" fmla="*/ 38 h 61"/>
                  <a:gd name="T42" fmla="*/ 9 w 74"/>
                  <a:gd name="T43" fmla="*/ 47 h 61"/>
                  <a:gd name="T44" fmla="*/ 13 w 74"/>
                  <a:gd name="T45" fmla="*/ 50 h 61"/>
                  <a:gd name="T46" fmla="*/ 14 w 74"/>
                  <a:gd name="T47" fmla="*/ 54 h 61"/>
                  <a:gd name="T48" fmla="*/ 20 w 74"/>
                  <a:gd name="T49" fmla="*/ 55 h 61"/>
                  <a:gd name="T50" fmla="*/ 25 w 74"/>
                  <a:gd name="T51" fmla="*/ 59 h 61"/>
                  <a:gd name="T52" fmla="*/ 33 w 74"/>
                  <a:gd name="T53" fmla="*/ 60 h 61"/>
                  <a:gd name="T54" fmla="*/ 39 w 74"/>
                  <a:gd name="T55" fmla="*/ 57 h 61"/>
                  <a:gd name="T56" fmla="*/ 47 w 74"/>
                  <a:gd name="T57" fmla="*/ 56 h 61"/>
                  <a:gd name="T58" fmla="*/ 54 w 74"/>
                  <a:gd name="T59" fmla="*/ 53 h 61"/>
                  <a:gd name="T60" fmla="*/ 59 w 74"/>
                  <a:gd name="T61" fmla="*/ 53 h 61"/>
                  <a:gd name="T62" fmla="*/ 74 w 74"/>
                  <a:gd name="T63" fmla="*/ 38 h 61"/>
                  <a:gd name="T64" fmla="*/ 70 w 74"/>
                  <a:gd name="T65"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61">
                    <a:moveTo>
                      <a:pt x="70" y="38"/>
                    </a:moveTo>
                    <a:cubicBezTo>
                      <a:pt x="65" y="36"/>
                      <a:pt x="61" y="35"/>
                      <a:pt x="57" y="33"/>
                    </a:cubicBezTo>
                    <a:cubicBezTo>
                      <a:pt x="54" y="32"/>
                      <a:pt x="53" y="31"/>
                      <a:pt x="51" y="29"/>
                    </a:cubicBezTo>
                    <a:cubicBezTo>
                      <a:pt x="50" y="28"/>
                      <a:pt x="49" y="26"/>
                      <a:pt x="48" y="24"/>
                    </a:cubicBezTo>
                    <a:cubicBezTo>
                      <a:pt x="48" y="23"/>
                      <a:pt x="51" y="21"/>
                      <a:pt x="51" y="20"/>
                    </a:cubicBezTo>
                    <a:cubicBezTo>
                      <a:pt x="49" y="21"/>
                      <a:pt x="47" y="22"/>
                      <a:pt x="45" y="23"/>
                    </a:cubicBezTo>
                    <a:cubicBezTo>
                      <a:pt x="43" y="23"/>
                      <a:pt x="43" y="19"/>
                      <a:pt x="44" y="18"/>
                    </a:cubicBezTo>
                    <a:cubicBezTo>
                      <a:pt x="47" y="15"/>
                      <a:pt x="46" y="15"/>
                      <a:pt x="44" y="12"/>
                    </a:cubicBezTo>
                    <a:cubicBezTo>
                      <a:pt x="42" y="10"/>
                      <a:pt x="40" y="6"/>
                      <a:pt x="37" y="5"/>
                    </a:cubicBezTo>
                    <a:cubicBezTo>
                      <a:pt x="35" y="5"/>
                      <a:pt x="30" y="3"/>
                      <a:pt x="28" y="4"/>
                    </a:cubicBezTo>
                    <a:cubicBezTo>
                      <a:pt x="26" y="7"/>
                      <a:pt x="24" y="0"/>
                      <a:pt x="24" y="5"/>
                    </a:cubicBezTo>
                    <a:cubicBezTo>
                      <a:pt x="24" y="7"/>
                      <a:pt x="22" y="6"/>
                      <a:pt x="21" y="5"/>
                    </a:cubicBezTo>
                    <a:cubicBezTo>
                      <a:pt x="20" y="5"/>
                      <a:pt x="19" y="5"/>
                      <a:pt x="18" y="5"/>
                    </a:cubicBezTo>
                    <a:cubicBezTo>
                      <a:pt x="16" y="6"/>
                      <a:pt x="17" y="6"/>
                      <a:pt x="17" y="8"/>
                    </a:cubicBezTo>
                    <a:cubicBezTo>
                      <a:pt x="17" y="9"/>
                      <a:pt x="16" y="12"/>
                      <a:pt x="15" y="13"/>
                    </a:cubicBezTo>
                    <a:cubicBezTo>
                      <a:pt x="15" y="14"/>
                      <a:pt x="12" y="13"/>
                      <a:pt x="12" y="14"/>
                    </a:cubicBezTo>
                    <a:cubicBezTo>
                      <a:pt x="12" y="16"/>
                      <a:pt x="10" y="17"/>
                      <a:pt x="10" y="18"/>
                    </a:cubicBezTo>
                    <a:cubicBezTo>
                      <a:pt x="10" y="19"/>
                      <a:pt x="11" y="22"/>
                      <a:pt x="10" y="23"/>
                    </a:cubicBezTo>
                    <a:cubicBezTo>
                      <a:pt x="4" y="24"/>
                      <a:pt x="6" y="30"/>
                      <a:pt x="5" y="34"/>
                    </a:cubicBezTo>
                    <a:cubicBezTo>
                      <a:pt x="4" y="35"/>
                      <a:pt x="3" y="35"/>
                      <a:pt x="1" y="35"/>
                    </a:cubicBezTo>
                    <a:cubicBezTo>
                      <a:pt x="0" y="36"/>
                      <a:pt x="0" y="38"/>
                      <a:pt x="2" y="38"/>
                    </a:cubicBezTo>
                    <a:cubicBezTo>
                      <a:pt x="5" y="39"/>
                      <a:pt x="8" y="45"/>
                      <a:pt x="9" y="47"/>
                    </a:cubicBezTo>
                    <a:cubicBezTo>
                      <a:pt x="10" y="49"/>
                      <a:pt x="11" y="49"/>
                      <a:pt x="13" y="50"/>
                    </a:cubicBezTo>
                    <a:cubicBezTo>
                      <a:pt x="14" y="51"/>
                      <a:pt x="13" y="53"/>
                      <a:pt x="14" y="54"/>
                    </a:cubicBezTo>
                    <a:cubicBezTo>
                      <a:pt x="16" y="56"/>
                      <a:pt x="18" y="54"/>
                      <a:pt x="20" y="55"/>
                    </a:cubicBezTo>
                    <a:cubicBezTo>
                      <a:pt x="21" y="56"/>
                      <a:pt x="23" y="58"/>
                      <a:pt x="25" y="59"/>
                    </a:cubicBezTo>
                    <a:cubicBezTo>
                      <a:pt x="27" y="59"/>
                      <a:pt x="31" y="61"/>
                      <a:pt x="33" y="60"/>
                    </a:cubicBezTo>
                    <a:cubicBezTo>
                      <a:pt x="35" y="58"/>
                      <a:pt x="36" y="56"/>
                      <a:pt x="39" y="57"/>
                    </a:cubicBezTo>
                    <a:cubicBezTo>
                      <a:pt x="42" y="58"/>
                      <a:pt x="45" y="57"/>
                      <a:pt x="47" y="56"/>
                    </a:cubicBezTo>
                    <a:cubicBezTo>
                      <a:pt x="49" y="54"/>
                      <a:pt x="51" y="53"/>
                      <a:pt x="54" y="53"/>
                    </a:cubicBezTo>
                    <a:cubicBezTo>
                      <a:pt x="55" y="53"/>
                      <a:pt x="59" y="53"/>
                      <a:pt x="59" y="53"/>
                    </a:cubicBezTo>
                    <a:cubicBezTo>
                      <a:pt x="64" y="48"/>
                      <a:pt x="69" y="43"/>
                      <a:pt x="74" y="38"/>
                    </a:cubicBezTo>
                    <a:cubicBezTo>
                      <a:pt x="73" y="38"/>
                      <a:pt x="71" y="38"/>
                      <a:pt x="70" y="3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1" name="Freeform 747">
                <a:extLst>
                  <a:ext uri="{FF2B5EF4-FFF2-40B4-BE49-F238E27FC236}">
                    <a16:creationId xmlns:a16="http://schemas.microsoft.com/office/drawing/2014/main" id="{545A9B48-D285-FA04-84CD-5DF4D22DC3CF}"/>
                  </a:ext>
                </a:extLst>
              </p:cNvPr>
              <p:cNvSpPr>
                <a:spLocks/>
              </p:cNvSpPr>
              <p:nvPr/>
            </p:nvSpPr>
            <p:spPr bwMode="auto">
              <a:xfrm>
                <a:off x="13235227" y="8481973"/>
                <a:ext cx="812103" cy="777272"/>
              </a:xfrm>
              <a:custGeom>
                <a:avLst/>
                <a:gdLst>
                  <a:gd name="T0" fmla="*/ 86 w 87"/>
                  <a:gd name="T1" fmla="*/ 1 h 83"/>
                  <a:gd name="T2" fmla="*/ 83 w 87"/>
                  <a:gd name="T3" fmla="*/ 0 h 83"/>
                  <a:gd name="T4" fmla="*/ 79 w 87"/>
                  <a:gd name="T5" fmla="*/ 3 h 83"/>
                  <a:gd name="T6" fmla="*/ 71 w 87"/>
                  <a:gd name="T7" fmla="*/ 3 h 83"/>
                  <a:gd name="T8" fmla="*/ 69 w 87"/>
                  <a:gd name="T9" fmla="*/ 4 h 83"/>
                  <a:gd name="T10" fmla="*/ 68 w 87"/>
                  <a:gd name="T11" fmla="*/ 3 h 83"/>
                  <a:gd name="T12" fmla="*/ 63 w 87"/>
                  <a:gd name="T13" fmla="*/ 6 h 83"/>
                  <a:gd name="T14" fmla="*/ 58 w 87"/>
                  <a:gd name="T15" fmla="*/ 5 h 83"/>
                  <a:gd name="T16" fmla="*/ 53 w 87"/>
                  <a:gd name="T17" fmla="*/ 7 h 83"/>
                  <a:gd name="T18" fmla="*/ 47 w 87"/>
                  <a:gd name="T19" fmla="*/ 2 h 83"/>
                  <a:gd name="T20" fmla="*/ 44 w 87"/>
                  <a:gd name="T21" fmla="*/ 6 h 83"/>
                  <a:gd name="T22" fmla="*/ 48 w 87"/>
                  <a:gd name="T23" fmla="*/ 12 h 83"/>
                  <a:gd name="T24" fmla="*/ 56 w 87"/>
                  <a:gd name="T25" fmla="*/ 16 h 83"/>
                  <a:gd name="T26" fmla="*/ 70 w 87"/>
                  <a:gd name="T27" fmla="*/ 20 h 83"/>
                  <a:gd name="T28" fmla="*/ 63 w 87"/>
                  <a:gd name="T29" fmla="*/ 27 h 83"/>
                  <a:gd name="T30" fmla="*/ 58 w 87"/>
                  <a:gd name="T31" fmla="*/ 33 h 83"/>
                  <a:gd name="T32" fmla="*/ 55 w 87"/>
                  <a:gd name="T33" fmla="*/ 35 h 83"/>
                  <a:gd name="T34" fmla="*/ 48 w 87"/>
                  <a:gd name="T35" fmla="*/ 35 h 83"/>
                  <a:gd name="T36" fmla="*/ 42 w 87"/>
                  <a:gd name="T37" fmla="*/ 38 h 83"/>
                  <a:gd name="T38" fmla="*/ 36 w 87"/>
                  <a:gd name="T39" fmla="*/ 39 h 83"/>
                  <a:gd name="T40" fmla="*/ 32 w 87"/>
                  <a:gd name="T41" fmla="*/ 39 h 83"/>
                  <a:gd name="T42" fmla="*/ 26 w 87"/>
                  <a:gd name="T43" fmla="*/ 42 h 83"/>
                  <a:gd name="T44" fmla="*/ 21 w 87"/>
                  <a:gd name="T45" fmla="*/ 41 h 83"/>
                  <a:gd name="T46" fmla="*/ 16 w 87"/>
                  <a:gd name="T47" fmla="*/ 37 h 83"/>
                  <a:gd name="T48" fmla="*/ 11 w 87"/>
                  <a:gd name="T49" fmla="*/ 37 h 83"/>
                  <a:gd name="T50" fmla="*/ 7 w 87"/>
                  <a:gd name="T51" fmla="*/ 34 h 83"/>
                  <a:gd name="T52" fmla="*/ 0 w 87"/>
                  <a:gd name="T53" fmla="*/ 39 h 83"/>
                  <a:gd name="T54" fmla="*/ 3 w 87"/>
                  <a:gd name="T55" fmla="*/ 41 h 83"/>
                  <a:gd name="T56" fmla="*/ 4 w 87"/>
                  <a:gd name="T57" fmla="*/ 45 h 83"/>
                  <a:gd name="T58" fmla="*/ 3 w 87"/>
                  <a:gd name="T59" fmla="*/ 54 h 83"/>
                  <a:gd name="T60" fmla="*/ 0 w 87"/>
                  <a:gd name="T61" fmla="*/ 58 h 83"/>
                  <a:gd name="T62" fmla="*/ 3 w 87"/>
                  <a:gd name="T63" fmla="*/ 60 h 83"/>
                  <a:gd name="T64" fmla="*/ 1 w 87"/>
                  <a:gd name="T65" fmla="*/ 65 h 83"/>
                  <a:gd name="T66" fmla="*/ 4 w 87"/>
                  <a:gd name="T67" fmla="*/ 66 h 83"/>
                  <a:gd name="T68" fmla="*/ 15 w 87"/>
                  <a:gd name="T69" fmla="*/ 73 h 83"/>
                  <a:gd name="T70" fmla="*/ 19 w 87"/>
                  <a:gd name="T71" fmla="*/ 77 h 83"/>
                  <a:gd name="T72" fmla="*/ 26 w 87"/>
                  <a:gd name="T73" fmla="*/ 83 h 83"/>
                  <a:gd name="T74" fmla="*/ 30 w 87"/>
                  <a:gd name="T75" fmla="*/ 76 h 83"/>
                  <a:gd name="T76" fmla="*/ 33 w 87"/>
                  <a:gd name="T77" fmla="*/ 72 h 83"/>
                  <a:gd name="T78" fmla="*/ 35 w 87"/>
                  <a:gd name="T79" fmla="*/ 69 h 83"/>
                  <a:gd name="T80" fmla="*/ 40 w 87"/>
                  <a:gd name="T81" fmla="*/ 65 h 83"/>
                  <a:gd name="T82" fmla="*/ 59 w 87"/>
                  <a:gd name="T83" fmla="*/ 48 h 83"/>
                  <a:gd name="T84" fmla="*/ 77 w 87"/>
                  <a:gd name="T85" fmla="*/ 24 h 83"/>
                  <a:gd name="T86" fmla="*/ 84 w 87"/>
                  <a:gd name="T87" fmla="*/ 14 h 83"/>
                  <a:gd name="T88" fmla="*/ 86 w 87"/>
                  <a:gd name="T89" fmla="*/ 7 h 83"/>
                  <a:gd name="T90" fmla="*/ 86 w 87"/>
                  <a:gd name="T91" fmla="*/ 1 h 83"/>
                  <a:gd name="T92" fmla="*/ 86 w 87"/>
                  <a:gd name="T93"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7" h="83">
                    <a:moveTo>
                      <a:pt x="86" y="1"/>
                    </a:moveTo>
                    <a:cubicBezTo>
                      <a:pt x="87" y="0"/>
                      <a:pt x="84" y="0"/>
                      <a:pt x="83" y="0"/>
                    </a:cubicBezTo>
                    <a:cubicBezTo>
                      <a:pt x="82" y="1"/>
                      <a:pt x="81" y="2"/>
                      <a:pt x="79" y="3"/>
                    </a:cubicBezTo>
                    <a:cubicBezTo>
                      <a:pt x="77" y="3"/>
                      <a:pt x="74" y="3"/>
                      <a:pt x="71" y="3"/>
                    </a:cubicBezTo>
                    <a:cubicBezTo>
                      <a:pt x="71" y="4"/>
                      <a:pt x="70" y="4"/>
                      <a:pt x="69" y="4"/>
                    </a:cubicBezTo>
                    <a:cubicBezTo>
                      <a:pt x="68" y="4"/>
                      <a:pt x="68" y="3"/>
                      <a:pt x="68" y="3"/>
                    </a:cubicBezTo>
                    <a:cubicBezTo>
                      <a:pt x="66" y="4"/>
                      <a:pt x="65" y="6"/>
                      <a:pt x="63" y="6"/>
                    </a:cubicBezTo>
                    <a:cubicBezTo>
                      <a:pt x="61" y="6"/>
                      <a:pt x="61" y="5"/>
                      <a:pt x="58" y="5"/>
                    </a:cubicBezTo>
                    <a:cubicBezTo>
                      <a:pt x="57" y="6"/>
                      <a:pt x="55" y="8"/>
                      <a:pt x="53" y="7"/>
                    </a:cubicBezTo>
                    <a:cubicBezTo>
                      <a:pt x="50" y="6"/>
                      <a:pt x="49" y="5"/>
                      <a:pt x="47" y="2"/>
                    </a:cubicBezTo>
                    <a:cubicBezTo>
                      <a:pt x="47" y="3"/>
                      <a:pt x="44" y="5"/>
                      <a:pt x="44" y="6"/>
                    </a:cubicBezTo>
                    <a:cubicBezTo>
                      <a:pt x="45" y="8"/>
                      <a:pt x="46" y="10"/>
                      <a:pt x="48" y="12"/>
                    </a:cubicBezTo>
                    <a:cubicBezTo>
                      <a:pt x="50" y="14"/>
                      <a:pt x="53" y="15"/>
                      <a:pt x="56" y="16"/>
                    </a:cubicBezTo>
                    <a:cubicBezTo>
                      <a:pt x="61" y="18"/>
                      <a:pt x="65" y="20"/>
                      <a:pt x="70" y="20"/>
                    </a:cubicBezTo>
                    <a:cubicBezTo>
                      <a:pt x="68" y="22"/>
                      <a:pt x="65" y="25"/>
                      <a:pt x="63" y="27"/>
                    </a:cubicBezTo>
                    <a:cubicBezTo>
                      <a:pt x="61" y="29"/>
                      <a:pt x="59" y="31"/>
                      <a:pt x="58" y="33"/>
                    </a:cubicBezTo>
                    <a:cubicBezTo>
                      <a:pt x="57" y="33"/>
                      <a:pt x="56" y="35"/>
                      <a:pt x="55" y="35"/>
                    </a:cubicBezTo>
                    <a:cubicBezTo>
                      <a:pt x="53" y="36"/>
                      <a:pt x="50" y="34"/>
                      <a:pt x="48" y="35"/>
                    </a:cubicBezTo>
                    <a:cubicBezTo>
                      <a:pt x="46" y="35"/>
                      <a:pt x="44" y="37"/>
                      <a:pt x="42" y="38"/>
                    </a:cubicBezTo>
                    <a:cubicBezTo>
                      <a:pt x="40" y="39"/>
                      <a:pt x="38" y="40"/>
                      <a:pt x="36" y="39"/>
                    </a:cubicBezTo>
                    <a:cubicBezTo>
                      <a:pt x="35" y="39"/>
                      <a:pt x="33" y="38"/>
                      <a:pt x="32" y="39"/>
                    </a:cubicBezTo>
                    <a:cubicBezTo>
                      <a:pt x="29" y="41"/>
                      <a:pt x="29" y="43"/>
                      <a:pt x="26" y="42"/>
                    </a:cubicBezTo>
                    <a:cubicBezTo>
                      <a:pt x="24" y="41"/>
                      <a:pt x="22" y="41"/>
                      <a:pt x="21" y="41"/>
                    </a:cubicBezTo>
                    <a:cubicBezTo>
                      <a:pt x="19" y="40"/>
                      <a:pt x="17" y="38"/>
                      <a:pt x="16" y="37"/>
                    </a:cubicBezTo>
                    <a:cubicBezTo>
                      <a:pt x="15" y="37"/>
                      <a:pt x="12" y="38"/>
                      <a:pt x="11" y="37"/>
                    </a:cubicBezTo>
                    <a:cubicBezTo>
                      <a:pt x="10" y="36"/>
                      <a:pt x="8" y="34"/>
                      <a:pt x="7" y="34"/>
                    </a:cubicBezTo>
                    <a:cubicBezTo>
                      <a:pt x="3" y="35"/>
                      <a:pt x="2" y="36"/>
                      <a:pt x="0" y="39"/>
                    </a:cubicBezTo>
                    <a:cubicBezTo>
                      <a:pt x="0" y="40"/>
                      <a:pt x="3" y="40"/>
                      <a:pt x="3" y="41"/>
                    </a:cubicBezTo>
                    <a:cubicBezTo>
                      <a:pt x="3" y="43"/>
                      <a:pt x="3" y="44"/>
                      <a:pt x="4" y="45"/>
                    </a:cubicBezTo>
                    <a:cubicBezTo>
                      <a:pt x="6" y="47"/>
                      <a:pt x="5" y="52"/>
                      <a:pt x="3" y="54"/>
                    </a:cubicBezTo>
                    <a:cubicBezTo>
                      <a:pt x="2" y="55"/>
                      <a:pt x="1" y="56"/>
                      <a:pt x="0" y="58"/>
                    </a:cubicBezTo>
                    <a:cubicBezTo>
                      <a:pt x="0" y="61"/>
                      <a:pt x="2" y="59"/>
                      <a:pt x="3" y="60"/>
                    </a:cubicBezTo>
                    <a:cubicBezTo>
                      <a:pt x="3" y="60"/>
                      <a:pt x="0" y="64"/>
                      <a:pt x="1" y="65"/>
                    </a:cubicBezTo>
                    <a:cubicBezTo>
                      <a:pt x="2" y="65"/>
                      <a:pt x="3" y="66"/>
                      <a:pt x="4" y="66"/>
                    </a:cubicBezTo>
                    <a:cubicBezTo>
                      <a:pt x="8" y="69"/>
                      <a:pt x="12" y="71"/>
                      <a:pt x="15" y="73"/>
                    </a:cubicBezTo>
                    <a:cubicBezTo>
                      <a:pt x="18" y="74"/>
                      <a:pt x="19" y="74"/>
                      <a:pt x="19" y="77"/>
                    </a:cubicBezTo>
                    <a:cubicBezTo>
                      <a:pt x="19" y="79"/>
                      <a:pt x="25" y="82"/>
                      <a:pt x="26" y="83"/>
                    </a:cubicBezTo>
                    <a:cubicBezTo>
                      <a:pt x="28" y="80"/>
                      <a:pt x="29" y="78"/>
                      <a:pt x="30" y="76"/>
                    </a:cubicBezTo>
                    <a:cubicBezTo>
                      <a:pt x="30" y="74"/>
                      <a:pt x="31" y="72"/>
                      <a:pt x="33" y="72"/>
                    </a:cubicBezTo>
                    <a:cubicBezTo>
                      <a:pt x="34" y="71"/>
                      <a:pt x="34" y="70"/>
                      <a:pt x="35" y="69"/>
                    </a:cubicBezTo>
                    <a:cubicBezTo>
                      <a:pt x="37" y="68"/>
                      <a:pt x="38" y="67"/>
                      <a:pt x="40" y="65"/>
                    </a:cubicBezTo>
                    <a:cubicBezTo>
                      <a:pt x="45" y="57"/>
                      <a:pt x="52" y="53"/>
                      <a:pt x="59" y="48"/>
                    </a:cubicBezTo>
                    <a:cubicBezTo>
                      <a:pt x="68" y="42"/>
                      <a:pt x="73" y="33"/>
                      <a:pt x="77" y="24"/>
                    </a:cubicBezTo>
                    <a:cubicBezTo>
                      <a:pt x="79" y="20"/>
                      <a:pt x="82" y="18"/>
                      <a:pt x="84" y="14"/>
                    </a:cubicBezTo>
                    <a:cubicBezTo>
                      <a:pt x="85" y="12"/>
                      <a:pt x="85" y="9"/>
                      <a:pt x="86" y="7"/>
                    </a:cubicBezTo>
                    <a:cubicBezTo>
                      <a:pt x="86" y="6"/>
                      <a:pt x="85" y="2"/>
                      <a:pt x="86" y="1"/>
                    </a:cubicBezTo>
                    <a:cubicBezTo>
                      <a:pt x="86" y="1"/>
                      <a:pt x="86" y="1"/>
                      <a:pt x="86"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2" name="Freeform 748">
                <a:extLst>
                  <a:ext uri="{FF2B5EF4-FFF2-40B4-BE49-F238E27FC236}">
                    <a16:creationId xmlns:a16="http://schemas.microsoft.com/office/drawing/2014/main" id="{634A946D-B2E9-51BD-F19D-BDD167684505}"/>
                  </a:ext>
                </a:extLst>
              </p:cNvPr>
              <p:cNvSpPr>
                <a:spLocks/>
              </p:cNvSpPr>
              <p:nvPr/>
            </p:nvSpPr>
            <p:spPr bwMode="auto">
              <a:xfrm>
                <a:off x="13601471" y="8437375"/>
                <a:ext cx="82803" cy="101936"/>
              </a:xfrm>
              <a:custGeom>
                <a:avLst/>
                <a:gdLst>
                  <a:gd name="T0" fmla="*/ 3 w 9"/>
                  <a:gd name="T1" fmla="*/ 2 h 11"/>
                  <a:gd name="T2" fmla="*/ 1 w 9"/>
                  <a:gd name="T3" fmla="*/ 5 h 11"/>
                  <a:gd name="T4" fmla="*/ 0 w 9"/>
                  <a:gd name="T5" fmla="*/ 10 h 11"/>
                  <a:gd name="T6" fmla="*/ 8 w 9"/>
                  <a:gd name="T7" fmla="*/ 7 h 11"/>
                  <a:gd name="T8" fmla="*/ 4 w 9"/>
                  <a:gd name="T9" fmla="*/ 6 h 11"/>
                  <a:gd name="T10" fmla="*/ 8 w 9"/>
                  <a:gd name="T11" fmla="*/ 3 h 11"/>
                  <a:gd name="T12" fmla="*/ 3 w 9"/>
                  <a:gd name="T13" fmla="*/ 2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3" y="2"/>
                    </a:moveTo>
                    <a:cubicBezTo>
                      <a:pt x="2" y="3"/>
                      <a:pt x="1" y="4"/>
                      <a:pt x="1" y="5"/>
                    </a:cubicBezTo>
                    <a:cubicBezTo>
                      <a:pt x="0" y="5"/>
                      <a:pt x="0" y="9"/>
                      <a:pt x="0" y="10"/>
                    </a:cubicBezTo>
                    <a:cubicBezTo>
                      <a:pt x="2" y="11"/>
                      <a:pt x="7" y="7"/>
                      <a:pt x="8" y="7"/>
                    </a:cubicBezTo>
                    <a:cubicBezTo>
                      <a:pt x="8" y="6"/>
                      <a:pt x="5" y="5"/>
                      <a:pt x="4" y="6"/>
                    </a:cubicBezTo>
                    <a:cubicBezTo>
                      <a:pt x="5" y="5"/>
                      <a:pt x="9" y="4"/>
                      <a:pt x="8" y="3"/>
                    </a:cubicBezTo>
                    <a:cubicBezTo>
                      <a:pt x="7" y="0"/>
                      <a:pt x="5" y="0"/>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3" name="Freeform 749">
                <a:extLst>
                  <a:ext uri="{FF2B5EF4-FFF2-40B4-BE49-F238E27FC236}">
                    <a16:creationId xmlns:a16="http://schemas.microsoft.com/office/drawing/2014/main" id="{44206589-E5EC-12F1-481F-84F5A509D474}"/>
                  </a:ext>
                </a:extLst>
              </p:cNvPr>
              <p:cNvSpPr>
                <a:spLocks/>
              </p:cNvSpPr>
              <p:nvPr/>
            </p:nvSpPr>
            <p:spPr bwMode="auto">
              <a:xfrm>
                <a:off x="13040961" y="8848311"/>
                <a:ext cx="242036" cy="261215"/>
              </a:xfrm>
              <a:custGeom>
                <a:avLst/>
                <a:gdLst>
                  <a:gd name="T0" fmla="*/ 22 w 26"/>
                  <a:gd name="T1" fmla="*/ 18 h 28"/>
                  <a:gd name="T2" fmla="*/ 25 w 26"/>
                  <a:gd name="T3" fmla="*/ 14 h 28"/>
                  <a:gd name="T4" fmla="*/ 26 w 26"/>
                  <a:gd name="T5" fmla="*/ 8 h 28"/>
                  <a:gd name="T6" fmla="*/ 24 w 26"/>
                  <a:gd name="T7" fmla="*/ 3 h 28"/>
                  <a:gd name="T8" fmla="*/ 21 w 26"/>
                  <a:gd name="T9" fmla="*/ 0 h 28"/>
                  <a:gd name="T10" fmla="*/ 16 w 26"/>
                  <a:gd name="T11" fmla="*/ 1 h 28"/>
                  <a:gd name="T12" fmla="*/ 12 w 26"/>
                  <a:gd name="T13" fmla="*/ 3 h 28"/>
                  <a:gd name="T14" fmla="*/ 6 w 26"/>
                  <a:gd name="T15" fmla="*/ 2 h 28"/>
                  <a:gd name="T16" fmla="*/ 7 w 26"/>
                  <a:gd name="T17" fmla="*/ 8 h 28"/>
                  <a:gd name="T18" fmla="*/ 6 w 26"/>
                  <a:gd name="T19" fmla="*/ 12 h 28"/>
                  <a:gd name="T20" fmla="*/ 2 w 26"/>
                  <a:gd name="T21" fmla="*/ 16 h 28"/>
                  <a:gd name="T22" fmla="*/ 0 w 26"/>
                  <a:gd name="T23" fmla="*/ 22 h 28"/>
                  <a:gd name="T24" fmla="*/ 0 w 26"/>
                  <a:gd name="T25" fmla="*/ 27 h 28"/>
                  <a:gd name="T26" fmla="*/ 4 w 26"/>
                  <a:gd name="T27" fmla="*/ 26 h 28"/>
                  <a:gd name="T28" fmla="*/ 11 w 26"/>
                  <a:gd name="T29" fmla="*/ 25 h 28"/>
                  <a:gd name="T30" fmla="*/ 14 w 26"/>
                  <a:gd name="T31" fmla="*/ 20 h 28"/>
                  <a:gd name="T32" fmla="*/ 21 w 26"/>
                  <a:gd name="T33" fmla="*/ 20 h 28"/>
                  <a:gd name="T34" fmla="*/ 22 w 26"/>
                  <a:gd name="T35" fmla="*/ 18 h 28"/>
                  <a:gd name="T36" fmla="*/ 22 w 26"/>
                  <a:gd name="T37" fmla="*/ 1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8">
                    <a:moveTo>
                      <a:pt x="22" y="18"/>
                    </a:moveTo>
                    <a:cubicBezTo>
                      <a:pt x="22" y="16"/>
                      <a:pt x="24" y="15"/>
                      <a:pt x="25" y="14"/>
                    </a:cubicBezTo>
                    <a:cubicBezTo>
                      <a:pt x="26" y="13"/>
                      <a:pt x="26" y="10"/>
                      <a:pt x="26" y="8"/>
                    </a:cubicBezTo>
                    <a:cubicBezTo>
                      <a:pt x="26" y="6"/>
                      <a:pt x="24" y="5"/>
                      <a:pt x="24" y="3"/>
                    </a:cubicBezTo>
                    <a:cubicBezTo>
                      <a:pt x="24" y="1"/>
                      <a:pt x="22" y="1"/>
                      <a:pt x="21" y="0"/>
                    </a:cubicBezTo>
                    <a:cubicBezTo>
                      <a:pt x="20" y="1"/>
                      <a:pt x="18" y="0"/>
                      <a:pt x="16" y="1"/>
                    </a:cubicBezTo>
                    <a:cubicBezTo>
                      <a:pt x="15" y="2"/>
                      <a:pt x="13" y="4"/>
                      <a:pt x="12" y="3"/>
                    </a:cubicBezTo>
                    <a:cubicBezTo>
                      <a:pt x="10" y="1"/>
                      <a:pt x="7" y="0"/>
                      <a:pt x="6" y="2"/>
                    </a:cubicBezTo>
                    <a:cubicBezTo>
                      <a:pt x="5" y="4"/>
                      <a:pt x="6" y="7"/>
                      <a:pt x="7" y="8"/>
                    </a:cubicBezTo>
                    <a:cubicBezTo>
                      <a:pt x="8" y="10"/>
                      <a:pt x="7" y="10"/>
                      <a:pt x="6" y="12"/>
                    </a:cubicBezTo>
                    <a:cubicBezTo>
                      <a:pt x="5" y="14"/>
                      <a:pt x="3" y="15"/>
                      <a:pt x="2" y="16"/>
                    </a:cubicBezTo>
                    <a:cubicBezTo>
                      <a:pt x="1" y="18"/>
                      <a:pt x="0" y="19"/>
                      <a:pt x="0" y="22"/>
                    </a:cubicBezTo>
                    <a:cubicBezTo>
                      <a:pt x="0" y="23"/>
                      <a:pt x="1" y="25"/>
                      <a:pt x="0" y="27"/>
                    </a:cubicBezTo>
                    <a:cubicBezTo>
                      <a:pt x="2" y="28"/>
                      <a:pt x="2" y="27"/>
                      <a:pt x="4" y="26"/>
                    </a:cubicBezTo>
                    <a:cubicBezTo>
                      <a:pt x="6" y="25"/>
                      <a:pt x="9" y="25"/>
                      <a:pt x="11" y="25"/>
                    </a:cubicBezTo>
                    <a:cubicBezTo>
                      <a:pt x="10" y="22"/>
                      <a:pt x="12" y="21"/>
                      <a:pt x="14" y="20"/>
                    </a:cubicBezTo>
                    <a:cubicBezTo>
                      <a:pt x="16" y="19"/>
                      <a:pt x="20" y="17"/>
                      <a:pt x="21" y="20"/>
                    </a:cubicBezTo>
                    <a:cubicBezTo>
                      <a:pt x="21" y="19"/>
                      <a:pt x="21" y="18"/>
                      <a:pt x="22" y="18"/>
                    </a:cubicBezTo>
                    <a:cubicBezTo>
                      <a:pt x="22" y="16"/>
                      <a:pt x="21" y="18"/>
                      <a:pt x="22" y="18"/>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4" name="Freeform 750">
                <a:extLst>
                  <a:ext uri="{FF2B5EF4-FFF2-40B4-BE49-F238E27FC236}">
                    <a16:creationId xmlns:a16="http://schemas.microsoft.com/office/drawing/2014/main" id="{49D8244E-0D74-ED36-FAB3-7D9EE599A3FE}"/>
                  </a:ext>
                </a:extLst>
              </p:cNvPr>
              <p:cNvSpPr>
                <a:spLocks/>
              </p:cNvSpPr>
              <p:nvPr/>
            </p:nvSpPr>
            <p:spPr bwMode="auto">
              <a:xfrm>
                <a:off x="13012297" y="9147751"/>
                <a:ext cx="92356" cy="92380"/>
              </a:xfrm>
              <a:custGeom>
                <a:avLst/>
                <a:gdLst>
                  <a:gd name="T0" fmla="*/ 1 w 10"/>
                  <a:gd name="T1" fmla="*/ 6 h 10"/>
                  <a:gd name="T2" fmla="*/ 3 w 10"/>
                  <a:gd name="T3" fmla="*/ 10 h 10"/>
                  <a:gd name="T4" fmla="*/ 9 w 10"/>
                  <a:gd name="T5" fmla="*/ 5 h 10"/>
                  <a:gd name="T6" fmla="*/ 8 w 10"/>
                  <a:gd name="T7" fmla="*/ 0 h 10"/>
                  <a:gd name="T8" fmla="*/ 4 w 10"/>
                  <a:gd name="T9" fmla="*/ 1 h 10"/>
                  <a:gd name="T10" fmla="*/ 0 w 10"/>
                  <a:gd name="T11" fmla="*/ 1 h 10"/>
                  <a:gd name="T12" fmla="*/ 1 w 10"/>
                  <a:gd name="T13" fmla="*/ 6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1" y="6"/>
                    </a:moveTo>
                    <a:cubicBezTo>
                      <a:pt x="2" y="7"/>
                      <a:pt x="2" y="9"/>
                      <a:pt x="3" y="10"/>
                    </a:cubicBezTo>
                    <a:cubicBezTo>
                      <a:pt x="5" y="9"/>
                      <a:pt x="7" y="7"/>
                      <a:pt x="9" y="5"/>
                    </a:cubicBezTo>
                    <a:cubicBezTo>
                      <a:pt x="10" y="3"/>
                      <a:pt x="5" y="4"/>
                      <a:pt x="8" y="0"/>
                    </a:cubicBezTo>
                    <a:cubicBezTo>
                      <a:pt x="7" y="0"/>
                      <a:pt x="3" y="0"/>
                      <a:pt x="4" y="1"/>
                    </a:cubicBezTo>
                    <a:cubicBezTo>
                      <a:pt x="5" y="3"/>
                      <a:pt x="1" y="2"/>
                      <a:pt x="0" y="1"/>
                    </a:cubicBezTo>
                    <a:cubicBezTo>
                      <a:pt x="0" y="3"/>
                      <a:pt x="1" y="4"/>
                      <a:pt x="1"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5" name="Freeform 751">
                <a:extLst>
                  <a:ext uri="{FF2B5EF4-FFF2-40B4-BE49-F238E27FC236}">
                    <a16:creationId xmlns:a16="http://schemas.microsoft.com/office/drawing/2014/main" id="{C6B78FB7-BC33-4570-437F-B3F2D259EE22}"/>
                  </a:ext>
                </a:extLst>
              </p:cNvPr>
              <p:cNvSpPr>
                <a:spLocks/>
              </p:cNvSpPr>
              <p:nvPr/>
            </p:nvSpPr>
            <p:spPr bwMode="auto">
              <a:xfrm>
                <a:off x="13012297" y="9090413"/>
                <a:ext cx="101909" cy="86010"/>
              </a:xfrm>
              <a:custGeom>
                <a:avLst/>
                <a:gdLst>
                  <a:gd name="T0" fmla="*/ 3 w 11"/>
                  <a:gd name="T1" fmla="*/ 1 h 9"/>
                  <a:gd name="T2" fmla="*/ 0 w 11"/>
                  <a:gd name="T3" fmla="*/ 7 h 9"/>
                  <a:gd name="T4" fmla="*/ 4 w 11"/>
                  <a:gd name="T5" fmla="*/ 7 h 9"/>
                  <a:gd name="T6" fmla="*/ 8 w 11"/>
                  <a:gd name="T7" fmla="*/ 6 h 9"/>
                  <a:gd name="T8" fmla="*/ 7 w 11"/>
                  <a:gd name="T9" fmla="*/ 0 h 9"/>
                  <a:gd name="T10" fmla="*/ 3 w 11"/>
                  <a:gd name="T11" fmla="*/ 1 h 9"/>
                  <a:gd name="T12" fmla="*/ 3 w 11"/>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3" y="1"/>
                    </a:moveTo>
                    <a:cubicBezTo>
                      <a:pt x="1" y="2"/>
                      <a:pt x="0" y="5"/>
                      <a:pt x="0" y="7"/>
                    </a:cubicBezTo>
                    <a:cubicBezTo>
                      <a:pt x="1" y="8"/>
                      <a:pt x="5" y="9"/>
                      <a:pt x="4" y="7"/>
                    </a:cubicBezTo>
                    <a:cubicBezTo>
                      <a:pt x="3" y="6"/>
                      <a:pt x="7" y="6"/>
                      <a:pt x="8" y="6"/>
                    </a:cubicBezTo>
                    <a:cubicBezTo>
                      <a:pt x="11" y="5"/>
                      <a:pt x="8" y="1"/>
                      <a:pt x="7" y="0"/>
                    </a:cubicBezTo>
                    <a:cubicBezTo>
                      <a:pt x="5" y="1"/>
                      <a:pt x="5" y="2"/>
                      <a:pt x="3" y="1"/>
                    </a:cubicBezTo>
                    <a:cubicBezTo>
                      <a:pt x="2" y="1"/>
                      <a:pt x="4" y="1"/>
                      <a:pt x="3"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6" name="Freeform 752">
                <a:extLst>
                  <a:ext uri="{FF2B5EF4-FFF2-40B4-BE49-F238E27FC236}">
                    <a16:creationId xmlns:a16="http://schemas.microsoft.com/office/drawing/2014/main" id="{98783D9B-5741-64CD-4B74-D6D6A6A42B34}"/>
                  </a:ext>
                </a:extLst>
              </p:cNvPr>
              <p:cNvSpPr>
                <a:spLocks/>
              </p:cNvSpPr>
              <p:nvPr/>
            </p:nvSpPr>
            <p:spPr bwMode="auto">
              <a:xfrm>
                <a:off x="13031406" y="9061741"/>
                <a:ext cx="503186" cy="544729"/>
              </a:xfrm>
              <a:custGeom>
                <a:avLst/>
                <a:gdLst>
                  <a:gd name="T0" fmla="*/ 41 w 54"/>
                  <a:gd name="T1" fmla="*/ 13 h 58"/>
                  <a:gd name="T2" fmla="*/ 23 w 54"/>
                  <a:gd name="T3" fmla="*/ 3 h 58"/>
                  <a:gd name="T4" fmla="*/ 17 w 54"/>
                  <a:gd name="T5" fmla="*/ 7 h 58"/>
                  <a:gd name="T6" fmla="*/ 21 w 54"/>
                  <a:gd name="T7" fmla="*/ 9 h 58"/>
                  <a:gd name="T8" fmla="*/ 17 w 54"/>
                  <a:gd name="T9" fmla="*/ 9 h 58"/>
                  <a:gd name="T10" fmla="*/ 13 w 54"/>
                  <a:gd name="T11" fmla="*/ 10 h 58"/>
                  <a:gd name="T12" fmla="*/ 11 w 54"/>
                  <a:gd name="T13" fmla="*/ 8 h 58"/>
                  <a:gd name="T14" fmla="*/ 12 w 54"/>
                  <a:gd name="T15" fmla="*/ 4 h 58"/>
                  <a:gd name="T16" fmla="*/ 5 w 54"/>
                  <a:gd name="T17" fmla="*/ 3 h 58"/>
                  <a:gd name="T18" fmla="*/ 7 w 54"/>
                  <a:gd name="T19" fmla="*/ 8 h 58"/>
                  <a:gd name="T20" fmla="*/ 5 w 54"/>
                  <a:gd name="T21" fmla="*/ 12 h 58"/>
                  <a:gd name="T22" fmla="*/ 6 w 54"/>
                  <a:gd name="T23" fmla="*/ 16 h 58"/>
                  <a:gd name="T24" fmla="*/ 2 w 54"/>
                  <a:gd name="T25" fmla="*/ 18 h 58"/>
                  <a:gd name="T26" fmla="*/ 1 w 54"/>
                  <a:gd name="T27" fmla="*/ 21 h 58"/>
                  <a:gd name="T28" fmla="*/ 5 w 54"/>
                  <a:gd name="T29" fmla="*/ 33 h 58"/>
                  <a:gd name="T30" fmla="*/ 12 w 54"/>
                  <a:gd name="T31" fmla="*/ 42 h 58"/>
                  <a:gd name="T32" fmla="*/ 15 w 54"/>
                  <a:gd name="T33" fmla="*/ 43 h 58"/>
                  <a:gd name="T34" fmla="*/ 17 w 54"/>
                  <a:gd name="T35" fmla="*/ 45 h 58"/>
                  <a:gd name="T36" fmla="*/ 24 w 54"/>
                  <a:gd name="T37" fmla="*/ 47 h 58"/>
                  <a:gd name="T38" fmla="*/ 25 w 54"/>
                  <a:gd name="T39" fmla="*/ 53 h 58"/>
                  <a:gd name="T40" fmla="*/ 27 w 54"/>
                  <a:gd name="T41" fmla="*/ 55 h 58"/>
                  <a:gd name="T42" fmla="*/ 30 w 54"/>
                  <a:gd name="T43" fmla="*/ 55 h 58"/>
                  <a:gd name="T44" fmla="*/ 33 w 54"/>
                  <a:gd name="T45" fmla="*/ 56 h 58"/>
                  <a:gd name="T46" fmla="*/ 36 w 54"/>
                  <a:gd name="T47" fmla="*/ 55 h 58"/>
                  <a:gd name="T48" fmla="*/ 42 w 54"/>
                  <a:gd name="T49" fmla="*/ 55 h 58"/>
                  <a:gd name="T50" fmla="*/ 46 w 54"/>
                  <a:gd name="T51" fmla="*/ 54 h 58"/>
                  <a:gd name="T52" fmla="*/ 54 w 54"/>
                  <a:gd name="T53" fmla="*/ 49 h 58"/>
                  <a:gd name="T54" fmla="*/ 49 w 54"/>
                  <a:gd name="T55" fmla="*/ 36 h 58"/>
                  <a:gd name="T56" fmla="*/ 49 w 54"/>
                  <a:gd name="T57" fmla="*/ 32 h 58"/>
                  <a:gd name="T58" fmla="*/ 46 w 54"/>
                  <a:gd name="T59" fmla="*/ 28 h 58"/>
                  <a:gd name="T60" fmla="*/ 48 w 54"/>
                  <a:gd name="T61" fmla="*/ 20 h 58"/>
                  <a:gd name="T62" fmla="*/ 45 w 54"/>
                  <a:gd name="T63" fmla="*/ 18 h 58"/>
                  <a:gd name="T64" fmla="*/ 41 w 54"/>
                  <a:gd name="T65" fmla="*/ 16 h 58"/>
                  <a:gd name="T66" fmla="*/ 41 w 54"/>
                  <a:gd name="T6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58">
                    <a:moveTo>
                      <a:pt x="41" y="13"/>
                    </a:moveTo>
                    <a:cubicBezTo>
                      <a:pt x="35" y="9"/>
                      <a:pt x="29" y="6"/>
                      <a:pt x="23" y="3"/>
                    </a:cubicBezTo>
                    <a:cubicBezTo>
                      <a:pt x="22" y="5"/>
                      <a:pt x="19" y="7"/>
                      <a:pt x="17" y="7"/>
                    </a:cubicBezTo>
                    <a:cubicBezTo>
                      <a:pt x="17" y="7"/>
                      <a:pt x="21" y="8"/>
                      <a:pt x="21" y="9"/>
                    </a:cubicBezTo>
                    <a:cubicBezTo>
                      <a:pt x="20" y="10"/>
                      <a:pt x="18" y="9"/>
                      <a:pt x="17" y="9"/>
                    </a:cubicBezTo>
                    <a:cubicBezTo>
                      <a:pt x="15" y="8"/>
                      <a:pt x="15" y="9"/>
                      <a:pt x="13" y="10"/>
                    </a:cubicBezTo>
                    <a:cubicBezTo>
                      <a:pt x="13" y="10"/>
                      <a:pt x="11" y="9"/>
                      <a:pt x="11" y="8"/>
                    </a:cubicBezTo>
                    <a:cubicBezTo>
                      <a:pt x="10" y="7"/>
                      <a:pt x="11" y="5"/>
                      <a:pt x="12" y="4"/>
                    </a:cubicBezTo>
                    <a:cubicBezTo>
                      <a:pt x="13" y="0"/>
                      <a:pt x="7" y="2"/>
                      <a:pt x="5" y="3"/>
                    </a:cubicBezTo>
                    <a:cubicBezTo>
                      <a:pt x="6" y="4"/>
                      <a:pt x="8" y="7"/>
                      <a:pt x="7" y="8"/>
                    </a:cubicBezTo>
                    <a:cubicBezTo>
                      <a:pt x="7" y="9"/>
                      <a:pt x="3" y="12"/>
                      <a:pt x="5" y="12"/>
                    </a:cubicBezTo>
                    <a:cubicBezTo>
                      <a:pt x="8" y="13"/>
                      <a:pt x="7" y="14"/>
                      <a:pt x="6" y="16"/>
                    </a:cubicBezTo>
                    <a:cubicBezTo>
                      <a:pt x="5" y="16"/>
                      <a:pt x="3" y="17"/>
                      <a:pt x="2" y="18"/>
                    </a:cubicBezTo>
                    <a:cubicBezTo>
                      <a:pt x="0" y="19"/>
                      <a:pt x="1" y="19"/>
                      <a:pt x="1" y="21"/>
                    </a:cubicBezTo>
                    <a:cubicBezTo>
                      <a:pt x="2" y="26"/>
                      <a:pt x="4" y="29"/>
                      <a:pt x="5" y="33"/>
                    </a:cubicBezTo>
                    <a:cubicBezTo>
                      <a:pt x="5" y="38"/>
                      <a:pt x="9" y="40"/>
                      <a:pt x="12" y="42"/>
                    </a:cubicBezTo>
                    <a:cubicBezTo>
                      <a:pt x="13" y="43"/>
                      <a:pt x="14" y="43"/>
                      <a:pt x="15" y="43"/>
                    </a:cubicBezTo>
                    <a:cubicBezTo>
                      <a:pt x="16" y="43"/>
                      <a:pt x="16" y="44"/>
                      <a:pt x="17" y="45"/>
                    </a:cubicBezTo>
                    <a:cubicBezTo>
                      <a:pt x="19" y="45"/>
                      <a:pt x="22" y="45"/>
                      <a:pt x="24" y="47"/>
                    </a:cubicBezTo>
                    <a:cubicBezTo>
                      <a:pt x="25" y="48"/>
                      <a:pt x="25" y="51"/>
                      <a:pt x="25" y="53"/>
                    </a:cubicBezTo>
                    <a:cubicBezTo>
                      <a:pt x="26" y="54"/>
                      <a:pt x="25" y="55"/>
                      <a:pt x="27" y="55"/>
                    </a:cubicBezTo>
                    <a:cubicBezTo>
                      <a:pt x="28" y="55"/>
                      <a:pt x="29" y="55"/>
                      <a:pt x="30" y="55"/>
                    </a:cubicBezTo>
                    <a:cubicBezTo>
                      <a:pt x="31" y="55"/>
                      <a:pt x="32" y="55"/>
                      <a:pt x="33" y="56"/>
                    </a:cubicBezTo>
                    <a:cubicBezTo>
                      <a:pt x="34" y="57"/>
                      <a:pt x="35" y="56"/>
                      <a:pt x="36" y="55"/>
                    </a:cubicBezTo>
                    <a:cubicBezTo>
                      <a:pt x="38" y="54"/>
                      <a:pt x="40" y="58"/>
                      <a:pt x="42" y="55"/>
                    </a:cubicBezTo>
                    <a:cubicBezTo>
                      <a:pt x="42" y="53"/>
                      <a:pt x="45" y="54"/>
                      <a:pt x="46" y="54"/>
                    </a:cubicBezTo>
                    <a:cubicBezTo>
                      <a:pt x="49" y="53"/>
                      <a:pt x="51" y="51"/>
                      <a:pt x="54" y="49"/>
                    </a:cubicBezTo>
                    <a:cubicBezTo>
                      <a:pt x="49" y="46"/>
                      <a:pt x="49" y="42"/>
                      <a:pt x="49" y="36"/>
                    </a:cubicBezTo>
                    <a:cubicBezTo>
                      <a:pt x="48" y="35"/>
                      <a:pt x="50" y="33"/>
                      <a:pt x="49" y="32"/>
                    </a:cubicBezTo>
                    <a:cubicBezTo>
                      <a:pt x="48" y="31"/>
                      <a:pt x="46" y="30"/>
                      <a:pt x="46" y="28"/>
                    </a:cubicBezTo>
                    <a:cubicBezTo>
                      <a:pt x="46" y="27"/>
                      <a:pt x="48" y="20"/>
                      <a:pt x="48" y="20"/>
                    </a:cubicBezTo>
                    <a:cubicBezTo>
                      <a:pt x="47" y="20"/>
                      <a:pt x="46" y="19"/>
                      <a:pt x="45" y="18"/>
                    </a:cubicBezTo>
                    <a:cubicBezTo>
                      <a:pt x="44" y="17"/>
                      <a:pt x="43" y="17"/>
                      <a:pt x="41" y="16"/>
                    </a:cubicBezTo>
                    <a:cubicBezTo>
                      <a:pt x="41" y="15"/>
                      <a:pt x="41" y="14"/>
                      <a:pt x="41" y="1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7" name="Freeform 753">
                <a:extLst>
                  <a:ext uri="{FF2B5EF4-FFF2-40B4-BE49-F238E27FC236}">
                    <a16:creationId xmlns:a16="http://schemas.microsoft.com/office/drawing/2014/main" id="{F14F4D96-2949-9FCB-09A5-D3AA2189BD11}"/>
                  </a:ext>
                </a:extLst>
              </p:cNvPr>
              <p:cNvSpPr>
                <a:spLocks/>
              </p:cNvSpPr>
              <p:nvPr/>
            </p:nvSpPr>
            <p:spPr bwMode="auto">
              <a:xfrm>
                <a:off x="12117393" y="8931134"/>
                <a:ext cx="251592" cy="289887"/>
              </a:xfrm>
              <a:custGeom>
                <a:avLst/>
                <a:gdLst>
                  <a:gd name="T0" fmla="*/ 15 w 27"/>
                  <a:gd name="T1" fmla="*/ 29 h 31"/>
                  <a:gd name="T2" fmla="*/ 15 w 27"/>
                  <a:gd name="T3" fmla="*/ 24 h 31"/>
                  <a:gd name="T4" fmla="*/ 17 w 27"/>
                  <a:gd name="T5" fmla="*/ 24 h 31"/>
                  <a:gd name="T6" fmla="*/ 19 w 27"/>
                  <a:gd name="T7" fmla="*/ 21 h 31"/>
                  <a:gd name="T8" fmla="*/ 21 w 27"/>
                  <a:gd name="T9" fmla="*/ 24 h 31"/>
                  <a:gd name="T10" fmla="*/ 24 w 27"/>
                  <a:gd name="T11" fmla="*/ 23 h 31"/>
                  <a:gd name="T12" fmla="*/ 26 w 27"/>
                  <a:gd name="T13" fmla="*/ 24 h 31"/>
                  <a:gd name="T14" fmla="*/ 26 w 27"/>
                  <a:gd name="T15" fmla="*/ 21 h 31"/>
                  <a:gd name="T16" fmla="*/ 26 w 27"/>
                  <a:gd name="T17" fmla="*/ 14 h 31"/>
                  <a:gd name="T18" fmla="*/ 25 w 27"/>
                  <a:gd name="T19" fmla="*/ 11 h 31"/>
                  <a:gd name="T20" fmla="*/ 26 w 27"/>
                  <a:gd name="T21" fmla="*/ 6 h 31"/>
                  <a:gd name="T22" fmla="*/ 21 w 27"/>
                  <a:gd name="T23" fmla="*/ 4 h 31"/>
                  <a:gd name="T24" fmla="*/ 19 w 27"/>
                  <a:gd name="T25" fmla="*/ 0 h 31"/>
                  <a:gd name="T26" fmla="*/ 14 w 27"/>
                  <a:gd name="T27" fmla="*/ 0 h 31"/>
                  <a:gd name="T28" fmla="*/ 11 w 27"/>
                  <a:gd name="T29" fmla="*/ 7 h 31"/>
                  <a:gd name="T30" fmla="*/ 5 w 27"/>
                  <a:gd name="T31" fmla="*/ 7 h 31"/>
                  <a:gd name="T32" fmla="*/ 4 w 27"/>
                  <a:gd name="T33" fmla="*/ 7 h 31"/>
                  <a:gd name="T34" fmla="*/ 4 w 27"/>
                  <a:gd name="T35" fmla="*/ 10 h 31"/>
                  <a:gd name="T36" fmla="*/ 0 w 27"/>
                  <a:gd name="T37" fmla="*/ 16 h 31"/>
                  <a:gd name="T38" fmla="*/ 4 w 27"/>
                  <a:gd name="T39" fmla="*/ 23 h 31"/>
                  <a:gd name="T40" fmla="*/ 9 w 27"/>
                  <a:gd name="T41" fmla="*/ 28 h 31"/>
                  <a:gd name="T42" fmla="*/ 11 w 27"/>
                  <a:gd name="T43" fmla="*/ 31 h 31"/>
                  <a:gd name="T44" fmla="*/ 15 w 27"/>
                  <a:gd name="T45" fmla="*/ 29 h 31"/>
                  <a:gd name="T46" fmla="*/ 15 w 27"/>
                  <a:gd name="T47"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31">
                    <a:moveTo>
                      <a:pt x="15" y="29"/>
                    </a:moveTo>
                    <a:cubicBezTo>
                      <a:pt x="15" y="28"/>
                      <a:pt x="13" y="24"/>
                      <a:pt x="15" y="24"/>
                    </a:cubicBezTo>
                    <a:cubicBezTo>
                      <a:pt x="15" y="24"/>
                      <a:pt x="17" y="24"/>
                      <a:pt x="17" y="24"/>
                    </a:cubicBezTo>
                    <a:cubicBezTo>
                      <a:pt x="18" y="23"/>
                      <a:pt x="18" y="21"/>
                      <a:pt x="19" y="21"/>
                    </a:cubicBezTo>
                    <a:cubicBezTo>
                      <a:pt x="20" y="22"/>
                      <a:pt x="21" y="23"/>
                      <a:pt x="21" y="24"/>
                    </a:cubicBezTo>
                    <a:cubicBezTo>
                      <a:pt x="22" y="25"/>
                      <a:pt x="22" y="23"/>
                      <a:pt x="24" y="23"/>
                    </a:cubicBezTo>
                    <a:cubicBezTo>
                      <a:pt x="24" y="23"/>
                      <a:pt x="26" y="25"/>
                      <a:pt x="26" y="24"/>
                    </a:cubicBezTo>
                    <a:cubicBezTo>
                      <a:pt x="26" y="23"/>
                      <a:pt x="26" y="22"/>
                      <a:pt x="26" y="21"/>
                    </a:cubicBezTo>
                    <a:cubicBezTo>
                      <a:pt x="27" y="19"/>
                      <a:pt x="27" y="16"/>
                      <a:pt x="26" y="14"/>
                    </a:cubicBezTo>
                    <a:cubicBezTo>
                      <a:pt x="25" y="13"/>
                      <a:pt x="25" y="12"/>
                      <a:pt x="25" y="11"/>
                    </a:cubicBezTo>
                    <a:cubicBezTo>
                      <a:pt x="25" y="9"/>
                      <a:pt x="27" y="8"/>
                      <a:pt x="26" y="6"/>
                    </a:cubicBezTo>
                    <a:cubicBezTo>
                      <a:pt x="25" y="3"/>
                      <a:pt x="21" y="7"/>
                      <a:pt x="21" y="4"/>
                    </a:cubicBezTo>
                    <a:cubicBezTo>
                      <a:pt x="21" y="2"/>
                      <a:pt x="22" y="0"/>
                      <a:pt x="19" y="0"/>
                    </a:cubicBezTo>
                    <a:cubicBezTo>
                      <a:pt x="18" y="0"/>
                      <a:pt x="16" y="0"/>
                      <a:pt x="14" y="0"/>
                    </a:cubicBezTo>
                    <a:cubicBezTo>
                      <a:pt x="10" y="0"/>
                      <a:pt x="15" y="7"/>
                      <a:pt x="11" y="7"/>
                    </a:cubicBezTo>
                    <a:cubicBezTo>
                      <a:pt x="9" y="7"/>
                      <a:pt x="7" y="7"/>
                      <a:pt x="5" y="7"/>
                    </a:cubicBezTo>
                    <a:cubicBezTo>
                      <a:pt x="4" y="7"/>
                      <a:pt x="4" y="7"/>
                      <a:pt x="4" y="7"/>
                    </a:cubicBezTo>
                    <a:cubicBezTo>
                      <a:pt x="2" y="9"/>
                      <a:pt x="4" y="9"/>
                      <a:pt x="4" y="10"/>
                    </a:cubicBezTo>
                    <a:cubicBezTo>
                      <a:pt x="4" y="12"/>
                      <a:pt x="0" y="14"/>
                      <a:pt x="0" y="16"/>
                    </a:cubicBezTo>
                    <a:cubicBezTo>
                      <a:pt x="1" y="18"/>
                      <a:pt x="3" y="21"/>
                      <a:pt x="4" y="23"/>
                    </a:cubicBezTo>
                    <a:cubicBezTo>
                      <a:pt x="6" y="24"/>
                      <a:pt x="7" y="26"/>
                      <a:pt x="9" y="28"/>
                    </a:cubicBezTo>
                    <a:cubicBezTo>
                      <a:pt x="10" y="29"/>
                      <a:pt x="11" y="30"/>
                      <a:pt x="11" y="31"/>
                    </a:cubicBezTo>
                    <a:cubicBezTo>
                      <a:pt x="12" y="30"/>
                      <a:pt x="14" y="30"/>
                      <a:pt x="15" y="29"/>
                    </a:cubicBezTo>
                    <a:cubicBezTo>
                      <a:pt x="15" y="29"/>
                      <a:pt x="14" y="30"/>
                      <a:pt x="15" y="29"/>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8" name="Freeform 754">
                <a:extLst>
                  <a:ext uri="{FF2B5EF4-FFF2-40B4-BE49-F238E27FC236}">
                    <a16:creationId xmlns:a16="http://schemas.microsoft.com/office/drawing/2014/main" id="{0AD8DD4A-08EF-3EEF-14B7-DE92EA2495D3}"/>
                  </a:ext>
                </a:extLst>
              </p:cNvPr>
              <p:cNvSpPr>
                <a:spLocks/>
              </p:cNvSpPr>
              <p:nvPr/>
            </p:nvSpPr>
            <p:spPr bwMode="auto">
              <a:xfrm>
                <a:off x="12133315" y="8931134"/>
                <a:ext cx="105096" cy="66896"/>
              </a:xfrm>
              <a:custGeom>
                <a:avLst/>
                <a:gdLst>
                  <a:gd name="T0" fmla="*/ 11 w 11"/>
                  <a:gd name="T1" fmla="*/ 7 h 7"/>
                  <a:gd name="T2" fmla="*/ 11 w 11"/>
                  <a:gd name="T3" fmla="*/ 0 h 7"/>
                  <a:gd name="T4" fmla="*/ 3 w 11"/>
                  <a:gd name="T5" fmla="*/ 1 h 7"/>
                  <a:gd name="T6" fmla="*/ 0 w 11"/>
                  <a:gd name="T7" fmla="*/ 4 h 7"/>
                  <a:gd name="T8" fmla="*/ 2 w 11"/>
                  <a:gd name="T9" fmla="*/ 7 h 7"/>
                  <a:gd name="T10" fmla="*/ 11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11" y="7"/>
                    </a:moveTo>
                    <a:cubicBezTo>
                      <a:pt x="11" y="5"/>
                      <a:pt x="11" y="2"/>
                      <a:pt x="11" y="0"/>
                    </a:cubicBezTo>
                    <a:cubicBezTo>
                      <a:pt x="8" y="0"/>
                      <a:pt x="6" y="1"/>
                      <a:pt x="3" y="1"/>
                    </a:cubicBezTo>
                    <a:cubicBezTo>
                      <a:pt x="4" y="2"/>
                      <a:pt x="1" y="3"/>
                      <a:pt x="0" y="4"/>
                    </a:cubicBezTo>
                    <a:cubicBezTo>
                      <a:pt x="0" y="5"/>
                      <a:pt x="2" y="6"/>
                      <a:pt x="2" y="7"/>
                    </a:cubicBezTo>
                    <a:lnTo>
                      <a:pt x="11" y="7"/>
                    </a:ln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59" name="Freeform 755">
                <a:extLst>
                  <a:ext uri="{FF2B5EF4-FFF2-40B4-BE49-F238E27FC236}">
                    <a16:creationId xmlns:a16="http://schemas.microsoft.com/office/drawing/2014/main" id="{79D8E737-5C37-4D45-DBAD-4E3FAF5A38EF}"/>
                  </a:ext>
                </a:extLst>
              </p:cNvPr>
              <p:cNvSpPr>
                <a:spLocks/>
              </p:cNvSpPr>
              <p:nvPr/>
            </p:nvSpPr>
            <p:spPr bwMode="auto">
              <a:xfrm>
                <a:off x="12098282" y="8427819"/>
                <a:ext cx="343950" cy="531986"/>
              </a:xfrm>
              <a:custGeom>
                <a:avLst/>
                <a:gdLst>
                  <a:gd name="T0" fmla="*/ 29 w 37"/>
                  <a:gd name="T1" fmla="*/ 55 h 57"/>
                  <a:gd name="T2" fmla="*/ 37 w 37"/>
                  <a:gd name="T3" fmla="*/ 55 h 57"/>
                  <a:gd name="T4" fmla="*/ 33 w 37"/>
                  <a:gd name="T5" fmla="*/ 48 h 57"/>
                  <a:gd name="T6" fmla="*/ 32 w 37"/>
                  <a:gd name="T7" fmla="*/ 44 h 57"/>
                  <a:gd name="T8" fmla="*/ 30 w 37"/>
                  <a:gd name="T9" fmla="*/ 40 h 57"/>
                  <a:gd name="T10" fmla="*/ 32 w 37"/>
                  <a:gd name="T11" fmla="*/ 32 h 57"/>
                  <a:gd name="T12" fmla="*/ 34 w 37"/>
                  <a:gd name="T13" fmla="*/ 27 h 57"/>
                  <a:gd name="T14" fmla="*/ 31 w 37"/>
                  <a:gd name="T15" fmla="*/ 21 h 57"/>
                  <a:gd name="T16" fmla="*/ 28 w 37"/>
                  <a:gd name="T17" fmla="*/ 16 h 57"/>
                  <a:gd name="T18" fmla="*/ 34 w 37"/>
                  <a:gd name="T19" fmla="*/ 16 h 57"/>
                  <a:gd name="T20" fmla="*/ 32 w 37"/>
                  <a:gd name="T21" fmla="*/ 6 h 57"/>
                  <a:gd name="T22" fmla="*/ 30 w 37"/>
                  <a:gd name="T23" fmla="*/ 2 h 57"/>
                  <a:gd name="T24" fmla="*/ 27 w 37"/>
                  <a:gd name="T25" fmla="*/ 0 h 57"/>
                  <a:gd name="T26" fmla="*/ 28 w 37"/>
                  <a:gd name="T27" fmla="*/ 9 h 57"/>
                  <a:gd name="T28" fmla="*/ 23 w 37"/>
                  <a:gd name="T29" fmla="*/ 18 h 57"/>
                  <a:gd name="T30" fmla="*/ 21 w 37"/>
                  <a:gd name="T31" fmla="*/ 22 h 57"/>
                  <a:gd name="T32" fmla="*/ 18 w 37"/>
                  <a:gd name="T33" fmla="*/ 27 h 57"/>
                  <a:gd name="T34" fmla="*/ 15 w 37"/>
                  <a:gd name="T35" fmla="*/ 33 h 57"/>
                  <a:gd name="T36" fmla="*/ 11 w 37"/>
                  <a:gd name="T37" fmla="*/ 31 h 57"/>
                  <a:gd name="T38" fmla="*/ 2 w 37"/>
                  <a:gd name="T39" fmla="*/ 39 h 57"/>
                  <a:gd name="T40" fmla="*/ 1 w 37"/>
                  <a:gd name="T41" fmla="*/ 42 h 57"/>
                  <a:gd name="T42" fmla="*/ 4 w 37"/>
                  <a:gd name="T43" fmla="*/ 45 h 57"/>
                  <a:gd name="T44" fmla="*/ 5 w 37"/>
                  <a:gd name="T45" fmla="*/ 45 h 57"/>
                  <a:gd name="T46" fmla="*/ 7 w 37"/>
                  <a:gd name="T47" fmla="*/ 48 h 57"/>
                  <a:gd name="T48" fmla="*/ 7 w 37"/>
                  <a:gd name="T49" fmla="*/ 55 h 57"/>
                  <a:gd name="T50" fmla="*/ 16 w 37"/>
                  <a:gd name="T51" fmla="*/ 54 h 57"/>
                  <a:gd name="T52" fmla="*/ 29 w 37"/>
                  <a:gd name="T53"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57">
                    <a:moveTo>
                      <a:pt x="29" y="55"/>
                    </a:moveTo>
                    <a:cubicBezTo>
                      <a:pt x="32" y="55"/>
                      <a:pt x="35" y="57"/>
                      <a:pt x="37" y="55"/>
                    </a:cubicBezTo>
                    <a:cubicBezTo>
                      <a:pt x="37" y="51"/>
                      <a:pt x="35" y="50"/>
                      <a:pt x="33" y="48"/>
                    </a:cubicBezTo>
                    <a:cubicBezTo>
                      <a:pt x="32" y="47"/>
                      <a:pt x="32" y="46"/>
                      <a:pt x="32" y="44"/>
                    </a:cubicBezTo>
                    <a:cubicBezTo>
                      <a:pt x="31" y="43"/>
                      <a:pt x="30" y="42"/>
                      <a:pt x="30" y="40"/>
                    </a:cubicBezTo>
                    <a:cubicBezTo>
                      <a:pt x="29" y="36"/>
                      <a:pt x="31" y="35"/>
                      <a:pt x="32" y="32"/>
                    </a:cubicBezTo>
                    <a:cubicBezTo>
                      <a:pt x="33" y="30"/>
                      <a:pt x="34" y="29"/>
                      <a:pt x="34" y="27"/>
                    </a:cubicBezTo>
                    <a:cubicBezTo>
                      <a:pt x="33" y="25"/>
                      <a:pt x="33" y="23"/>
                      <a:pt x="31" y="21"/>
                    </a:cubicBezTo>
                    <a:cubicBezTo>
                      <a:pt x="31" y="21"/>
                      <a:pt x="26" y="18"/>
                      <a:pt x="28" y="16"/>
                    </a:cubicBezTo>
                    <a:cubicBezTo>
                      <a:pt x="29" y="15"/>
                      <a:pt x="32" y="16"/>
                      <a:pt x="34" y="16"/>
                    </a:cubicBezTo>
                    <a:cubicBezTo>
                      <a:pt x="32" y="12"/>
                      <a:pt x="32" y="10"/>
                      <a:pt x="32" y="6"/>
                    </a:cubicBezTo>
                    <a:cubicBezTo>
                      <a:pt x="32" y="5"/>
                      <a:pt x="32" y="3"/>
                      <a:pt x="30" y="2"/>
                    </a:cubicBezTo>
                    <a:cubicBezTo>
                      <a:pt x="30" y="1"/>
                      <a:pt x="27" y="0"/>
                      <a:pt x="27" y="0"/>
                    </a:cubicBezTo>
                    <a:cubicBezTo>
                      <a:pt x="27" y="2"/>
                      <a:pt x="33" y="7"/>
                      <a:pt x="28" y="9"/>
                    </a:cubicBezTo>
                    <a:cubicBezTo>
                      <a:pt x="25" y="11"/>
                      <a:pt x="24" y="14"/>
                      <a:pt x="23" y="18"/>
                    </a:cubicBezTo>
                    <a:cubicBezTo>
                      <a:pt x="22" y="19"/>
                      <a:pt x="22" y="22"/>
                      <a:pt x="21" y="22"/>
                    </a:cubicBezTo>
                    <a:cubicBezTo>
                      <a:pt x="19" y="23"/>
                      <a:pt x="19" y="25"/>
                      <a:pt x="18" y="27"/>
                    </a:cubicBezTo>
                    <a:cubicBezTo>
                      <a:pt x="17" y="29"/>
                      <a:pt x="16" y="31"/>
                      <a:pt x="15" y="33"/>
                    </a:cubicBezTo>
                    <a:cubicBezTo>
                      <a:pt x="13" y="35"/>
                      <a:pt x="12" y="31"/>
                      <a:pt x="11" y="31"/>
                    </a:cubicBezTo>
                    <a:cubicBezTo>
                      <a:pt x="6" y="31"/>
                      <a:pt x="3" y="35"/>
                      <a:pt x="2" y="39"/>
                    </a:cubicBezTo>
                    <a:cubicBezTo>
                      <a:pt x="2" y="40"/>
                      <a:pt x="0" y="41"/>
                      <a:pt x="1" y="42"/>
                    </a:cubicBezTo>
                    <a:cubicBezTo>
                      <a:pt x="2" y="43"/>
                      <a:pt x="3" y="44"/>
                      <a:pt x="4" y="45"/>
                    </a:cubicBezTo>
                    <a:cubicBezTo>
                      <a:pt x="4" y="46"/>
                      <a:pt x="5" y="44"/>
                      <a:pt x="5" y="45"/>
                    </a:cubicBezTo>
                    <a:cubicBezTo>
                      <a:pt x="6" y="46"/>
                      <a:pt x="7" y="47"/>
                      <a:pt x="7" y="48"/>
                    </a:cubicBezTo>
                    <a:cubicBezTo>
                      <a:pt x="8" y="50"/>
                      <a:pt x="7" y="53"/>
                      <a:pt x="7" y="55"/>
                    </a:cubicBezTo>
                    <a:cubicBezTo>
                      <a:pt x="10" y="54"/>
                      <a:pt x="13" y="54"/>
                      <a:pt x="16" y="54"/>
                    </a:cubicBezTo>
                    <a:cubicBezTo>
                      <a:pt x="20" y="54"/>
                      <a:pt x="25" y="55"/>
                      <a:pt x="29" y="5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0" name="Freeform 756">
                <a:extLst>
                  <a:ext uri="{FF2B5EF4-FFF2-40B4-BE49-F238E27FC236}">
                    <a16:creationId xmlns:a16="http://schemas.microsoft.com/office/drawing/2014/main" id="{84278AE2-076A-0614-4223-64D4B6CEEFAE}"/>
                  </a:ext>
                </a:extLst>
              </p:cNvPr>
              <p:cNvSpPr>
                <a:spLocks/>
              </p:cNvSpPr>
              <p:nvPr/>
            </p:nvSpPr>
            <p:spPr bwMode="auto">
              <a:xfrm>
                <a:off x="11732043" y="8453303"/>
                <a:ext cx="140127" cy="289887"/>
              </a:xfrm>
              <a:custGeom>
                <a:avLst/>
                <a:gdLst>
                  <a:gd name="T0" fmla="*/ 11 w 15"/>
                  <a:gd name="T1" fmla="*/ 0 h 31"/>
                  <a:gd name="T2" fmla="*/ 9 w 15"/>
                  <a:gd name="T3" fmla="*/ 4 h 31"/>
                  <a:gd name="T4" fmla="*/ 4 w 15"/>
                  <a:gd name="T5" fmla="*/ 5 h 31"/>
                  <a:gd name="T6" fmla="*/ 1 w 15"/>
                  <a:gd name="T7" fmla="*/ 8 h 31"/>
                  <a:gd name="T8" fmla="*/ 3 w 15"/>
                  <a:gd name="T9" fmla="*/ 13 h 31"/>
                  <a:gd name="T10" fmla="*/ 6 w 15"/>
                  <a:gd name="T11" fmla="*/ 31 h 31"/>
                  <a:gd name="T12" fmla="*/ 11 w 15"/>
                  <a:gd name="T13" fmla="*/ 30 h 31"/>
                  <a:gd name="T14" fmla="*/ 11 w 15"/>
                  <a:gd name="T15" fmla="*/ 27 h 31"/>
                  <a:gd name="T16" fmla="*/ 11 w 15"/>
                  <a:gd name="T17" fmla="*/ 18 h 31"/>
                  <a:gd name="T18" fmla="*/ 15 w 15"/>
                  <a:gd name="T19" fmla="*/ 9 h 31"/>
                  <a:gd name="T20" fmla="*/ 14 w 15"/>
                  <a:gd name="T21" fmla="*/ 3 h 31"/>
                  <a:gd name="T22" fmla="*/ 11 w 15"/>
                  <a:gd name="T23" fmla="*/ 0 h 31"/>
                  <a:gd name="T24" fmla="*/ 11 w 15"/>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31">
                    <a:moveTo>
                      <a:pt x="11" y="0"/>
                    </a:moveTo>
                    <a:cubicBezTo>
                      <a:pt x="9" y="2"/>
                      <a:pt x="10" y="2"/>
                      <a:pt x="9" y="4"/>
                    </a:cubicBezTo>
                    <a:cubicBezTo>
                      <a:pt x="8" y="6"/>
                      <a:pt x="6" y="5"/>
                      <a:pt x="4" y="5"/>
                    </a:cubicBezTo>
                    <a:cubicBezTo>
                      <a:pt x="4" y="5"/>
                      <a:pt x="2" y="7"/>
                      <a:pt x="1" y="8"/>
                    </a:cubicBezTo>
                    <a:cubicBezTo>
                      <a:pt x="0" y="9"/>
                      <a:pt x="2" y="11"/>
                      <a:pt x="3" y="13"/>
                    </a:cubicBezTo>
                    <a:cubicBezTo>
                      <a:pt x="7" y="18"/>
                      <a:pt x="4" y="25"/>
                      <a:pt x="6" y="31"/>
                    </a:cubicBezTo>
                    <a:cubicBezTo>
                      <a:pt x="7" y="31"/>
                      <a:pt x="9" y="31"/>
                      <a:pt x="11" y="30"/>
                    </a:cubicBezTo>
                    <a:cubicBezTo>
                      <a:pt x="12" y="30"/>
                      <a:pt x="12" y="29"/>
                      <a:pt x="11" y="27"/>
                    </a:cubicBezTo>
                    <a:cubicBezTo>
                      <a:pt x="11" y="24"/>
                      <a:pt x="11" y="21"/>
                      <a:pt x="11" y="18"/>
                    </a:cubicBezTo>
                    <a:cubicBezTo>
                      <a:pt x="11" y="14"/>
                      <a:pt x="14" y="12"/>
                      <a:pt x="15" y="9"/>
                    </a:cubicBezTo>
                    <a:cubicBezTo>
                      <a:pt x="15" y="6"/>
                      <a:pt x="15" y="5"/>
                      <a:pt x="14" y="3"/>
                    </a:cubicBezTo>
                    <a:cubicBezTo>
                      <a:pt x="14" y="3"/>
                      <a:pt x="11" y="0"/>
                      <a:pt x="11" y="0"/>
                    </a:cubicBezTo>
                    <a:cubicBezTo>
                      <a:pt x="10" y="1"/>
                      <a:pt x="11" y="0"/>
                      <a:pt x="1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1" name="Freeform 757">
                <a:extLst>
                  <a:ext uri="{FF2B5EF4-FFF2-40B4-BE49-F238E27FC236}">
                    <a16:creationId xmlns:a16="http://schemas.microsoft.com/office/drawing/2014/main" id="{8FA757C1-E1D0-2DAD-D8B7-0462926A9723}"/>
                  </a:ext>
                </a:extLst>
              </p:cNvPr>
              <p:cNvSpPr>
                <a:spLocks/>
              </p:cNvSpPr>
              <p:nvPr/>
            </p:nvSpPr>
            <p:spPr bwMode="auto">
              <a:xfrm>
                <a:off x="11827584" y="8380032"/>
                <a:ext cx="550956" cy="477833"/>
              </a:xfrm>
              <a:custGeom>
                <a:avLst/>
                <a:gdLst>
                  <a:gd name="T0" fmla="*/ 31 w 59"/>
                  <a:gd name="T1" fmla="*/ 42 h 51"/>
                  <a:gd name="T2" fmla="*/ 37 w 59"/>
                  <a:gd name="T3" fmla="*/ 37 h 51"/>
                  <a:gd name="T4" fmla="*/ 40 w 59"/>
                  <a:gd name="T5" fmla="*/ 36 h 51"/>
                  <a:gd name="T6" fmla="*/ 43 w 59"/>
                  <a:gd name="T7" fmla="*/ 38 h 51"/>
                  <a:gd name="T8" fmla="*/ 47 w 59"/>
                  <a:gd name="T9" fmla="*/ 32 h 51"/>
                  <a:gd name="T10" fmla="*/ 48 w 59"/>
                  <a:gd name="T11" fmla="*/ 28 h 51"/>
                  <a:gd name="T12" fmla="*/ 51 w 59"/>
                  <a:gd name="T13" fmla="*/ 27 h 51"/>
                  <a:gd name="T14" fmla="*/ 56 w 59"/>
                  <a:gd name="T15" fmla="*/ 14 h 51"/>
                  <a:gd name="T16" fmla="*/ 59 w 59"/>
                  <a:gd name="T17" fmla="*/ 11 h 51"/>
                  <a:gd name="T18" fmla="*/ 57 w 59"/>
                  <a:gd name="T19" fmla="*/ 8 h 51"/>
                  <a:gd name="T20" fmla="*/ 56 w 59"/>
                  <a:gd name="T21" fmla="*/ 6 h 51"/>
                  <a:gd name="T22" fmla="*/ 54 w 59"/>
                  <a:gd name="T23" fmla="*/ 1 h 51"/>
                  <a:gd name="T24" fmla="*/ 48 w 59"/>
                  <a:gd name="T25" fmla="*/ 5 h 51"/>
                  <a:gd name="T26" fmla="*/ 40 w 59"/>
                  <a:gd name="T27" fmla="*/ 4 h 51"/>
                  <a:gd name="T28" fmla="*/ 32 w 59"/>
                  <a:gd name="T29" fmla="*/ 6 h 51"/>
                  <a:gd name="T30" fmla="*/ 26 w 59"/>
                  <a:gd name="T31" fmla="*/ 4 h 51"/>
                  <a:gd name="T32" fmla="*/ 19 w 59"/>
                  <a:gd name="T33" fmla="*/ 3 h 51"/>
                  <a:gd name="T34" fmla="*/ 13 w 59"/>
                  <a:gd name="T35" fmla="*/ 1 h 51"/>
                  <a:gd name="T36" fmla="*/ 8 w 59"/>
                  <a:gd name="T37" fmla="*/ 3 h 51"/>
                  <a:gd name="T38" fmla="*/ 7 w 59"/>
                  <a:gd name="T39" fmla="*/ 6 h 51"/>
                  <a:gd name="T40" fmla="*/ 6 w 59"/>
                  <a:gd name="T41" fmla="*/ 10 h 51"/>
                  <a:gd name="T42" fmla="*/ 5 w 59"/>
                  <a:gd name="T43" fmla="*/ 16 h 51"/>
                  <a:gd name="T44" fmla="*/ 1 w 59"/>
                  <a:gd name="T45" fmla="*/ 24 h 51"/>
                  <a:gd name="T46" fmla="*/ 2 w 59"/>
                  <a:gd name="T47" fmla="*/ 38 h 51"/>
                  <a:gd name="T48" fmla="*/ 5 w 59"/>
                  <a:gd name="T49" fmla="*/ 38 h 51"/>
                  <a:gd name="T50" fmla="*/ 9 w 59"/>
                  <a:gd name="T51" fmla="*/ 39 h 51"/>
                  <a:gd name="T52" fmla="*/ 14 w 59"/>
                  <a:gd name="T53" fmla="*/ 43 h 51"/>
                  <a:gd name="T54" fmla="*/ 14 w 59"/>
                  <a:gd name="T55" fmla="*/ 45 h 51"/>
                  <a:gd name="T56" fmla="*/ 16 w 59"/>
                  <a:gd name="T57" fmla="*/ 48 h 51"/>
                  <a:gd name="T58" fmla="*/ 23 w 59"/>
                  <a:gd name="T59" fmla="*/ 47 h 51"/>
                  <a:gd name="T60" fmla="*/ 22 w 59"/>
                  <a:gd name="T61" fmla="*/ 48 h 51"/>
                  <a:gd name="T62" fmla="*/ 27 w 59"/>
                  <a:gd name="T63" fmla="*/ 47 h 51"/>
                  <a:gd name="T64" fmla="*/ 30 w 59"/>
                  <a:gd name="T65" fmla="*/ 47 h 51"/>
                  <a:gd name="T66" fmla="*/ 31 w 59"/>
                  <a:gd name="T67" fmla="*/ 42 h 51"/>
                  <a:gd name="T68" fmla="*/ 31 w 59"/>
                  <a:gd name="T69"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 h="51">
                    <a:moveTo>
                      <a:pt x="31" y="42"/>
                    </a:moveTo>
                    <a:cubicBezTo>
                      <a:pt x="32" y="40"/>
                      <a:pt x="35" y="37"/>
                      <a:pt x="37" y="37"/>
                    </a:cubicBezTo>
                    <a:cubicBezTo>
                      <a:pt x="38" y="36"/>
                      <a:pt x="40" y="36"/>
                      <a:pt x="40" y="36"/>
                    </a:cubicBezTo>
                    <a:cubicBezTo>
                      <a:pt x="41" y="37"/>
                      <a:pt x="42" y="39"/>
                      <a:pt x="43" y="38"/>
                    </a:cubicBezTo>
                    <a:cubicBezTo>
                      <a:pt x="45" y="37"/>
                      <a:pt x="46" y="34"/>
                      <a:pt x="47" y="32"/>
                    </a:cubicBezTo>
                    <a:cubicBezTo>
                      <a:pt x="47" y="31"/>
                      <a:pt x="48" y="29"/>
                      <a:pt x="48" y="28"/>
                    </a:cubicBezTo>
                    <a:cubicBezTo>
                      <a:pt x="49" y="27"/>
                      <a:pt x="50" y="28"/>
                      <a:pt x="51" y="27"/>
                    </a:cubicBezTo>
                    <a:cubicBezTo>
                      <a:pt x="51" y="25"/>
                      <a:pt x="53" y="14"/>
                      <a:pt x="56" y="14"/>
                    </a:cubicBezTo>
                    <a:cubicBezTo>
                      <a:pt x="58" y="14"/>
                      <a:pt x="59" y="12"/>
                      <a:pt x="59" y="11"/>
                    </a:cubicBezTo>
                    <a:cubicBezTo>
                      <a:pt x="59" y="9"/>
                      <a:pt x="57" y="9"/>
                      <a:pt x="57" y="8"/>
                    </a:cubicBezTo>
                    <a:cubicBezTo>
                      <a:pt x="57" y="7"/>
                      <a:pt x="56" y="7"/>
                      <a:pt x="56" y="6"/>
                    </a:cubicBezTo>
                    <a:cubicBezTo>
                      <a:pt x="55" y="4"/>
                      <a:pt x="55" y="3"/>
                      <a:pt x="54" y="1"/>
                    </a:cubicBezTo>
                    <a:cubicBezTo>
                      <a:pt x="53" y="2"/>
                      <a:pt x="50" y="5"/>
                      <a:pt x="48" y="5"/>
                    </a:cubicBezTo>
                    <a:cubicBezTo>
                      <a:pt x="45" y="4"/>
                      <a:pt x="43" y="4"/>
                      <a:pt x="40" y="4"/>
                    </a:cubicBezTo>
                    <a:cubicBezTo>
                      <a:pt x="37" y="4"/>
                      <a:pt x="35" y="6"/>
                      <a:pt x="32" y="6"/>
                    </a:cubicBezTo>
                    <a:cubicBezTo>
                      <a:pt x="30" y="6"/>
                      <a:pt x="28" y="3"/>
                      <a:pt x="26" y="4"/>
                    </a:cubicBezTo>
                    <a:cubicBezTo>
                      <a:pt x="22" y="6"/>
                      <a:pt x="21" y="5"/>
                      <a:pt x="19" y="3"/>
                    </a:cubicBezTo>
                    <a:cubicBezTo>
                      <a:pt x="18" y="2"/>
                      <a:pt x="15" y="0"/>
                      <a:pt x="13" y="1"/>
                    </a:cubicBezTo>
                    <a:cubicBezTo>
                      <a:pt x="12" y="1"/>
                      <a:pt x="9" y="2"/>
                      <a:pt x="8" y="3"/>
                    </a:cubicBezTo>
                    <a:cubicBezTo>
                      <a:pt x="7" y="4"/>
                      <a:pt x="8" y="5"/>
                      <a:pt x="7" y="6"/>
                    </a:cubicBezTo>
                    <a:cubicBezTo>
                      <a:pt x="7" y="7"/>
                      <a:pt x="6" y="9"/>
                      <a:pt x="6" y="10"/>
                    </a:cubicBezTo>
                    <a:cubicBezTo>
                      <a:pt x="5" y="12"/>
                      <a:pt x="5" y="14"/>
                      <a:pt x="5" y="16"/>
                    </a:cubicBezTo>
                    <a:cubicBezTo>
                      <a:pt x="5" y="19"/>
                      <a:pt x="2" y="21"/>
                      <a:pt x="1" y="24"/>
                    </a:cubicBezTo>
                    <a:cubicBezTo>
                      <a:pt x="0" y="27"/>
                      <a:pt x="1" y="34"/>
                      <a:pt x="2" y="38"/>
                    </a:cubicBezTo>
                    <a:cubicBezTo>
                      <a:pt x="2" y="39"/>
                      <a:pt x="4" y="38"/>
                      <a:pt x="5" y="38"/>
                    </a:cubicBezTo>
                    <a:cubicBezTo>
                      <a:pt x="6" y="38"/>
                      <a:pt x="8" y="39"/>
                      <a:pt x="9" y="39"/>
                    </a:cubicBezTo>
                    <a:cubicBezTo>
                      <a:pt x="10" y="40"/>
                      <a:pt x="14" y="42"/>
                      <a:pt x="14" y="43"/>
                    </a:cubicBezTo>
                    <a:cubicBezTo>
                      <a:pt x="14" y="44"/>
                      <a:pt x="14" y="44"/>
                      <a:pt x="14" y="45"/>
                    </a:cubicBezTo>
                    <a:cubicBezTo>
                      <a:pt x="14" y="46"/>
                      <a:pt x="15" y="47"/>
                      <a:pt x="16" y="48"/>
                    </a:cubicBezTo>
                    <a:cubicBezTo>
                      <a:pt x="18" y="51"/>
                      <a:pt x="21" y="46"/>
                      <a:pt x="23" y="47"/>
                    </a:cubicBezTo>
                    <a:cubicBezTo>
                      <a:pt x="23" y="47"/>
                      <a:pt x="22" y="48"/>
                      <a:pt x="22" y="48"/>
                    </a:cubicBezTo>
                    <a:cubicBezTo>
                      <a:pt x="22" y="47"/>
                      <a:pt x="27" y="47"/>
                      <a:pt x="27" y="47"/>
                    </a:cubicBezTo>
                    <a:cubicBezTo>
                      <a:pt x="29" y="47"/>
                      <a:pt x="29" y="45"/>
                      <a:pt x="30" y="47"/>
                    </a:cubicBezTo>
                    <a:cubicBezTo>
                      <a:pt x="31" y="45"/>
                      <a:pt x="31" y="44"/>
                      <a:pt x="31" y="42"/>
                    </a:cubicBezTo>
                    <a:cubicBezTo>
                      <a:pt x="32" y="41"/>
                      <a:pt x="31" y="43"/>
                      <a:pt x="31" y="4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2" name="Freeform 758">
                <a:extLst>
                  <a:ext uri="{FF2B5EF4-FFF2-40B4-BE49-F238E27FC236}">
                    <a16:creationId xmlns:a16="http://schemas.microsoft.com/office/drawing/2014/main" id="{97D22C5E-10B7-C578-343A-9C6ACA40621B}"/>
                  </a:ext>
                </a:extLst>
              </p:cNvPr>
              <p:cNvSpPr>
                <a:spLocks/>
              </p:cNvSpPr>
              <p:nvPr/>
            </p:nvSpPr>
            <p:spPr bwMode="auto">
              <a:xfrm>
                <a:off x="11432679" y="8322691"/>
                <a:ext cx="394905" cy="280329"/>
              </a:xfrm>
              <a:custGeom>
                <a:avLst/>
                <a:gdLst>
                  <a:gd name="T0" fmla="*/ 35 w 42"/>
                  <a:gd name="T1" fmla="*/ 20 h 30"/>
                  <a:gd name="T2" fmla="*/ 41 w 42"/>
                  <a:gd name="T3" fmla="*/ 17 h 30"/>
                  <a:gd name="T4" fmla="*/ 38 w 42"/>
                  <a:gd name="T5" fmla="*/ 13 h 30"/>
                  <a:gd name="T6" fmla="*/ 33 w 42"/>
                  <a:gd name="T7" fmla="*/ 10 h 30"/>
                  <a:gd name="T8" fmla="*/ 32 w 42"/>
                  <a:gd name="T9" fmla="*/ 7 h 30"/>
                  <a:gd name="T10" fmla="*/ 30 w 42"/>
                  <a:gd name="T11" fmla="*/ 1 h 30"/>
                  <a:gd name="T12" fmla="*/ 26 w 42"/>
                  <a:gd name="T13" fmla="*/ 0 h 30"/>
                  <a:gd name="T14" fmla="*/ 22 w 42"/>
                  <a:gd name="T15" fmla="*/ 2 h 30"/>
                  <a:gd name="T16" fmla="*/ 19 w 42"/>
                  <a:gd name="T17" fmla="*/ 4 h 30"/>
                  <a:gd name="T18" fmla="*/ 17 w 42"/>
                  <a:gd name="T19" fmla="*/ 5 h 30"/>
                  <a:gd name="T20" fmla="*/ 11 w 42"/>
                  <a:gd name="T21" fmla="*/ 10 h 30"/>
                  <a:gd name="T22" fmla="*/ 9 w 42"/>
                  <a:gd name="T23" fmla="*/ 10 h 30"/>
                  <a:gd name="T24" fmla="*/ 7 w 42"/>
                  <a:gd name="T25" fmla="*/ 14 h 30"/>
                  <a:gd name="T26" fmla="*/ 5 w 42"/>
                  <a:gd name="T27" fmla="*/ 16 h 30"/>
                  <a:gd name="T28" fmla="*/ 2 w 42"/>
                  <a:gd name="T29" fmla="*/ 18 h 30"/>
                  <a:gd name="T30" fmla="*/ 1 w 42"/>
                  <a:gd name="T31" fmla="*/ 24 h 30"/>
                  <a:gd name="T32" fmla="*/ 8 w 42"/>
                  <a:gd name="T33" fmla="*/ 28 h 30"/>
                  <a:gd name="T34" fmla="*/ 16 w 42"/>
                  <a:gd name="T35" fmla="*/ 30 h 30"/>
                  <a:gd name="T36" fmla="*/ 15 w 42"/>
                  <a:gd name="T37" fmla="*/ 22 h 30"/>
                  <a:gd name="T38" fmla="*/ 26 w 42"/>
                  <a:gd name="T39" fmla="*/ 22 h 30"/>
                  <a:gd name="T40" fmla="*/ 35 w 42"/>
                  <a:gd name="T41" fmla="*/ 20 h 30"/>
                  <a:gd name="T42" fmla="*/ 35 w 42"/>
                  <a:gd name="T43" fmla="*/ 2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30">
                    <a:moveTo>
                      <a:pt x="35" y="20"/>
                    </a:moveTo>
                    <a:cubicBezTo>
                      <a:pt x="37" y="17"/>
                      <a:pt x="40" y="20"/>
                      <a:pt x="41" y="17"/>
                    </a:cubicBezTo>
                    <a:cubicBezTo>
                      <a:pt x="42" y="16"/>
                      <a:pt x="39" y="13"/>
                      <a:pt x="38" y="13"/>
                    </a:cubicBezTo>
                    <a:cubicBezTo>
                      <a:pt x="37" y="15"/>
                      <a:pt x="34" y="11"/>
                      <a:pt x="33" y="10"/>
                    </a:cubicBezTo>
                    <a:cubicBezTo>
                      <a:pt x="33" y="9"/>
                      <a:pt x="33" y="8"/>
                      <a:pt x="32" y="7"/>
                    </a:cubicBezTo>
                    <a:cubicBezTo>
                      <a:pt x="30" y="5"/>
                      <a:pt x="30" y="4"/>
                      <a:pt x="30" y="1"/>
                    </a:cubicBezTo>
                    <a:cubicBezTo>
                      <a:pt x="29" y="1"/>
                      <a:pt x="27" y="0"/>
                      <a:pt x="26" y="0"/>
                    </a:cubicBezTo>
                    <a:cubicBezTo>
                      <a:pt x="24" y="1"/>
                      <a:pt x="23" y="2"/>
                      <a:pt x="22" y="2"/>
                    </a:cubicBezTo>
                    <a:cubicBezTo>
                      <a:pt x="21" y="3"/>
                      <a:pt x="20" y="4"/>
                      <a:pt x="19" y="4"/>
                    </a:cubicBezTo>
                    <a:cubicBezTo>
                      <a:pt x="18" y="6"/>
                      <a:pt x="18" y="4"/>
                      <a:pt x="17" y="5"/>
                    </a:cubicBezTo>
                    <a:cubicBezTo>
                      <a:pt x="15" y="6"/>
                      <a:pt x="13" y="11"/>
                      <a:pt x="11" y="10"/>
                    </a:cubicBezTo>
                    <a:cubicBezTo>
                      <a:pt x="10" y="10"/>
                      <a:pt x="9" y="8"/>
                      <a:pt x="9" y="10"/>
                    </a:cubicBezTo>
                    <a:cubicBezTo>
                      <a:pt x="8" y="11"/>
                      <a:pt x="8" y="13"/>
                      <a:pt x="7" y="14"/>
                    </a:cubicBezTo>
                    <a:cubicBezTo>
                      <a:pt x="7" y="15"/>
                      <a:pt x="7" y="16"/>
                      <a:pt x="5" y="16"/>
                    </a:cubicBezTo>
                    <a:cubicBezTo>
                      <a:pt x="5" y="16"/>
                      <a:pt x="1" y="17"/>
                      <a:pt x="2" y="18"/>
                    </a:cubicBezTo>
                    <a:cubicBezTo>
                      <a:pt x="5" y="20"/>
                      <a:pt x="0" y="23"/>
                      <a:pt x="1" y="24"/>
                    </a:cubicBezTo>
                    <a:cubicBezTo>
                      <a:pt x="3" y="25"/>
                      <a:pt x="5" y="30"/>
                      <a:pt x="8" y="28"/>
                    </a:cubicBezTo>
                    <a:cubicBezTo>
                      <a:pt x="11" y="26"/>
                      <a:pt x="13" y="27"/>
                      <a:pt x="16" y="30"/>
                    </a:cubicBezTo>
                    <a:cubicBezTo>
                      <a:pt x="15" y="27"/>
                      <a:pt x="15" y="24"/>
                      <a:pt x="15" y="22"/>
                    </a:cubicBezTo>
                    <a:cubicBezTo>
                      <a:pt x="19" y="22"/>
                      <a:pt x="22" y="22"/>
                      <a:pt x="26" y="22"/>
                    </a:cubicBezTo>
                    <a:cubicBezTo>
                      <a:pt x="29" y="22"/>
                      <a:pt x="34" y="23"/>
                      <a:pt x="35" y="20"/>
                    </a:cubicBezTo>
                    <a:cubicBezTo>
                      <a:pt x="36" y="18"/>
                      <a:pt x="35" y="20"/>
                      <a:pt x="35" y="2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3" name="Freeform 759">
                <a:extLst>
                  <a:ext uri="{FF2B5EF4-FFF2-40B4-BE49-F238E27FC236}">
                    <a16:creationId xmlns:a16="http://schemas.microsoft.com/office/drawing/2014/main" id="{AE120553-09B0-9098-AB99-A1462C97A294}"/>
                  </a:ext>
                </a:extLst>
              </p:cNvPr>
              <p:cNvSpPr>
                <a:spLocks/>
              </p:cNvSpPr>
              <p:nvPr/>
            </p:nvSpPr>
            <p:spPr bwMode="auto">
              <a:xfrm>
                <a:off x="11697010" y="8529753"/>
                <a:ext cx="92356" cy="222990"/>
              </a:xfrm>
              <a:custGeom>
                <a:avLst/>
                <a:gdLst>
                  <a:gd name="T0" fmla="*/ 9 w 10"/>
                  <a:gd name="T1" fmla="*/ 10 h 24"/>
                  <a:gd name="T2" fmla="*/ 8 w 10"/>
                  <a:gd name="T3" fmla="*/ 6 h 24"/>
                  <a:gd name="T4" fmla="*/ 5 w 10"/>
                  <a:gd name="T5" fmla="*/ 0 h 24"/>
                  <a:gd name="T6" fmla="*/ 2 w 10"/>
                  <a:gd name="T7" fmla="*/ 0 h 24"/>
                  <a:gd name="T8" fmla="*/ 2 w 10"/>
                  <a:gd name="T9" fmla="*/ 3 h 24"/>
                  <a:gd name="T10" fmla="*/ 2 w 10"/>
                  <a:gd name="T11" fmla="*/ 9 h 24"/>
                  <a:gd name="T12" fmla="*/ 4 w 10"/>
                  <a:gd name="T13" fmla="*/ 15 h 24"/>
                  <a:gd name="T14" fmla="*/ 4 w 10"/>
                  <a:gd name="T15" fmla="*/ 21 h 24"/>
                  <a:gd name="T16" fmla="*/ 6 w 10"/>
                  <a:gd name="T17" fmla="*/ 23 h 24"/>
                  <a:gd name="T18" fmla="*/ 9 w 10"/>
                  <a:gd name="T19" fmla="*/ 23 h 24"/>
                  <a:gd name="T20" fmla="*/ 9 w 10"/>
                  <a:gd name="T21" fmla="*/ 10 h 24"/>
                  <a:gd name="T22" fmla="*/ 9 w 10"/>
                  <a:gd name="T2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4">
                    <a:moveTo>
                      <a:pt x="9" y="10"/>
                    </a:moveTo>
                    <a:cubicBezTo>
                      <a:pt x="9" y="9"/>
                      <a:pt x="9" y="7"/>
                      <a:pt x="8" y="6"/>
                    </a:cubicBezTo>
                    <a:cubicBezTo>
                      <a:pt x="7" y="5"/>
                      <a:pt x="4" y="1"/>
                      <a:pt x="5" y="0"/>
                    </a:cubicBezTo>
                    <a:cubicBezTo>
                      <a:pt x="4" y="0"/>
                      <a:pt x="3" y="0"/>
                      <a:pt x="2" y="0"/>
                    </a:cubicBezTo>
                    <a:cubicBezTo>
                      <a:pt x="0" y="0"/>
                      <a:pt x="2" y="2"/>
                      <a:pt x="2" y="3"/>
                    </a:cubicBezTo>
                    <a:cubicBezTo>
                      <a:pt x="3" y="5"/>
                      <a:pt x="2" y="7"/>
                      <a:pt x="2" y="9"/>
                    </a:cubicBezTo>
                    <a:cubicBezTo>
                      <a:pt x="1" y="12"/>
                      <a:pt x="3" y="12"/>
                      <a:pt x="4" y="15"/>
                    </a:cubicBezTo>
                    <a:cubicBezTo>
                      <a:pt x="4" y="17"/>
                      <a:pt x="3" y="19"/>
                      <a:pt x="4" y="21"/>
                    </a:cubicBezTo>
                    <a:cubicBezTo>
                      <a:pt x="4" y="22"/>
                      <a:pt x="5" y="23"/>
                      <a:pt x="6" y="23"/>
                    </a:cubicBezTo>
                    <a:cubicBezTo>
                      <a:pt x="7" y="24"/>
                      <a:pt x="10" y="24"/>
                      <a:pt x="9" y="23"/>
                    </a:cubicBezTo>
                    <a:cubicBezTo>
                      <a:pt x="9" y="19"/>
                      <a:pt x="9" y="15"/>
                      <a:pt x="9" y="10"/>
                    </a:cubicBezTo>
                    <a:cubicBezTo>
                      <a:pt x="9" y="7"/>
                      <a:pt x="9" y="13"/>
                      <a:pt x="9" y="1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4" name="Freeform 760">
                <a:extLst>
                  <a:ext uri="{FF2B5EF4-FFF2-40B4-BE49-F238E27FC236}">
                    <a16:creationId xmlns:a16="http://schemas.microsoft.com/office/drawing/2014/main" id="{BC9B9512-616D-BE15-5D70-B6867E929B95}"/>
                  </a:ext>
                </a:extLst>
              </p:cNvPr>
              <p:cNvSpPr>
                <a:spLocks/>
              </p:cNvSpPr>
              <p:nvPr/>
            </p:nvSpPr>
            <p:spPr bwMode="auto">
              <a:xfrm>
                <a:off x="11295734" y="8539311"/>
                <a:ext cx="296178" cy="289887"/>
              </a:xfrm>
              <a:custGeom>
                <a:avLst/>
                <a:gdLst>
                  <a:gd name="T0" fmla="*/ 26 w 32"/>
                  <a:gd name="T1" fmla="*/ 4 h 31"/>
                  <a:gd name="T2" fmla="*/ 21 w 32"/>
                  <a:gd name="T3" fmla="*/ 5 h 31"/>
                  <a:gd name="T4" fmla="*/ 15 w 32"/>
                  <a:gd name="T5" fmla="*/ 1 h 31"/>
                  <a:gd name="T6" fmla="*/ 13 w 32"/>
                  <a:gd name="T7" fmla="*/ 1 h 31"/>
                  <a:gd name="T8" fmla="*/ 10 w 32"/>
                  <a:gd name="T9" fmla="*/ 2 h 31"/>
                  <a:gd name="T10" fmla="*/ 6 w 32"/>
                  <a:gd name="T11" fmla="*/ 2 h 31"/>
                  <a:gd name="T12" fmla="*/ 4 w 32"/>
                  <a:gd name="T13" fmla="*/ 3 h 31"/>
                  <a:gd name="T14" fmla="*/ 3 w 32"/>
                  <a:gd name="T15" fmla="*/ 6 h 31"/>
                  <a:gd name="T16" fmla="*/ 5 w 32"/>
                  <a:gd name="T17" fmla="*/ 7 h 31"/>
                  <a:gd name="T18" fmla="*/ 3 w 32"/>
                  <a:gd name="T19" fmla="*/ 9 h 31"/>
                  <a:gd name="T20" fmla="*/ 5 w 32"/>
                  <a:gd name="T21" fmla="*/ 12 h 31"/>
                  <a:gd name="T22" fmla="*/ 3 w 32"/>
                  <a:gd name="T23" fmla="*/ 13 h 31"/>
                  <a:gd name="T24" fmla="*/ 2 w 32"/>
                  <a:gd name="T25" fmla="*/ 16 h 31"/>
                  <a:gd name="T26" fmla="*/ 2 w 32"/>
                  <a:gd name="T27" fmla="*/ 19 h 31"/>
                  <a:gd name="T28" fmla="*/ 3 w 32"/>
                  <a:gd name="T29" fmla="*/ 23 h 31"/>
                  <a:gd name="T30" fmla="*/ 7 w 32"/>
                  <a:gd name="T31" fmla="*/ 26 h 31"/>
                  <a:gd name="T32" fmla="*/ 7 w 32"/>
                  <a:gd name="T33" fmla="*/ 31 h 31"/>
                  <a:gd name="T34" fmla="*/ 19 w 32"/>
                  <a:gd name="T35" fmla="*/ 28 h 31"/>
                  <a:gd name="T36" fmla="*/ 26 w 32"/>
                  <a:gd name="T37" fmla="*/ 28 h 31"/>
                  <a:gd name="T38" fmla="*/ 30 w 32"/>
                  <a:gd name="T39" fmla="*/ 26 h 31"/>
                  <a:gd name="T40" fmla="*/ 28 w 32"/>
                  <a:gd name="T41" fmla="*/ 21 h 31"/>
                  <a:gd name="T42" fmla="*/ 30 w 32"/>
                  <a:gd name="T43" fmla="*/ 15 h 31"/>
                  <a:gd name="T44" fmla="*/ 26 w 32"/>
                  <a:gd name="T45" fmla="*/ 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 h="31">
                    <a:moveTo>
                      <a:pt x="26" y="4"/>
                    </a:moveTo>
                    <a:cubicBezTo>
                      <a:pt x="24" y="4"/>
                      <a:pt x="23" y="6"/>
                      <a:pt x="21" y="5"/>
                    </a:cubicBezTo>
                    <a:cubicBezTo>
                      <a:pt x="19" y="5"/>
                      <a:pt x="17" y="0"/>
                      <a:pt x="15" y="1"/>
                    </a:cubicBezTo>
                    <a:cubicBezTo>
                      <a:pt x="14" y="2"/>
                      <a:pt x="13" y="2"/>
                      <a:pt x="13" y="1"/>
                    </a:cubicBezTo>
                    <a:cubicBezTo>
                      <a:pt x="12" y="0"/>
                      <a:pt x="11" y="2"/>
                      <a:pt x="10" y="2"/>
                    </a:cubicBezTo>
                    <a:cubicBezTo>
                      <a:pt x="8" y="3"/>
                      <a:pt x="7" y="2"/>
                      <a:pt x="6" y="2"/>
                    </a:cubicBezTo>
                    <a:cubicBezTo>
                      <a:pt x="5" y="1"/>
                      <a:pt x="5" y="3"/>
                      <a:pt x="4" y="3"/>
                    </a:cubicBezTo>
                    <a:cubicBezTo>
                      <a:pt x="3" y="3"/>
                      <a:pt x="2" y="5"/>
                      <a:pt x="3" y="6"/>
                    </a:cubicBezTo>
                    <a:cubicBezTo>
                      <a:pt x="3" y="7"/>
                      <a:pt x="5" y="7"/>
                      <a:pt x="5" y="7"/>
                    </a:cubicBezTo>
                    <a:cubicBezTo>
                      <a:pt x="5" y="8"/>
                      <a:pt x="3" y="9"/>
                      <a:pt x="3" y="9"/>
                    </a:cubicBezTo>
                    <a:cubicBezTo>
                      <a:pt x="3" y="10"/>
                      <a:pt x="5" y="11"/>
                      <a:pt x="5" y="12"/>
                    </a:cubicBezTo>
                    <a:cubicBezTo>
                      <a:pt x="5" y="12"/>
                      <a:pt x="3" y="11"/>
                      <a:pt x="3" y="13"/>
                    </a:cubicBezTo>
                    <a:cubicBezTo>
                      <a:pt x="3" y="14"/>
                      <a:pt x="4" y="16"/>
                      <a:pt x="2" y="16"/>
                    </a:cubicBezTo>
                    <a:cubicBezTo>
                      <a:pt x="3" y="17"/>
                      <a:pt x="3" y="18"/>
                      <a:pt x="2" y="19"/>
                    </a:cubicBezTo>
                    <a:cubicBezTo>
                      <a:pt x="2" y="21"/>
                      <a:pt x="0" y="21"/>
                      <a:pt x="3" y="23"/>
                    </a:cubicBezTo>
                    <a:cubicBezTo>
                      <a:pt x="4" y="23"/>
                      <a:pt x="6" y="24"/>
                      <a:pt x="7" y="26"/>
                    </a:cubicBezTo>
                    <a:cubicBezTo>
                      <a:pt x="8" y="27"/>
                      <a:pt x="7" y="29"/>
                      <a:pt x="7" y="31"/>
                    </a:cubicBezTo>
                    <a:cubicBezTo>
                      <a:pt x="11" y="30"/>
                      <a:pt x="14" y="28"/>
                      <a:pt x="19" y="28"/>
                    </a:cubicBezTo>
                    <a:cubicBezTo>
                      <a:pt x="21" y="27"/>
                      <a:pt x="24" y="28"/>
                      <a:pt x="26" y="28"/>
                    </a:cubicBezTo>
                    <a:cubicBezTo>
                      <a:pt x="28" y="28"/>
                      <a:pt x="31" y="29"/>
                      <a:pt x="30" y="26"/>
                    </a:cubicBezTo>
                    <a:cubicBezTo>
                      <a:pt x="30" y="24"/>
                      <a:pt x="29" y="23"/>
                      <a:pt x="28" y="21"/>
                    </a:cubicBezTo>
                    <a:cubicBezTo>
                      <a:pt x="28" y="19"/>
                      <a:pt x="29" y="17"/>
                      <a:pt x="30" y="15"/>
                    </a:cubicBezTo>
                    <a:cubicBezTo>
                      <a:pt x="31" y="11"/>
                      <a:pt x="32" y="4"/>
                      <a:pt x="26"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5" name="Freeform 761">
                <a:extLst>
                  <a:ext uri="{FF2B5EF4-FFF2-40B4-BE49-F238E27FC236}">
                    <a16:creationId xmlns:a16="http://schemas.microsoft.com/office/drawing/2014/main" id="{F546C95A-D252-4311-C68E-2857FA93AAB0}"/>
                  </a:ext>
                </a:extLst>
              </p:cNvPr>
              <p:cNvSpPr>
                <a:spLocks/>
              </p:cNvSpPr>
              <p:nvPr/>
            </p:nvSpPr>
            <p:spPr bwMode="auto">
              <a:xfrm>
                <a:off x="11547328" y="8529753"/>
                <a:ext cx="213379" cy="280329"/>
              </a:xfrm>
              <a:custGeom>
                <a:avLst/>
                <a:gdLst>
                  <a:gd name="T0" fmla="*/ 19 w 23"/>
                  <a:gd name="T1" fmla="*/ 13 h 30"/>
                  <a:gd name="T2" fmla="*/ 18 w 23"/>
                  <a:gd name="T3" fmla="*/ 6 h 30"/>
                  <a:gd name="T4" fmla="*/ 17 w 23"/>
                  <a:gd name="T5" fmla="*/ 0 h 30"/>
                  <a:gd name="T6" fmla="*/ 3 w 23"/>
                  <a:gd name="T7" fmla="*/ 0 h 30"/>
                  <a:gd name="T8" fmla="*/ 4 w 23"/>
                  <a:gd name="T9" fmla="*/ 11 h 30"/>
                  <a:gd name="T10" fmla="*/ 1 w 23"/>
                  <a:gd name="T11" fmla="*/ 22 h 30"/>
                  <a:gd name="T12" fmla="*/ 3 w 23"/>
                  <a:gd name="T13" fmla="*/ 30 h 30"/>
                  <a:gd name="T14" fmla="*/ 10 w 23"/>
                  <a:gd name="T15" fmla="*/ 29 h 30"/>
                  <a:gd name="T16" fmla="*/ 23 w 23"/>
                  <a:gd name="T17" fmla="*/ 24 h 30"/>
                  <a:gd name="T18" fmla="*/ 20 w 23"/>
                  <a:gd name="T19" fmla="*/ 19 h 30"/>
                  <a:gd name="T20" fmla="*/ 19 w 23"/>
                  <a:gd name="T21" fmla="*/ 13 h 30"/>
                  <a:gd name="T22" fmla="*/ 19 w 23"/>
                  <a:gd name="T2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0">
                    <a:moveTo>
                      <a:pt x="19" y="13"/>
                    </a:moveTo>
                    <a:cubicBezTo>
                      <a:pt x="17" y="11"/>
                      <a:pt x="18" y="8"/>
                      <a:pt x="18" y="6"/>
                    </a:cubicBezTo>
                    <a:cubicBezTo>
                      <a:pt x="19" y="4"/>
                      <a:pt x="16" y="2"/>
                      <a:pt x="17" y="0"/>
                    </a:cubicBezTo>
                    <a:cubicBezTo>
                      <a:pt x="12" y="0"/>
                      <a:pt x="8" y="0"/>
                      <a:pt x="3" y="0"/>
                    </a:cubicBezTo>
                    <a:cubicBezTo>
                      <a:pt x="3" y="3"/>
                      <a:pt x="4" y="7"/>
                      <a:pt x="4" y="11"/>
                    </a:cubicBezTo>
                    <a:cubicBezTo>
                      <a:pt x="4" y="15"/>
                      <a:pt x="0" y="18"/>
                      <a:pt x="1" y="22"/>
                    </a:cubicBezTo>
                    <a:cubicBezTo>
                      <a:pt x="2" y="25"/>
                      <a:pt x="4" y="26"/>
                      <a:pt x="3" y="30"/>
                    </a:cubicBezTo>
                    <a:cubicBezTo>
                      <a:pt x="6" y="30"/>
                      <a:pt x="7" y="30"/>
                      <a:pt x="10" y="29"/>
                    </a:cubicBezTo>
                    <a:cubicBezTo>
                      <a:pt x="15" y="28"/>
                      <a:pt x="19" y="26"/>
                      <a:pt x="23" y="24"/>
                    </a:cubicBezTo>
                    <a:cubicBezTo>
                      <a:pt x="21" y="23"/>
                      <a:pt x="20" y="21"/>
                      <a:pt x="20" y="19"/>
                    </a:cubicBezTo>
                    <a:cubicBezTo>
                      <a:pt x="20" y="17"/>
                      <a:pt x="20" y="15"/>
                      <a:pt x="19" y="13"/>
                    </a:cubicBezTo>
                    <a:cubicBezTo>
                      <a:pt x="17" y="11"/>
                      <a:pt x="20" y="15"/>
                      <a:pt x="19" y="1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6" name="Freeform 762">
                <a:extLst>
                  <a:ext uri="{FF2B5EF4-FFF2-40B4-BE49-F238E27FC236}">
                    <a16:creationId xmlns:a16="http://schemas.microsoft.com/office/drawing/2014/main" id="{BDA26D52-31A8-A3C7-5FF5-BC8EAD691303}"/>
                  </a:ext>
                </a:extLst>
              </p:cNvPr>
              <p:cNvSpPr>
                <a:spLocks/>
              </p:cNvSpPr>
              <p:nvPr/>
            </p:nvSpPr>
            <p:spPr bwMode="auto">
              <a:xfrm>
                <a:off x="11079175" y="8558422"/>
                <a:ext cx="140127" cy="168835"/>
              </a:xfrm>
              <a:custGeom>
                <a:avLst/>
                <a:gdLst>
                  <a:gd name="T0" fmla="*/ 12 w 15"/>
                  <a:gd name="T1" fmla="*/ 14 h 18"/>
                  <a:gd name="T2" fmla="*/ 14 w 15"/>
                  <a:gd name="T3" fmla="*/ 6 h 18"/>
                  <a:gd name="T4" fmla="*/ 5 w 15"/>
                  <a:gd name="T5" fmla="*/ 3 h 18"/>
                  <a:gd name="T6" fmla="*/ 1 w 15"/>
                  <a:gd name="T7" fmla="*/ 8 h 18"/>
                  <a:gd name="T8" fmla="*/ 4 w 15"/>
                  <a:gd name="T9" fmla="*/ 12 h 18"/>
                  <a:gd name="T10" fmla="*/ 7 w 15"/>
                  <a:gd name="T11" fmla="*/ 16 h 18"/>
                  <a:gd name="T12" fmla="*/ 10 w 15"/>
                  <a:gd name="T13" fmla="*/ 16 h 18"/>
                  <a:gd name="T14" fmla="*/ 12 w 15"/>
                  <a:gd name="T15" fmla="*/ 14 h 18"/>
                  <a:gd name="T16" fmla="*/ 12 w 15"/>
                  <a:gd name="T17"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8">
                    <a:moveTo>
                      <a:pt x="12" y="14"/>
                    </a:moveTo>
                    <a:cubicBezTo>
                      <a:pt x="15" y="13"/>
                      <a:pt x="15" y="8"/>
                      <a:pt x="14" y="6"/>
                    </a:cubicBezTo>
                    <a:cubicBezTo>
                      <a:pt x="12" y="2"/>
                      <a:pt x="8" y="0"/>
                      <a:pt x="5" y="3"/>
                    </a:cubicBezTo>
                    <a:cubicBezTo>
                      <a:pt x="3" y="4"/>
                      <a:pt x="0" y="6"/>
                      <a:pt x="1" y="8"/>
                    </a:cubicBezTo>
                    <a:cubicBezTo>
                      <a:pt x="2" y="10"/>
                      <a:pt x="2" y="11"/>
                      <a:pt x="4" y="12"/>
                    </a:cubicBezTo>
                    <a:cubicBezTo>
                      <a:pt x="5" y="14"/>
                      <a:pt x="5" y="15"/>
                      <a:pt x="7" y="16"/>
                    </a:cubicBezTo>
                    <a:cubicBezTo>
                      <a:pt x="8" y="17"/>
                      <a:pt x="9" y="18"/>
                      <a:pt x="10" y="16"/>
                    </a:cubicBezTo>
                    <a:cubicBezTo>
                      <a:pt x="10" y="15"/>
                      <a:pt x="11" y="15"/>
                      <a:pt x="12" y="14"/>
                    </a:cubicBezTo>
                    <a:cubicBezTo>
                      <a:pt x="14" y="13"/>
                      <a:pt x="11" y="15"/>
                      <a:pt x="12" y="1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7" name="Freeform 763">
                <a:extLst>
                  <a:ext uri="{FF2B5EF4-FFF2-40B4-BE49-F238E27FC236}">
                    <a16:creationId xmlns:a16="http://schemas.microsoft.com/office/drawing/2014/main" id="{7F2CFD9A-A5B0-63CC-D24A-74CE115B5CE4}"/>
                  </a:ext>
                </a:extLst>
              </p:cNvPr>
              <p:cNvSpPr>
                <a:spLocks/>
              </p:cNvSpPr>
              <p:nvPr/>
            </p:nvSpPr>
            <p:spPr bwMode="auto">
              <a:xfrm>
                <a:off x="11161976" y="8631691"/>
                <a:ext cx="207006" cy="197506"/>
              </a:xfrm>
              <a:custGeom>
                <a:avLst/>
                <a:gdLst>
                  <a:gd name="T0" fmla="*/ 21 w 22"/>
                  <a:gd name="T1" fmla="*/ 17 h 21"/>
                  <a:gd name="T2" fmla="*/ 19 w 22"/>
                  <a:gd name="T3" fmla="*/ 13 h 21"/>
                  <a:gd name="T4" fmla="*/ 16 w 22"/>
                  <a:gd name="T5" fmla="*/ 11 h 21"/>
                  <a:gd name="T6" fmla="*/ 16 w 22"/>
                  <a:gd name="T7" fmla="*/ 6 h 21"/>
                  <a:gd name="T8" fmla="*/ 13 w 22"/>
                  <a:gd name="T9" fmla="*/ 8 h 21"/>
                  <a:gd name="T10" fmla="*/ 9 w 22"/>
                  <a:gd name="T11" fmla="*/ 1 h 21"/>
                  <a:gd name="T12" fmla="*/ 5 w 22"/>
                  <a:gd name="T13" fmla="*/ 4 h 21"/>
                  <a:gd name="T14" fmla="*/ 0 w 22"/>
                  <a:gd name="T15" fmla="*/ 9 h 21"/>
                  <a:gd name="T16" fmla="*/ 12 w 22"/>
                  <a:gd name="T17" fmla="*/ 18 h 21"/>
                  <a:gd name="T18" fmla="*/ 19 w 22"/>
                  <a:gd name="T19" fmla="*/ 21 h 21"/>
                  <a:gd name="T20" fmla="*/ 21 w 22"/>
                  <a:gd name="T21" fmla="*/ 17 h 21"/>
                  <a:gd name="T22" fmla="*/ 21 w 22"/>
                  <a:gd name="T2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21">
                    <a:moveTo>
                      <a:pt x="21" y="17"/>
                    </a:moveTo>
                    <a:cubicBezTo>
                      <a:pt x="22" y="15"/>
                      <a:pt x="20" y="14"/>
                      <a:pt x="19" y="13"/>
                    </a:cubicBezTo>
                    <a:cubicBezTo>
                      <a:pt x="18" y="13"/>
                      <a:pt x="14" y="12"/>
                      <a:pt x="16" y="11"/>
                    </a:cubicBezTo>
                    <a:cubicBezTo>
                      <a:pt x="17" y="10"/>
                      <a:pt x="17" y="7"/>
                      <a:pt x="16" y="6"/>
                    </a:cubicBezTo>
                    <a:cubicBezTo>
                      <a:pt x="15" y="4"/>
                      <a:pt x="14" y="8"/>
                      <a:pt x="13" y="8"/>
                    </a:cubicBezTo>
                    <a:cubicBezTo>
                      <a:pt x="10" y="8"/>
                      <a:pt x="11" y="0"/>
                      <a:pt x="9" y="1"/>
                    </a:cubicBezTo>
                    <a:cubicBezTo>
                      <a:pt x="8" y="2"/>
                      <a:pt x="6" y="3"/>
                      <a:pt x="5" y="4"/>
                    </a:cubicBezTo>
                    <a:cubicBezTo>
                      <a:pt x="4" y="6"/>
                      <a:pt x="2" y="7"/>
                      <a:pt x="0" y="9"/>
                    </a:cubicBezTo>
                    <a:cubicBezTo>
                      <a:pt x="5" y="12"/>
                      <a:pt x="8" y="15"/>
                      <a:pt x="12" y="18"/>
                    </a:cubicBezTo>
                    <a:cubicBezTo>
                      <a:pt x="14" y="20"/>
                      <a:pt x="16" y="21"/>
                      <a:pt x="19" y="21"/>
                    </a:cubicBezTo>
                    <a:cubicBezTo>
                      <a:pt x="22" y="21"/>
                      <a:pt x="20" y="19"/>
                      <a:pt x="21" y="17"/>
                    </a:cubicBezTo>
                    <a:cubicBezTo>
                      <a:pt x="22" y="15"/>
                      <a:pt x="21" y="19"/>
                      <a:pt x="21" y="1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8" name="Freeform 764">
                <a:extLst>
                  <a:ext uri="{FF2B5EF4-FFF2-40B4-BE49-F238E27FC236}">
                    <a16:creationId xmlns:a16="http://schemas.microsoft.com/office/drawing/2014/main" id="{CD23F2B9-3E80-C810-7271-E4239395B6C0}"/>
                  </a:ext>
                </a:extLst>
              </p:cNvPr>
              <p:cNvSpPr>
                <a:spLocks/>
              </p:cNvSpPr>
              <p:nvPr/>
            </p:nvSpPr>
            <p:spPr bwMode="auto">
              <a:xfrm>
                <a:off x="11015478" y="8443745"/>
                <a:ext cx="324842" cy="273958"/>
              </a:xfrm>
              <a:custGeom>
                <a:avLst/>
                <a:gdLst>
                  <a:gd name="T0" fmla="*/ 10 w 35"/>
                  <a:gd name="T1" fmla="*/ 16 h 29"/>
                  <a:gd name="T2" fmla="*/ 20 w 35"/>
                  <a:gd name="T3" fmla="*/ 17 h 29"/>
                  <a:gd name="T4" fmla="*/ 21 w 35"/>
                  <a:gd name="T5" fmla="*/ 23 h 29"/>
                  <a:gd name="T6" fmla="*/ 25 w 35"/>
                  <a:gd name="T7" fmla="*/ 21 h 29"/>
                  <a:gd name="T8" fmla="*/ 29 w 35"/>
                  <a:gd name="T9" fmla="*/ 27 h 29"/>
                  <a:gd name="T10" fmla="*/ 31 w 35"/>
                  <a:gd name="T11" fmla="*/ 26 h 29"/>
                  <a:gd name="T12" fmla="*/ 33 w 35"/>
                  <a:gd name="T13" fmla="*/ 25 h 29"/>
                  <a:gd name="T14" fmla="*/ 33 w 35"/>
                  <a:gd name="T15" fmla="*/ 23 h 29"/>
                  <a:gd name="T16" fmla="*/ 35 w 35"/>
                  <a:gd name="T17" fmla="*/ 22 h 29"/>
                  <a:gd name="T18" fmla="*/ 34 w 35"/>
                  <a:gd name="T19" fmla="*/ 19 h 29"/>
                  <a:gd name="T20" fmla="*/ 33 w 35"/>
                  <a:gd name="T21" fmla="*/ 16 h 29"/>
                  <a:gd name="T22" fmla="*/ 33 w 35"/>
                  <a:gd name="T23" fmla="*/ 12 h 29"/>
                  <a:gd name="T24" fmla="*/ 32 w 35"/>
                  <a:gd name="T25" fmla="*/ 8 h 29"/>
                  <a:gd name="T26" fmla="*/ 26 w 35"/>
                  <a:gd name="T27" fmla="*/ 2 h 29"/>
                  <a:gd name="T28" fmla="*/ 24 w 35"/>
                  <a:gd name="T29" fmla="*/ 3 h 29"/>
                  <a:gd name="T30" fmla="*/ 22 w 35"/>
                  <a:gd name="T31" fmla="*/ 3 h 29"/>
                  <a:gd name="T32" fmla="*/ 19 w 35"/>
                  <a:gd name="T33" fmla="*/ 3 h 29"/>
                  <a:gd name="T34" fmla="*/ 18 w 35"/>
                  <a:gd name="T35" fmla="*/ 3 h 29"/>
                  <a:gd name="T36" fmla="*/ 15 w 35"/>
                  <a:gd name="T37" fmla="*/ 2 h 29"/>
                  <a:gd name="T38" fmla="*/ 10 w 35"/>
                  <a:gd name="T39" fmla="*/ 1 h 29"/>
                  <a:gd name="T40" fmla="*/ 5 w 35"/>
                  <a:gd name="T41" fmla="*/ 1 h 29"/>
                  <a:gd name="T42" fmla="*/ 5 w 35"/>
                  <a:gd name="T43" fmla="*/ 4 h 29"/>
                  <a:gd name="T44" fmla="*/ 3 w 35"/>
                  <a:gd name="T45" fmla="*/ 6 h 29"/>
                  <a:gd name="T46" fmla="*/ 0 w 35"/>
                  <a:gd name="T47" fmla="*/ 8 h 29"/>
                  <a:gd name="T48" fmla="*/ 3 w 35"/>
                  <a:gd name="T49" fmla="*/ 13 h 29"/>
                  <a:gd name="T50" fmla="*/ 8 w 35"/>
                  <a:gd name="T51" fmla="*/ 19 h 29"/>
                  <a:gd name="T52" fmla="*/ 10 w 35"/>
                  <a:gd name="T53" fmla="*/ 16 h 29"/>
                  <a:gd name="T54" fmla="*/ 10 w 35"/>
                  <a:gd name="T55"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29">
                    <a:moveTo>
                      <a:pt x="10" y="16"/>
                    </a:moveTo>
                    <a:cubicBezTo>
                      <a:pt x="14" y="14"/>
                      <a:pt x="18" y="12"/>
                      <a:pt x="20" y="17"/>
                    </a:cubicBezTo>
                    <a:cubicBezTo>
                      <a:pt x="22" y="19"/>
                      <a:pt x="21" y="20"/>
                      <a:pt x="21" y="23"/>
                    </a:cubicBezTo>
                    <a:cubicBezTo>
                      <a:pt x="22" y="24"/>
                      <a:pt x="24" y="21"/>
                      <a:pt x="25" y="21"/>
                    </a:cubicBezTo>
                    <a:cubicBezTo>
                      <a:pt x="27" y="20"/>
                      <a:pt x="27" y="29"/>
                      <a:pt x="29" y="27"/>
                    </a:cubicBezTo>
                    <a:cubicBezTo>
                      <a:pt x="30" y="27"/>
                      <a:pt x="30" y="26"/>
                      <a:pt x="31" y="26"/>
                    </a:cubicBezTo>
                    <a:cubicBezTo>
                      <a:pt x="31" y="25"/>
                      <a:pt x="33" y="26"/>
                      <a:pt x="33" y="25"/>
                    </a:cubicBezTo>
                    <a:cubicBezTo>
                      <a:pt x="34" y="24"/>
                      <a:pt x="33" y="23"/>
                      <a:pt x="33" y="23"/>
                    </a:cubicBezTo>
                    <a:cubicBezTo>
                      <a:pt x="33" y="21"/>
                      <a:pt x="35" y="22"/>
                      <a:pt x="35" y="22"/>
                    </a:cubicBezTo>
                    <a:cubicBezTo>
                      <a:pt x="35" y="21"/>
                      <a:pt x="32" y="20"/>
                      <a:pt x="34" y="19"/>
                    </a:cubicBezTo>
                    <a:cubicBezTo>
                      <a:pt x="35" y="18"/>
                      <a:pt x="35" y="17"/>
                      <a:pt x="33" y="16"/>
                    </a:cubicBezTo>
                    <a:cubicBezTo>
                      <a:pt x="32" y="15"/>
                      <a:pt x="34" y="13"/>
                      <a:pt x="33" y="12"/>
                    </a:cubicBezTo>
                    <a:cubicBezTo>
                      <a:pt x="32" y="11"/>
                      <a:pt x="33" y="10"/>
                      <a:pt x="32" y="8"/>
                    </a:cubicBezTo>
                    <a:cubicBezTo>
                      <a:pt x="31" y="7"/>
                      <a:pt x="29" y="0"/>
                      <a:pt x="26" y="2"/>
                    </a:cubicBezTo>
                    <a:cubicBezTo>
                      <a:pt x="26" y="2"/>
                      <a:pt x="25" y="3"/>
                      <a:pt x="24" y="3"/>
                    </a:cubicBezTo>
                    <a:cubicBezTo>
                      <a:pt x="23" y="3"/>
                      <a:pt x="23" y="3"/>
                      <a:pt x="22" y="3"/>
                    </a:cubicBezTo>
                    <a:cubicBezTo>
                      <a:pt x="21" y="4"/>
                      <a:pt x="20" y="3"/>
                      <a:pt x="19" y="3"/>
                    </a:cubicBezTo>
                    <a:cubicBezTo>
                      <a:pt x="18" y="3"/>
                      <a:pt x="18" y="4"/>
                      <a:pt x="18" y="3"/>
                    </a:cubicBezTo>
                    <a:cubicBezTo>
                      <a:pt x="16" y="2"/>
                      <a:pt x="17" y="2"/>
                      <a:pt x="15" y="2"/>
                    </a:cubicBezTo>
                    <a:cubicBezTo>
                      <a:pt x="12" y="3"/>
                      <a:pt x="12" y="1"/>
                      <a:pt x="10" y="1"/>
                    </a:cubicBezTo>
                    <a:cubicBezTo>
                      <a:pt x="8" y="0"/>
                      <a:pt x="6" y="0"/>
                      <a:pt x="5" y="1"/>
                    </a:cubicBezTo>
                    <a:cubicBezTo>
                      <a:pt x="5" y="2"/>
                      <a:pt x="3" y="3"/>
                      <a:pt x="5" y="4"/>
                    </a:cubicBezTo>
                    <a:cubicBezTo>
                      <a:pt x="6" y="5"/>
                      <a:pt x="5" y="6"/>
                      <a:pt x="3" y="6"/>
                    </a:cubicBezTo>
                    <a:cubicBezTo>
                      <a:pt x="1" y="6"/>
                      <a:pt x="0" y="6"/>
                      <a:pt x="0" y="8"/>
                    </a:cubicBezTo>
                    <a:cubicBezTo>
                      <a:pt x="1" y="10"/>
                      <a:pt x="2" y="11"/>
                      <a:pt x="3" y="13"/>
                    </a:cubicBezTo>
                    <a:cubicBezTo>
                      <a:pt x="5" y="15"/>
                      <a:pt x="6" y="16"/>
                      <a:pt x="8" y="19"/>
                    </a:cubicBezTo>
                    <a:cubicBezTo>
                      <a:pt x="9" y="18"/>
                      <a:pt x="9" y="17"/>
                      <a:pt x="10" y="16"/>
                    </a:cubicBezTo>
                    <a:cubicBezTo>
                      <a:pt x="11" y="16"/>
                      <a:pt x="10" y="17"/>
                      <a:pt x="10" y="1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69" name="Freeform 765">
                <a:extLst>
                  <a:ext uri="{FF2B5EF4-FFF2-40B4-BE49-F238E27FC236}">
                    <a16:creationId xmlns:a16="http://schemas.microsoft.com/office/drawing/2014/main" id="{3637BB21-9F52-9E26-EC02-22A1462964F4}"/>
                  </a:ext>
                </a:extLst>
              </p:cNvPr>
              <p:cNvSpPr>
                <a:spLocks/>
              </p:cNvSpPr>
              <p:nvPr/>
            </p:nvSpPr>
            <p:spPr bwMode="auto">
              <a:xfrm>
                <a:off x="10929493" y="8453303"/>
                <a:ext cx="149682" cy="66896"/>
              </a:xfrm>
              <a:custGeom>
                <a:avLst/>
                <a:gdLst>
                  <a:gd name="T0" fmla="*/ 10 w 16"/>
                  <a:gd name="T1" fmla="*/ 5 h 7"/>
                  <a:gd name="T2" fmla="*/ 14 w 16"/>
                  <a:gd name="T3" fmla="*/ 3 h 7"/>
                  <a:gd name="T4" fmla="*/ 14 w 16"/>
                  <a:gd name="T5" fmla="*/ 0 h 7"/>
                  <a:gd name="T6" fmla="*/ 7 w 16"/>
                  <a:gd name="T7" fmla="*/ 0 h 7"/>
                  <a:gd name="T8" fmla="*/ 4 w 16"/>
                  <a:gd name="T9" fmla="*/ 0 h 7"/>
                  <a:gd name="T10" fmla="*/ 0 w 16"/>
                  <a:gd name="T11" fmla="*/ 1 h 7"/>
                  <a:gd name="T12" fmla="*/ 3 w 16"/>
                  <a:gd name="T13" fmla="*/ 3 h 7"/>
                  <a:gd name="T14" fmla="*/ 7 w 16"/>
                  <a:gd name="T15" fmla="*/ 3 h 7"/>
                  <a:gd name="T16" fmla="*/ 9 w 16"/>
                  <a:gd name="T17" fmla="*/ 7 h 7"/>
                  <a:gd name="T18" fmla="*/ 10 w 16"/>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7">
                    <a:moveTo>
                      <a:pt x="10" y="5"/>
                    </a:moveTo>
                    <a:cubicBezTo>
                      <a:pt x="11" y="5"/>
                      <a:pt x="16" y="5"/>
                      <a:pt x="14" y="3"/>
                    </a:cubicBezTo>
                    <a:cubicBezTo>
                      <a:pt x="12" y="2"/>
                      <a:pt x="14" y="1"/>
                      <a:pt x="14" y="0"/>
                    </a:cubicBezTo>
                    <a:cubicBezTo>
                      <a:pt x="12" y="0"/>
                      <a:pt x="9" y="0"/>
                      <a:pt x="7" y="0"/>
                    </a:cubicBezTo>
                    <a:cubicBezTo>
                      <a:pt x="5" y="0"/>
                      <a:pt x="5" y="1"/>
                      <a:pt x="4" y="0"/>
                    </a:cubicBezTo>
                    <a:cubicBezTo>
                      <a:pt x="2" y="0"/>
                      <a:pt x="2" y="0"/>
                      <a:pt x="0" y="1"/>
                    </a:cubicBezTo>
                    <a:cubicBezTo>
                      <a:pt x="1" y="2"/>
                      <a:pt x="1" y="3"/>
                      <a:pt x="3" y="3"/>
                    </a:cubicBezTo>
                    <a:cubicBezTo>
                      <a:pt x="4" y="3"/>
                      <a:pt x="7" y="3"/>
                      <a:pt x="7" y="3"/>
                    </a:cubicBezTo>
                    <a:cubicBezTo>
                      <a:pt x="5" y="5"/>
                      <a:pt x="7" y="6"/>
                      <a:pt x="9" y="7"/>
                    </a:cubicBezTo>
                    <a:cubicBezTo>
                      <a:pt x="9" y="7"/>
                      <a:pt x="9" y="5"/>
                      <a:pt x="10" y="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0" name="Freeform 766">
                <a:extLst>
                  <a:ext uri="{FF2B5EF4-FFF2-40B4-BE49-F238E27FC236}">
                    <a16:creationId xmlns:a16="http://schemas.microsoft.com/office/drawing/2014/main" id="{659E9203-A87E-679F-3EBA-D4ED70A7C290}"/>
                  </a:ext>
                </a:extLst>
              </p:cNvPr>
              <p:cNvSpPr>
                <a:spLocks/>
              </p:cNvSpPr>
              <p:nvPr/>
            </p:nvSpPr>
            <p:spPr bwMode="auto">
              <a:xfrm>
                <a:off x="10919937" y="8389590"/>
                <a:ext cx="140127" cy="38227"/>
              </a:xfrm>
              <a:custGeom>
                <a:avLst/>
                <a:gdLst>
                  <a:gd name="T0" fmla="*/ 4 w 15"/>
                  <a:gd name="T1" fmla="*/ 4 h 4"/>
                  <a:gd name="T2" fmla="*/ 9 w 15"/>
                  <a:gd name="T3" fmla="*/ 3 h 4"/>
                  <a:gd name="T4" fmla="*/ 15 w 15"/>
                  <a:gd name="T5" fmla="*/ 2 h 4"/>
                  <a:gd name="T6" fmla="*/ 8 w 15"/>
                  <a:gd name="T7" fmla="*/ 1 h 4"/>
                  <a:gd name="T8" fmla="*/ 0 w 15"/>
                  <a:gd name="T9" fmla="*/ 4 h 4"/>
                  <a:gd name="T10" fmla="*/ 4 w 15"/>
                  <a:gd name="T11" fmla="*/ 4 h 4"/>
                  <a:gd name="T12" fmla="*/ 4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4" y="4"/>
                    </a:moveTo>
                    <a:cubicBezTo>
                      <a:pt x="6" y="3"/>
                      <a:pt x="7" y="2"/>
                      <a:pt x="9" y="3"/>
                    </a:cubicBezTo>
                    <a:cubicBezTo>
                      <a:pt x="10" y="3"/>
                      <a:pt x="14" y="4"/>
                      <a:pt x="15" y="2"/>
                    </a:cubicBezTo>
                    <a:cubicBezTo>
                      <a:pt x="15" y="3"/>
                      <a:pt x="9" y="0"/>
                      <a:pt x="8" y="1"/>
                    </a:cubicBezTo>
                    <a:cubicBezTo>
                      <a:pt x="5" y="2"/>
                      <a:pt x="1" y="0"/>
                      <a:pt x="0" y="4"/>
                    </a:cubicBezTo>
                    <a:cubicBezTo>
                      <a:pt x="2" y="4"/>
                      <a:pt x="3" y="4"/>
                      <a:pt x="4" y="4"/>
                    </a:cubicBezTo>
                    <a:cubicBezTo>
                      <a:pt x="5" y="4"/>
                      <a:pt x="4" y="4"/>
                      <a:pt x="4"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1" name="Freeform 767">
                <a:extLst>
                  <a:ext uri="{FF2B5EF4-FFF2-40B4-BE49-F238E27FC236}">
                    <a16:creationId xmlns:a16="http://schemas.microsoft.com/office/drawing/2014/main" id="{F197ECA6-00F6-9590-752D-4D7758AD19E8}"/>
                  </a:ext>
                </a:extLst>
              </p:cNvPr>
              <p:cNvSpPr>
                <a:spLocks/>
              </p:cNvSpPr>
              <p:nvPr/>
            </p:nvSpPr>
            <p:spPr bwMode="auto">
              <a:xfrm>
                <a:off x="10900829" y="7733369"/>
                <a:ext cx="560509" cy="637107"/>
              </a:xfrm>
              <a:custGeom>
                <a:avLst/>
                <a:gdLst>
                  <a:gd name="T0" fmla="*/ 5 w 60"/>
                  <a:gd name="T1" fmla="*/ 57 h 68"/>
                  <a:gd name="T2" fmla="*/ 15 w 60"/>
                  <a:gd name="T3" fmla="*/ 57 h 68"/>
                  <a:gd name="T4" fmla="*/ 18 w 60"/>
                  <a:gd name="T5" fmla="*/ 59 h 68"/>
                  <a:gd name="T6" fmla="*/ 21 w 60"/>
                  <a:gd name="T7" fmla="*/ 63 h 68"/>
                  <a:gd name="T8" fmla="*/ 27 w 60"/>
                  <a:gd name="T9" fmla="*/ 64 h 68"/>
                  <a:gd name="T10" fmla="*/ 32 w 60"/>
                  <a:gd name="T11" fmla="*/ 64 h 68"/>
                  <a:gd name="T12" fmla="*/ 35 w 60"/>
                  <a:gd name="T13" fmla="*/ 62 h 68"/>
                  <a:gd name="T14" fmla="*/ 39 w 60"/>
                  <a:gd name="T15" fmla="*/ 62 h 68"/>
                  <a:gd name="T16" fmla="*/ 44 w 60"/>
                  <a:gd name="T17" fmla="*/ 61 h 68"/>
                  <a:gd name="T18" fmla="*/ 53 w 60"/>
                  <a:gd name="T19" fmla="*/ 61 h 68"/>
                  <a:gd name="T20" fmla="*/ 58 w 60"/>
                  <a:gd name="T21" fmla="*/ 61 h 68"/>
                  <a:gd name="T22" fmla="*/ 58 w 60"/>
                  <a:gd name="T23" fmla="*/ 54 h 68"/>
                  <a:gd name="T24" fmla="*/ 56 w 60"/>
                  <a:gd name="T25" fmla="*/ 38 h 68"/>
                  <a:gd name="T26" fmla="*/ 52 w 60"/>
                  <a:gd name="T27" fmla="*/ 12 h 68"/>
                  <a:gd name="T28" fmla="*/ 60 w 60"/>
                  <a:gd name="T29" fmla="*/ 12 h 68"/>
                  <a:gd name="T30" fmla="*/ 43 w 60"/>
                  <a:gd name="T31" fmla="*/ 0 h 68"/>
                  <a:gd name="T32" fmla="*/ 42 w 60"/>
                  <a:gd name="T33" fmla="*/ 7 h 68"/>
                  <a:gd name="T34" fmla="*/ 37 w 60"/>
                  <a:gd name="T35" fmla="*/ 7 h 68"/>
                  <a:gd name="T36" fmla="*/ 29 w 60"/>
                  <a:gd name="T37" fmla="*/ 7 h 68"/>
                  <a:gd name="T38" fmla="*/ 26 w 60"/>
                  <a:gd name="T39" fmla="*/ 7 h 68"/>
                  <a:gd name="T40" fmla="*/ 26 w 60"/>
                  <a:gd name="T41" fmla="*/ 12 h 68"/>
                  <a:gd name="T42" fmla="*/ 26 w 60"/>
                  <a:gd name="T43" fmla="*/ 19 h 68"/>
                  <a:gd name="T44" fmla="*/ 20 w 60"/>
                  <a:gd name="T45" fmla="*/ 25 h 68"/>
                  <a:gd name="T46" fmla="*/ 20 w 60"/>
                  <a:gd name="T47" fmla="*/ 32 h 68"/>
                  <a:gd name="T48" fmla="*/ 16 w 60"/>
                  <a:gd name="T49" fmla="*/ 32 h 68"/>
                  <a:gd name="T50" fmla="*/ 3 w 60"/>
                  <a:gd name="T51" fmla="*/ 32 h 68"/>
                  <a:gd name="T52" fmla="*/ 1 w 60"/>
                  <a:gd name="T53" fmla="*/ 33 h 68"/>
                  <a:gd name="T54" fmla="*/ 4 w 60"/>
                  <a:gd name="T55" fmla="*/ 36 h 68"/>
                  <a:gd name="T56" fmla="*/ 3 w 60"/>
                  <a:gd name="T57" fmla="*/ 41 h 68"/>
                  <a:gd name="T58" fmla="*/ 6 w 60"/>
                  <a:gd name="T59" fmla="*/ 48 h 68"/>
                  <a:gd name="T60" fmla="*/ 3 w 60"/>
                  <a:gd name="T61" fmla="*/ 58 h 68"/>
                  <a:gd name="T62" fmla="*/ 5 w 60"/>
                  <a:gd name="T63" fmla="*/ 5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0" h="68">
                    <a:moveTo>
                      <a:pt x="5" y="57"/>
                    </a:moveTo>
                    <a:cubicBezTo>
                      <a:pt x="7" y="57"/>
                      <a:pt x="13" y="55"/>
                      <a:pt x="15" y="57"/>
                    </a:cubicBezTo>
                    <a:cubicBezTo>
                      <a:pt x="16" y="58"/>
                      <a:pt x="17" y="58"/>
                      <a:pt x="18" y="59"/>
                    </a:cubicBezTo>
                    <a:cubicBezTo>
                      <a:pt x="19" y="61"/>
                      <a:pt x="20" y="62"/>
                      <a:pt x="21" y="63"/>
                    </a:cubicBezTo>
                    <a:cubicBezTo>
                      <a:pt x="22" y="64"/>
                      <a:pt x="26" y="68"/>
                      <a:pt x="27" y="64"/>
                    </a:cubicBezTo>
                    <a:cubicBezTo>
                      <a:pt x="28" y="58"/>
                      <a:pt x="30" y="65"/>
                      <a:pt x="32" y="64"/>
                    </a:cubicBezTo>
                    <a:cubicBezTo>
                      <a:pt x="33" y="62"/>
                      <a:pt x="33" y="62"/>
                      <a:pt x="35" y="62"/>
                    </a:cubicBezTo>
                    <a:cubicBezTo>
                      <a:pt x="37" y="62"/>
                      <a:pt x="38" y="62"/>
                      <a:pt x="39" y="62"/>
                    </a:cubicBezTo>
                    <a:cubicBezTo>
                      <a:pt x="41" y="61"/>
                      <a:pt x="43" y="61"/>
                      <a:pt x="44" y="61"/>
                    </a:cubicBezTo>
                    <a:cubicBezTo>
                      <a:pt x="47" y="61"/>
                      <a:pt x="50" y="61"/>
                      <a:pt x="53" y="61"/>
                    </a:cubicBezTo>
                    <a:cubicBezTo>
                      <a:pt x="54" y="61"/>
                      <a:pt x="57" y="62"/>
                      <a:pt x="58" y="61"/>
                    </a:cubicBezTo>
                    <a:cubicBezTo>
                      <a:pt x="59" y="61"/>
                      <a:pt x="58" y="55"/>
                      <a:pt x="58" y="54"/>
                    </a:cubicBezTo>
                    <a:cubicBezTo>
                      <a:pt x="57" y="48"/>
                      <a:pt x="56" y="43"/>
                      <a:pt x="56" y="38"/>
                    </a:cubicBezTo>
                    <a:cubicBezTo>
                      <a:pt x="55" y="29"/>
                      <a:pt x="53" y="21"/>
                      <a:pt x="52" y="12"/>
                    </a:cubicBezTo>
                    <a:cubicBezTo>
                      <a:pt x="55" y="12"/>
                      <a:pt x="58" y="12"/>
                      <a:pt x="60" y="12"/>
                    </a:cubicBezTo>
                    <a:cubicBezTo>
                      <a:pt x="54" y="8"/>
                      <a:pt x="48" y="4"/>
                      <a:pt x="43" y="0"/>
                    </a:cubicBezTo>
                    <a:cubicBezTo>
                      <a:pt x="43" y="1"/>
                      <a:pt x="43" y="7"/>
                      <a:pt x="42" y="7"/>
                    </a:cubicBezTo>
                    <a:cubicBezTo>
                      <a:pt x="41" y="7"/>
                      <a:pt x="39" y="7"/>
                      <a:pt x="37" y="7"/>
                    </a:cubicBezTo>
                    <a:cubicBezTo>
                      <a:pt x="35" y="7"/>
                      <a:pt x="32" y="7"/>
                      <a:pt x="29" y="7"/>
                    </a:cubicBezTo>
                    <a:cubicBezTo>
                      <a:pt x="29" y="7"/>
                      <a:pt x="26" y="7"/>
                      <a:pt x="26" y="7"/>
                    </a:cubicBezTo>
                    <a:cubicBezTo>
                      <a:pt x="25" y="8"/>
                      <a:pt x="26" y="11"/>
                      <a:pt x="26" y="12"/>
                    </a:cubicBezTo>
                    <a:cubicBezTo>
                      <a:pt x="26" y="14"/>
                      <a:pt x="26" y="17"/>
                      <a:pt x="26" y="19"/>
                    </a:cubicBezTo>
                    <a:cubicBezTo>
                      <a:pt x="26" y="22"/>
                      <a:pt x="20" y="21"/>
                      <a:pt x="20" y="25"/>
                    </a:cubicBezTo>
                    <a:cubicBezTo>
                      <a:pt x="20" y="26"/>
                      <a:pt x="21" y="31"/>
                      <a:pt x="20" y="32"/>
                    </a:cubicBezTo>
                    <a:cubicBezTo>
                      <a:pt x="20" y="32"/>
                      <a:pt x="17" y="32"/>
                      <a:pt x="16" y="32"/>
                    </a:cubicBezTo>
                    <a:cubicBezTo>
                      <a:pt x="12" y="32"/>
                      <a:pt x="7" y="32"/>
                      <a:pt x="3" y="32"/>
                    </a:cubicBezTo>
                    <a:cubicBezTo>
                      <a:pt x="2" y="32"/>
                      <a:pt x="0" y="31"/>
                      <a:pt x="1" y="33"/>
                    </a:cubicBezTo>
                    <a:cubicBezTo>
                      <a:pt x="2" y="34"/>
                      <a:pt x="3" y="35"/>
                      <a:pt x="4" y="36"/>
                    </a:cubicBezTo>
                    <a:cubicBezTo>
                      <a:pt x="5" y="38"/>
                      <a:pt x="4" y="40"/>
                      <a:pt x="3" y="41"/>
                    </a:cubicBezTo>
                    <a:cubicBezTo>
                      <a:pt x="3" y="44"/>
                      <a:pt x="6" y="45"/>
                      <a:pt x="6" y="48"/>
                    </a:cubicBezTo>
                    <a:cubicBezTo>
                      <a:pt x="7" y="51"/>
                      <a:pt x="4" y="55"/>
                      <a:pt x="3" y="58"/>
                    </a:cubicBezTo>
                    <a:cubicBezTo>
                      <a:pt x="4" y="58"/>
                      <a:pt x="4" y="57"/>
                      <a:pt x="5" y="5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2" name="Freeform 768">
                <a:extLst>
                  <a:ext uri="{FF2B5EF4-FFF2-40B4-BE49-F238E27FC236}">
                    <a16:creationId xmlns:a16="http://schemas.microsoft.com/office/drawing/2014/main" id="{09BED8E3-3069-C31D-C860-6BD36B7ADA0A}"/>
                  </a:ext>
                </a:extLst>
              </p:cNvPr>
              <p:cNvSpPr>
                <a:spLocks/>
              </p:cNvSpPr>
              <p:nvPr/>
            </p:nvSpPr>
            <p:spPr bwMode="auto">
              <a:xfrm>
                <a:off x="10900829" y="8258982"/>
                <a:ext cx="270700" cy="213435"/>
              </a:xfrm>
              <a:custGeom>
                <a:avLst/>
                <a:gdLst>
                  <a:gd name="T0" fmla="*/ 8 w 29"/>
                  <a:gd name="T1" fmla="*/ 22 h 23"/>
                  <a:gd name="T2" fmla="*/ 10 w 29"/>
                  <a:gd name="T3" fmla="*/ 21 h 23"/>
                  <a:gd name="T4" fmla="*/ 15 w 29"/>
                  <a:gd name="T5" fmla="*/ 21 h 23"/>
                  <a:gd name="T6" fmla="*/ 23 w 29"/>
                  <a:gd name="T7" fmla="*/ 21 h 23"/>
                  <a:gd name="T8" fmla="*/ 27 w 29"/>
                  <a:gd name="T9" fmla="*/ 22 h 23"/>
                  <a:gd name="T10" fmla="*/ 29 w 29"/>
                  <a:gd name="T11" fmla="*/ 19 h 23"/>
                  <a:gd name="T12" fmla="*/ 25 w 29"/>
                  <a:gd name="T13" fmla="*/ 14 h 23"/>
                  <a:gd name="T14" fmla="*/ 25 w 29"/>
                  <a:gd name="T15" fmla="*/ 10 h 23"/>
                  <a:gd name="T16" fmla="*/ 19 w 29"/>
                  <a:gd name="T17" fmla="*/ 4 h 23"/>
                  <a:gd name="T18" fmla="*/ 9 w 29"/>
                  <a:gd name="T19" fmla="*/ 1 h 23"/>
                  <a:gd name="T20" fmla="*/ 5 w 29"/>
                  <a:gd name="T21" fmla="*/ 1 h 23"/>
                  <a:gd name="T22" fmla="*/ 2 w 29"/>
                  <a:gd name="T23" fmla="*/ 6 h 23"/>
                  <a:gd name="T24" fmla="*/ 1 w 29"/>
                  <a:gd name="T25" fmla="*/ 10 h 23"/>
                  <a:gd name="T26" fmla="*/ 2 w 29"/>
                  <a:gd name="T27" fmla="*/ 12 h 23"/>
                  <a:gd name="T28" fmla="*/ 2 w 29"/>
                  <a:gd name="T29" fmla="*/ 14 h 23"/>
                  <a:gd name="T30" fmla="*/ 4 w 29"/>
                  <a:gd name="T31" fmla="*/ 15 h 23"/>
                  <a:gd name="T32" fmla="*/ 9 w 29"/>
                  <a:gd name="T33" fmla="*/ 15 h 23"/>
                  <a:gd name="T34" fmla="*/ 10 w 29"/>
                  <a:gd name="T35" fmla="*/ 14 h 23"/>
                  <a:gd name="T36" fmla="*/ 17 w 29"/>
                  <a:gd name="T37" fmla="*/ 16 h 23"/>
                  <a:gd name="T38" fmla="*/ 11 w 29"/>
                  <a:gd name="T39" fmla="*/ 17 h 23"/>
                  <a:gd name="T40" fmla="*/ 6 w 29"/>
                  <a:gd name="T41" fmla="*/ 18 h 23"/>
                  <a:gd name="T42" fmla="*/ 3 w 29"/>
                  <a:gd name="T43" fmla="*/ 21 h 23"/>
                  <a:gd name="T44" fmla="*/ 5 w 29"/>
                  <a:gd name="T45" fmla="*/ 21 h 23"/>
                  <a:gd name="T46" fmla="*/ 8 w 29"/>
                  <a:gd name="T4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3">
                    <a:moveTo>
                      <a:pt x="8" y="22"/>
                    </a:moveTo>
                    <a:cubicBezTo>
                      <a:pt x="9" y="22"/>
                      <a:pt x="9" y="21"/>
                      <a:pt x="10" y="21"/>
                    </a:cubicBezTo>
                    <a:cubicBezTo>
                      <a:pt x="12" y="21"/>
                      <a:pt x="13" y="21"/>
                      <a:pt x="15" y="21"/>
                    </a:cubicBezTo>
                    <a:cubicBezTo>
                      <a:pt x="17" y="21"/>
                      <a:pt x="20" y="20"/>
                      <a:pt x="23" y="21"/>
                    </a:cubicBezTo>
                    <a:cubicBezTo>
                      <a:pt x="24" y="22"/>
                      <a:pt x="25" y="23"/>
                      <a:pt x="27" y="22"/>
                    </a:cubicBezTo>
                    <a:cubicBezTo>
                      <a:pt x="29" y="22"/>
                      <a:pt x="29" y="21"/>
                      <a:pt x="29" y="19"/>
                    </a:cubicBezTo>
                    <a:cubicBezTo>
                      <a:pt x="29" y="17"/>
                      <a:pt x="25" y="16"/>
                      <a:pt x="25" y="14"/>
                    </a:cubicBezTo>
                    <a:cubicBezTo>
                      <a:pt x="25" y="14"/>
                      <a:pt x="25" y="10"/>
                      <a:pt x="25" y="10"/>
                    </a:cubicBezTo>
                    <a:cubicBezTo>
                      <a:pt x="24" y="10"/>
                      <a:pt x="20" y="5"/>
                      <a:pt x="19" y="4"/>
                    </a:cubicBezTo>
                    <a:cubicBezTo>
                      <a:pt x="16" y="1"/>
                      <a:pt x="13" y="0"/>
                      <a:pt x="9" y="1"/>
                    </a:cubicBezTo>
                    <a:cubicBezTo>
                      <a:pt x="8" y="1"/>
                      <a:pt x="5" y="0"/>
                      <a:pt x="5" y="1"/>
                    </a:cubicBezTo>
                    <a:cubicBezTo>
                      <a:pt x="4" y="2"/>
                      <a:pt x="2" y="4"/>
                      <a:pt x="2" y="6"/>
                    </a:cubicBezTo>
                    <a:cubicBezTo>
                      <a:pt x="3" y="8"/>
                      <a:pt x="3" y="9"/>
                      <a:pt x="1" y="10"/>
                    </a:cubicBezTo>
                    <a:cubicBezTo>
                      <a:pt x="0" y="10"/>
                      <a:pt x="3" y="12"/>
                      <a:pt x="2" y="12"/>
                    </a:cubicBezTo>
                    <a:cubicBezTo>
                      <a:pt x="4" y="13"/>
                      <a:pt x="2" y="13"/>
                      <a:pt x="2" y="14"/>
                    </a:cubicBezTo>
                    <a:cubicBezTo>
                      <a:pt x="2" y="14"/>
                      <a:pt x="3" y="15"/>
                      <a:pt x="4" y="15"/>
                    </a:cubicBezTo>
                    <a:cubicBezTo>
                      <a:pt x="4" y="16"/>
                      <a:pt x="8" y="15"/>
                      <a:pt x="9" y="15"/>
                    </a:cubicBezTo>
                    <a:cubicBezTo>
                      <a:pt x="10" y="15"/>
                      <a:pt x="10" y="14"/>
                      <a:pt x="10" y="14"/>
                    </a:cubicBezTo>
                    <a:cubicBezTo>
                      <a:pt x="11" y="14"/>
                      <a:pt x="17" y="17"/>
                      <a:pt x="17" y="16"/>
                    </a:cubicBezTo>
                    <a:cubicBezTo>
                      <a:pt x="16" y="18"/>
                      <a:pt x="12" y="17"/>
                      <a:pt x="11" y="17"/>
                    </a:cubicBezTo>
                    <a:cubicBezTo>
                      <a:pt x="9" y="16"/>
                      <a:pt x="8" y="18"/>
                      <a:pt x="6" y="18"/>
                    </a:cubicBezTo>
                    <a:cubicBezTo>
                      <a:pt x="3" y="18"/>
                      <a:pt x="1" y="18"/>
                      <a:pt x="3" y="21"/>
                    </a:cubicBezTo>
                    <a:cubicBezTo>
                      <a:pt x="3" y="22"/>
                      <a:pt x="4" y="21"/>
                      <a:pt x="5" y="21"/>
                    </a:cubicBezTo>
                    <a:cubicBezTo>
                      <a:pt x="6" y="21"/>
                      <a:pt x="7" y="22"/>
                      <a:pt x="8" y="2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3" name="Freeform 769">
                <a:extLst>
                  <a:ext uri="{FF2B5EF4-FFF2-40B4-BE49-F238E27FC236}">
                    <a16:creationId xmlns:a16="http://schemas.microsoft.com/office/drawing/2014/main" id="{3A52D37A-B135-EE52-6EC8-3E6C0DAABC05}"/>
                  </a:ext>
                </a:extLst>
              </p:cNvPr>
              <p:cNvSpPr>
                <a:spLocks/>
              </p:cNvSpPr>
              <p:nvPr/>
            </p:nvSpPr>
            <p:spPr bwMode="auto">
              <a:xfrm>
                <a:off x="11136499" y="7838490"/>
                <a:ext cx="783439" cy="729492"/>
              </a:xfrm>
              <a:custGeom>
                <a:avLst/>
                <a:gdLst>
                  <a:gd name="T0" fmla="*/ 27 w 84"/>
                  <a:gd name="T1" fmla="*/ 1 h 78"/>
                  <a:gd name="T2" fmla="*/ 33 w 84"/>
                  <a:gd name="T3" fmla="*/ 45 h 78"/>
                  <a:gd name="T4" fmla="*/ 32 w 84"/>
                  <a:gd name="T5" fmla="*/ 50 h 78"/>
                  <a:gd name="T6" fmla="*/ 19 w 84"/>
                  <a:gd name="T7" fmla="*/ 50 h 78"/>
                  <a:gd name="T8" fmla="*/ 15 w 84"/>
                  <a:gd name="T9" fmla="*/ 50 h 78"/>
                  <a:gd name="T10" fmla="*/ 12 w 84"/>
                  <a:gd name="T11" fmla="*/ 51 h 78"/>
                  <a:gd name="T12" fmla="*/ 8 w 84"/>
                  <a:gd name="T13" fmla="*/ 51 h 78"/>
                  <a:gd name="T14" fmla="*/ 6 w 84"/>
                  <a:gd name="T15" fmla="*/ 52 h 78"/>
                  <a:gd name="T16" fmla="*/ 3 w 84"/>
                  <a:gd name="T17" fmla="*/ 50 h 78"/>
                  <a:gd name="T18" fmla="*/ 0 w 84"/>
                  <a:gd name="T19" fmla="*/ 55 h 78"/>
                  <a:gd name="T20" fmla="*/ 0 w 84"/>
                  <a:gd name="T21" fmla="*/ 59 h 78"/>
                  <a:gd name="T22" fmla="*/ 3 w 84"/>
                  <a:gd name="T23" fmla="*/ 63 h 78"/>
                  <a:gd name="T24" fmla="*/ 4 w 84"/>
                  <a:gd name="T25" fmla="*/ 67 h 78"/>
                  <a:gd name="T26" fmla="*/ 7 w 84"/>
                  <a:gd name="T27" fmla="*/ 68 h 78"/>
                  <a:gd name="T28" fmla="*/ 11 w 84"/>
                  <a:gd name="T29" fmla="*/ 68 h 78"/>
                  <a:gd name="T30" fmla="*/ 15 w 84"/>
                  <a:gd name="T31" fmla="*/ 66 h 78"/>
                  <a:gd name="T32" fmla="*/ 20 w 84"/>
                  <a:gd name="T33" fmla="*/ 75 h 78"/>
                  <a:gd name="T34" fmla="*/ 20 w 84"/>
                  <a:gd name="T35" fmla="*/ 77 h 78"/>
                  <a:gd name="T36" fmla="*/ 23 w 84"/>
                  <a:gd name="T37" fmla="*/ 77 h 78"/>
                  <a:gd name="T38" fmla="*/ 27 w 84"/>
                  <a:gd name="T39" fmla="*/ 77 h 78"/>
                  <a:gd name="T40" fmla="*/ 30 w 84"/>
                  <a:gd name="T41" fmla="*/ 77 h 78"/>
                  <a:gd name="T42" fmla="*/ 35 w 84"/>
                  <a:gd name="T43" fmla="*/ 71 h 78"/>
                  <a:gd name="T44" fmla="*/ 35 w 84"/>
                  <a:gd name="T45" fmla="*/ 69 h 78"/>
                  <a:gd name="T46" fmla="*/ 39 w 84"/>
                  <a:gd name="T47" fmla="*/ 67 h 78"/>
                  <a:gd name="T48" fmla="*/ 40 w 84"/>
                  <a:gd name="T49" fmla="*/ 63 h 78"/>
                  <a:gd name="T50" fmla="*/ 42 w 84"/>
                  <a:gd name="T51" fmla="*/ 62 h 78"/>
                  <a:gd name="T52" fmla="*/ 49 w 84"/>
                  <a:gd name="T53" fmla="*/ 57 h 78"/>
                  <a:gd name="T54" fmla="*/ 51 w 84"/>
                  <a:gd name="T55" fmla="*/ 57 h 78"/>
                  <a:gd name="T56" fmla="*/ 52 w 84"/>
                  <a:gd name="T57" fmla="*/ 56 h 78"/>
                  <a:gd name="T58" fmla="*/ 55 w 84"/>
                  <a:gd name="T59" fmla="*/ 54 h 78"/>
                  <a:gd name="T60" fmla="*/ 65 w 84"/>
                  <a:gd name="T61" fmla="*/ 53 h 78"/>
                  <a:gd name="T62" fmla="*/ 70 w 84"/>
                  <a:gd name="T63" fmla="*/ 52 h 78"/>
                  <a:gd name="T64" fmla="*/ 78 w 84"/>
                  <a:gd name="T65" fmla="*/ 51 h 78"/>
                  <a:gd name="T66" fmla="*/ 82 w 84"/>
                  <a:gd name="T67" fmla="*/ 31 h 78"/>
                  <a:gd name="T68" fmla="*/ 77 w 84"/>
                  <a:gd name="T69" fmla="*/ 32 h 78"/>
                  <a:gd name="T70" fmla="*/ 77 w 84"/>
                  <a:gd name="T71" fmla="*/ 28 h 78"/>
                  <a:gd name="T72" fmla="*/ 70 w 84"/>
                  <a:gd name="T73" fmla="*/ 26 h 78"/>
                  <a:gd name="T74" fmla="*/ 66 w 84"/>
                  <a:gd name="T75" fmla="*/ 22 h 78"/>
                  <a:gd name="T76" fmla="*/ 63 w 84"/>
                  <a:gd name="T77" fmla="*/ 20 h 78"/>
                  <a:gd name="T78" fmla="*/ 56 w 84"/>
                  <a:gd name="T79" fmla="*/ 14 h 78"/>
                  <a:gd name="T80" fmla="*/ 39 w 84"/>
                  <a:gd name="T81" fmla="*/ 3 h 78"/>
                  <a:gd name="T82" fmla="*/ 35 w 84"/>
                  <a:gd name="T83" fmla="*/ 1 h 78"/>
                  <a:gd name="T84" fmla="*/ 27 w 84"/>
                  <a:gd name="T85" fmla="*/ 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4" h="78">
                    <a:moveTo>
                      <a:pt x="27" y="1"/>
                    </a:moveTo>
                    <a:cubicBezTo>
                      <a:pt x="29" y="16"/>
                      <a:pt x="31" y="31"/>
                      <a:pt x="33" y="45"/>
                    </a:cubicBezTo>
                    <a:cubicBezTo>
                      <a:pt x="33" y="47"/>
                      <a:pt x="35" y="50"/>
                      <a:pt x="32" y="50"/>
                    </a:cubicBezTo>
                    <a:cubicBezTo>
                      <a:pt x="28" y="50"/>
                      <a:pt x="23" y="50"/>
                      <a:pt x="19" y="50"/>
                    </a:cubicBezTo>
                    <a:cubicBezTo>
                      <a:pt x="17" y="50"/>
                      <a:pt x="16" y="50"/>
                      <a:pt x="15" y="50"/>
                    </a:cubicBezTo>
                    <a:cubicBezTo>
                      <a:pt x="14" y="50"/>
                      <a:pt x="13" y="51"/>
                      <a:pt x="12" y="51"/>
                    </a:cubicBezTo>
                    <a:cubicBezTo>
                      <a:pt x="11" y="52"/>
                      <a:pt x="10" y="51"/>
                      <a:pt x="8" y="51"/>
                    </a:cubicBezTo>
                    <a:cubicBezTo>
                      <a:pt x="7" y="51"/>
                      <a:pt x="7" y="53"/>
                      <a:pt x="6" y="52"/>
                    </a:cubicBezTo>
                    <a:cubicBezTo>
                      <a:pt x="5" y="52"/>
                      <a:pt x="4" y="50"/>
                      <a:pt x="3" y="50"/>
                    </a:cubicBezTo>
                    <a:cubicBezTo>
                      <a:pt x="2" y="50"/>
                      <a:pt x="2" y="56"/>
                      <a:pt x="0" y="55"/>
                    </a:cubicBezTo>
                    <a:cubicBezTo>
                      <a:pt x="0" y="56"/>
                      <a:pt x="0" y="58"/>
                      <a:pt x="0" y="59"/>
                    </a:cubicBezTo>
                    <a:cubicBezTo>
                      <a:pt x="0" y="61"/>
                      <a:pt x="2" y="61"/>
                      <a:pt x="3" y="63"/>
                    </a:cubicBezTo>
                    <a:cubicBezTo>
                      <a:pt x="4" y="64"/>
                      <a:pt x="3" y="66"/>
                      <a:pt x="4" y="67"/>
                    </a:cubicBezTo>
                    <a:cubicBezTo>
                      <a:pt x="5" y="69"/>
                      <a:pt x="6" y="67"/>
                      <a:pt x="7" y="68"/>
                    </a:cubicBezTo>
                    <a:cubicBezTo>
                      <a:pt x="7" y="69"/>
                      <a:pt x="10" y="68"/>
                      <a:pt x="11" y="68"/>
                    </a:cubicBezTo>
                    <a:cubicBezTo>
                      <a:pt x="12" y="68"/>
                      <a:pt x="14" y="66"/>
                      <a:pt x="15" y="66"/>
                    </a:cubicBezTo>
                    <a:cubicBezTo>
                      <a:pt x="17" y="68"/>
                      <a:pt x="18" y="73"/>
                      <a:pt x="20" y="75"/>
                    </a:cubicBezTo>
                    <a:cubicBezTo>
                      <a:pt x="20" y="75"/>
                      <a:pt x="19" y="77"/>
                      <a:pt x="20" y="77"/>
                    </a:cubicBezTo>
                    <a:cubicBezTo>
                      <a:pt x="21" y="78"/>
                      <a:pt x="22" y="76"/>
                      <a:pt x="23" y="77"/>
                    </a:cubicBezTo>
                    <a:cubicBezTo>
                      <a:pt x="24" y="78"/>
                      <a:pt x="26" y="78"/>
                      <a:pt x="27" y="77"/>
                    </a:cubicBezTo>
                    <a:cubicBezTo>
                      <a:pt x="29" y="75"/>
                      <a:pt x="29" y="77"/>
                      <a:pt x="30" y="77"/>
                    </a:cubicBezTo>
                    <a:cubicBezTo>
                      <a:pt x="33" y="77"/>
                      <a:pt x="35" y="73"/>
                      <a:pt x="35" y="71"/>
                    </a:cubicBezTo>
                    <a:cubicBezTo>
                      <a:pt x="35" y="70"/>
                      <a:pt x="33" y="70"/>
                      <a:pt x="35" y="69"/>
                    </a:cubicBezTo>
                    <a:cubicBezTo>
                      <a:pt x="36" y="68"/>
                      <a:pt x="38" y="69"/>
                      <a:pt x="39" y="67"/>
                    </a:cubicBezTo>
                    <a:cubicBezTo>
                      <a:pt x="39" y="66"/>
                      <a:pt x="40" y="64"/>
                      <a:pt x="40" y="63"/>
                    </a:cubicBezTo>
                    <a:cubicBezTo>
                      <a:pt x="41" y="61"/>
                      <a:pt x="41" y="60"/>
                      <a:pt x="42" y="62"/>
                    </a:cubicBezTo>
                    <a:cubicBezTo>
                      <a:pt x="45" y="64"/>
                      <a:pt x="47" y="56"/>
                      <a:pt x="49" y="57"/>
                    </a:cubicBezTo>
                    <a:cubicBezTo>
                      <a:pt x="50" y="57"/>
                      <a:pt x="50" y="57"/>
                      <a:pt x="51" y="57"/>
                    </a:cubicBezTo>
                    <a:cubicBezTo>
                      <a:pt x="51" y="57"/>
                      <a:pt x="52" y="56"/>
                      <a:pt x="52" y="56"/>
                    </a:cubicBezTo>
                    <a:cubicBezTo>
                      <a:pt x="53" y="55"/>
                      <a:pt x="54" y="55"/>
                      <a:pt x="55" y="54"/>
                    </a:cubicBezTo>
                    <a:cubicBezTo>
                      <a:pt x="58" y="51"/>
                      <a:pt x="61" y="54"/>
                      <a:pt x="65" y="53"/>
                    </a:cubicBezTo>
                    <a:cubicBezTo>
                      <a:pt x="67" y="53"/>
                      <a:pt x="68" y="52"/>
                      <a:pt x="70" y="52"/>
                    </a:cubicBezTo>
                    <a:cubicBezTo>
                      <a:pt x="73" y="52"/>
                      <a:pt x="76" y="52"/>
                      <a:pt x="78" y="51"/>
                    </a:cubicBezTo>
                    <a:cubicBezTo>
                      <a:pt x="84" y="49"/>
                      <a:pt x="82" y="36"/>
                      <a:pt x="82" y="31"/>
                    </a:cubicBezTo>
                    <a:cubicBezTo>
                      <a:pt x="81" y="32"/>
                      <a:pt x="78" y="34"/>
                      <a:pt x="77" y="32"/>
                    </a:cubicBezTo>
                    <a:cubicBezTo>
                      <a:pt x="76" y="31"/>
                      <a:pt x="78" y="29"/>
                      <a:pt x="77" y="28"/>
                    </a:cubicBezTo>
                    <a:cubicBezTo>
                      <a:pt x="76" y="26"/>
                      <a:pt x="72" y="27"/>
                      <a:pt x="70" y="26"/>
                    </a:cubicBezTo>
                    <a:cubicBezTo>
                      <a:pt x="68" y="26"/>
                      <a:pt x="67" y="23"/>
                      <a:pt x="66" y="22"/>
                    </a:cubicBezTo>
                    <a:cubicBezTo>
                      <a:pt x="66" y="21"/>
                      <a:pt x="65" y="20"/>
                      <a:pt x="63" y="20"/>
                    </a:cubicBezTo>
                    <a:cubicBezTo>
                      <a:pt x="61" y="18"/>
                      <a:pt x="58" y="16"/>
                      <a:pt x="56" y="14"/>
                    </a:cubicBezTo>
                    <a:cubicBezTo>
                      <a:pt x="50" y="11"/>
                      <a:pt x="44" y="7"/>
                      <a:pt x="39" y="3"/>
                    </a:cubicBezTo>
                    <a:cubicBezTo>
                      <a:pt x="38" y="3"/>
                      <a:pt x="36" y="1"/>
                      <a:pt x="35" y="1"/>
                    </a:cubicBezTo>
                    <a:cubicBezTo>
                      <a:pt x="33" y="0"/>
                      <a:pt x="30" y="1"/>
                      <a:pt x="27"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4" name="Freeform 770">
                <a:extLst>
                  <a:ext uri="{FF2B5EF4-FFF2-40B4-BE49-F238E27FC236}">
                    <a16:creationId xmlns:a16="http://schemas.microsoft.com/office/drawing/2014/main" id="{CE7D8D71-626B-7218-FDA0-1DDA9D2B4267}"/>
                  </a:ext>
                </a:extLst>
              </p:cNvPr>
              <p:cNvSpPr>
                <a:spLocks/>
              </p:cNvSpPr>
              <p:nvPr/>
            </p:nvSpPr>
            <p:spPr bwMode="auto">
              <a:xfrm>
                <a:off x="12814845" y="7500821"/>
                <a:ext cx="515923" cy="503317"/>
              </a:xfrm>
              <a:custGeom>
                <a:avLst/>
                <a:gdLst>
                  <a:gd name="T0" fmla="*/ 45 w 55"/>
                  <a:gd name="T1" fmla="*/ 54 h 54"/>
                  <a:gd name="T2" fmla="*/ 48 w 55"/>
                  <a:gd name="T3" fmla="*/ 51 h 54"/>
                  <a:gd name="T4" fmla="*/ 51 w 55"/>
                  <a:gd name="T5" fmla="*/ 48 h 54"/>
                  <a:gd name="T6" fmla="*/ 54 w 55"/>
                  <a:gd name="T7" fmla="*/ 44 h 54"/>
                  <a:gd name="T8" fmla="*/ 55 w 55"/>
                  <a:gd name="T9" fmla="*/ 42 h 54"/>
                  <a:gd name="T10" fmla="*/ 50 w 55"/>
                  <a:gd name="T11" fmla="*/ 36 h 54"/>
                  <a:gd name="T12" fmla="*/ 45 w 55"/>
                  <a:gd name="T13" fmla="*/ 25 h 54"/>
                  <a:gd name="T14" fmla="*/ 40 w 55"/>
                  <a:gd name="T15" fmla="*/ 16 h 54"/>
                  <a:gd name="T16" fmla="*/ 38 w 55"/>
                  <a:gd name="T17" fmla="*/ 8 h 54"/>
                  <a:gd name="T18" fmla="*/ 47 w 55"/>
                  <a:gd name="T19" fmla="*/ 22 h 54"/>
                  <a:gd name="T20" fmla="*/ 49 w 55"/>
                  <a:gd name="T21" fmla="*/ 19 h 54"/>
                  <a:gd name="T22" fmla="*/ 48 w 55"/>
                  <a:gd name="T23" fmla="*/ 14 h 54"/>
                  <a:gd name="T24" fmla="*/ 47 w 55"/>
                  <a:gd name="T25" fmla="*/ 2 h 54"/>
                  <a:gd name="T26" fmla="*/ 38 w 55"/>
                  <a:gd name="T27" fmla="*/ 2 h 54"/>
                  <a:gd name="T28" fmla="*/ 25 w 55"/>
                  <a:gd name="T29" fmla="*/ 3 h 54"/>
                  <a:gd name="T30" fmla="*/ 16 w 55"/>
                  <a:gd name="T31" fmla="*/ 3 h 54"/>
                  <a:gd name="T32" fmla="*/ 4 w 55"/>
                  <a:gd name="T33" fmla="*/ 1 h 54"/>
                  <a:gd name="T34" fmla="*/ 3 w 55"/>
                  <a:gd name="T35" fmla="*/ 0 h 54"/>
                  <a:gd name="T36" fmla="*/ 1 w 55"/>
                  <a:gd name="T37" fmla="*/ 3 h 54"/>
                  <a:gd name="T38" fmla="*/ 2 w 55"/>
                  <a:gd name="T39" fmla="*/ 7 h 54"/>
                  <a:gd name="T40" fmla="*/ 1 w 55"/>
                  <a:gd name="T41" fmla="*/ 11 h 54"/>
                  <a:gd name="T42" fmla="*/ 2 w 55"/>
                  <a:gd name="T43" fmla="*/ 13 h 54"/>
                  <a:gd name="T44" fmla="*/ 2 w 55"/>
                  <a:gd name="T45" fmla="*/ 25 h 54"/>
                  <a:gd name="T46" fmla="*/ 2 w 55"/>
                  <a:gd name="T47" fmla="*/ 52 h 54"/>
                  <a:gd name="T48" fmla="*/ 34 w 55"/>
                  <a:gd name="T49" fmla="*/ 52 h 54"/>
                  <a:gd name="T50" fmla="*/ 40 w 55"/>
                  <a:gd name="T51" fmla="*/ 52 h 54"/>
                  <a:gd name="T52" fmla="*/ 45 w 55"/>
                  <a:gd name="T5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4">
                    <a:moveTo>
                      <a:pt x="45" y="54"/>
                    </a:moveTo>
                    <a:cubicBezTo>
                      <a:pt x="46" y="54"/>
                      <a:pt x="46" y="51"/>
                      <a:pt x="48" y="51"/>
                    </a:cubicBezTo>
                    <a:cubicBezTo>
                      <a:pt x="51" y="51"/>
                      <a:pt x="49" y="49"/>
                      <a:pt x="51" y="48"/>
                    </a:cubicBezTo>
                    <a:cubicBezTo>
                      <a:pt x="54" y="47"/>
                      <a:pt x="54" y="47"/>
                      <a:pt x="54" y="44"/>
                    </a:cubicBezTo>
                    <a:cubicBezTo>
                      <a:pt x="53" y="42"/>
                      <a:pt x="53" y="42"/>
                      <a:pt x="55" y="42"/>
                    </a:cubicBezTo>
                    <a:cubicBezTo>
                      <a:pt x="54" y="42"/>
                      <a:pt x="51" y="37"/>
                      <a:pt x="50" y="36"/>
                    </a:cubicBezTo>
                    <a:cubicBezTo>
                      <a:pt x="49" y="32"/>
                      <a:pt x="47" y="28"/>
                      <a:pt x="45" y="25"/>
                    </a:cubicBezTo>
                    <a:cubicBezTo>
                      <a:pt x="43" y="22"/>
                      <a:pt x="42" y="18"/>
                      <a:pt x="40" y="16"/>
                    </a:cubicBezTo>
                    <a:cubicBezTo>
                      <a:pt x="39" y="15"/>
                      <a:pt x="37" y="9"/>
                      <a:pt x="38" y="8"/>
                    </a:cubicBezTo>
                    <a:cubicBezTo>
                      <a:pt x="38" y="8"/>
                      <a:pt x="46" y="22"/>
                      <a:pt x="47" y="22"/>
                    </a:cubicBezTo>
                    <a:cubicBezTo>
                      <a:pt x="48" y="22"/>
                      <a:pt x="49" y="19"/>
                      <a:pt x="49" y="19"/>
                    </a:cubicBezTo>
                    <a:cubicBezTo>
                      <a:pt x="49" y="17"/>
                      <a:pt x="49" y="15"/>
                      <a:pt x="48" y="14"/>
                    </a:cubicBezTo>
                    <a:cubicBezTo>
                      <a:pt x="48" y="10"/>
                      <a:pt x="47" y="6"/>
                      <a:pt x="47" y="2"/>
                    </a:cubicBezTo>
                    <a:cubicBezTo>
                      <a:pt x="45" y="4"/>
                      <a:pt x="40" y="4"/>
                      <a:pt x="38" y="2"/>
                    </a:cubicBezTo>
                    <a:cubicBezTo>
                      <a:pt x="34" y="0"/>
                      <a:pt x="29" y="1"/>
                      <a:pt x="25" y="3"/>
                    </a:cubicBezTo>
                    <a:cubicBezTo>
                      <a:pt x="22" y="5"/>
                      <a:pt x="19" y="4"/>
                      <a:pt x="16" y="3"/>
                    </a:cubicBezTo>
                    <a:cubicBezTo>
                      <a:pt x="12" y="2"/>
                      <a:pt x="8" y="2"/>
                      <a:pt x="4" y="1"/>
                    </a:cubicBezTo>
                    <a:cubicBezTo>
                      <a:pt x="4" y="1"/>
                      <a:pt x="3" y="0"/>
                      <a:pt x="3" y="0"/>
                    </a:cubicBezTo>
                    <a:cubicBezTo>
                      <a:pt x="2" y="1"/>
                      <a:pt x="2" y="2"/>
                      <a:pt x="1" y="3"/>
                    </a:cubicBezTo>
                    <a:cubicBezTo>
                      <a:pt x="0" y="4"/>
                      <a:pt x="3" y="5"/>
                      <a:pt x="2" y="7"/>
                    </a:cubicBezTo>
                    <a:cubicBezTo>
                      <a:pt x="1" y="8"/>
                      <a:pt x="1" y="9"/>
                      <a:pt x="1" y="11"/>
                    </a:cubicBezTo>
                    <a:cubicBezTo>
                      <a:pt x="2" y="11"/>
                      <a:pt x="2" y="12"/>
                      <a:pt x="2" y="13"/>
                    </a:cubicBezTo>
                    <a:cubicBezTo>
                      <a:pt x="2" y="17"/>
                      <a:pt x="2" y="21"/>
                      <a:pt x="2" y="25"/>
                    </a:cubicBezTo>
                    <a:cubicBezTo>
                      <a:pt x="2" y="28"/>
                      <a:pt x="2" y="52"/>
                      <a:pt x="2" y="52"/>
                    </a:cubicBezTo>
                    <a:cubicBezTo>
                      <a:pt x="13" y="52"/>
                      <a:pt x="23" y="52"/>
                      <a:pt x="34" y="52"/>
                    </a:cubicBezTo>
                    <a:cubicBezTo>
                      <a:pt x="36" y="52"/>
                      <a:pt x="38" y="52"/>
                      <a:pt x="40" y="52"/>
                    </a:cubicBezTo>
                    <a:cubicBezTo>
                      <a:pt x="42" y="52"/>
                      <a:pt x="43" y="54"/>
                      <a:pt x="45" y="5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5" name="Freeform 771">
                <a:extLst>
                  <a:ext uri="{FF2B5EF4-FFF2-40B4-BE49-F238E27FC236}">
                    <a16:creationId xmlns:a16="http://schemas.microsoft.com/office/drawing/2014/main" id="{44C6CA3C-4AF4-F030-4D2C-0048945F0A96}"/>
                  </a:ext>
                </a:extLst>
              </p:cNvPr>
              <p:cNvSpPr>
                <a:spLocks/>
              </p:cNvSpPr>
              <p:nvPr/>
            </p:nvSpPr>
            <p:spPr bwMode="auto">
              <a:xfrm>
                <a:off x="12050511" y="7210939"/>
                <a:ext cx="187902" cy="363153"/>
              </a:xfrm>
              <a:custGeom>
                <a:avLst/>
                <a:gdLst>
                  <a:gd name="T0" fmla="*/ 14 w 20"/>
                  <a:gd name="T1" fmla="*/ 34 h 39"/>
                  <a:gd name="T2" fmla="*/ 17 w 20"/>
                  <a:gd name="T3" fmla="*/ 30 h 39"/>
                  <a:gd name="T4" fmla="*/ 20 w 20"/>
                  <a:gd name="T5" fmla="*/ 27 h 39"/>
                  <a:gd name="T6" fmla="*/ 20 w 20"/>
                  <a:gd name="T7" fmla="*/ 24 h 39"/>
                  <a:gd name="T8" fmla="*/ 19 w 20"/>
                  <a:gd name="T9" fmla="*/ 23 h 39"/>
                  <a:gd name="T10" fmla="*/ 17 w 20"/>
                  <a:gd name="T11" fmla="*/ 20 h 39"/>
                  <a:gd name="T12" fmla="*/ 14 w 20"/>
                  <a:gd name="T13" fmla="*/ 20 h 39"/>
                  <a:gd name="T14" fmla="*/ 16 w 20"/>
                  <a:gd name="T15" fmla="*/ 16 h 39"/>
                  <a:gd name="T16" fmla="*/ 17 w 20"/>
                  <a:gd name="T17" fmla="*/ 10 h 39"/>
                  <a:gd name="T18" fmla="*/ 15 w 20"/>
                  <a:gd name="T19" fmla="*/ 6 h 39"/>
                  <a:gd name="T20" fmla="*/ 18 w 20"/>
                  <a:gd name="T21" fmla="*/ 4 h 39"/>
                  <a:gd name="T22" fmla="*/ 18 w 20"/>
                  <a:gd name="T23" fmla="*/ 1 h 39"/>
                  <a:gd name="T24" fmla="*/ 15 w 20"/>
                  <a:gd name="T25" fmla="*/ 3 h 39"/>
                  <a:gd name="T26" fmla="*/ 14 w 20"/>
                  <a:gd name="T27" fmla="*/ 2 h 39"/>
                  <a:gd name="T28" fmla="*/ 11 w 20"/>
                  <a:gd name="T29" fmla="*/ 0 h 39"/>
                  <a:gd name="T30" fmla="*/ 5 w 20"/>
                  <a:gd name="T31" fmla="*/ 4 h 39"/>
                  <a:gd name="T32" fmla="*/ 2 w 20"/>
                  <a:gd name="T33" fmla="*/ 17 h 39"/>
                  <a:gd name="T34" fmla="*/ 1 w 20"/>
                  <a:gd name="T35" fmla="*/ 21 h 39"/>
                  <a:gd name="T36" fmla="*/ 4 w 20"/>
                  <a:gd name="T37" fmla="*/ 26 h 39"/>
                  <a:gd name="T38" fmla="*/ 8 w 20"/>
                  <a:gd name="T39" fmla="*/ 30 h 39"/>
                  <a:gd name="T40" fmla="*/ 10 w 20"/>
                  <a:gd name="T41" fmla="*/ 39 h 39"/>
                  <a:gd name="T42" fmla="*/ 14 w 20"/>
                  <a:gd name="T43" fmla="*/ 34 h 39"/>
                  <a:gd name="T44" fmla="*/ 14 w 20"/>
                  <a:gd name="T45" fmla="*/ 3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39">
                    <a:moveTo>
                      <a:pt x="14" y="34"/>
                    </a:moveTo>
                    <a:cubicBezTo>
                      <a:pt x="12" y="32"/>
                      <a:pt x="16" y="30"/>
                      <a:pt x="17" y="30"/>
                    </a:cubicBezTo>
                    <a:cubicBezTo>
                      <a:pt x="19" y="29"/>
                      <a:pt x="20" y="28"/>
                      <a:pt x="20" y="27"/>
                    </a:cubicBezTo>
                    <a:cubicBezTo>
                      <a:pt x="20" y="26"/>
                      <a:pt x="20" y="25"/>
                      <a:pt x="20" y="24"/>
                    </a:cubicBezTo>
                    <a:cubicBezTo>
                      <a:pt x="20" y="23"/>
                      <a:pt x="19" y="23"/>
                      <a:pt x="19" y="23"/>
                    </a:cubicBezTo>
                    <a:cubicBezTo>
                      <a:pt x="18" y="22"/>
                      <a:pt x="18" y="21"/>
                      <a:pt x="17" y="20"/>
                    </a:cubicBezTo>
                    <a:cubicBezTo>
                      <a:pt x="16" y="20"/>
                      <a:pt x="15" y="21"/>
                      <a:pt x="14" y="20"/>
                    </a:cubicBezTo>
                    <a:cubicBezTo>
                      <a:pt x="11" y="18"/>
                      <a:pt x="14" y="17"/>
                      <a:pt x="16" y="16"/>
                    </a:cubicBezTo>
                    <a:cubicBezTo>
                      <a:pt x="18" y="15"/>
                      <a:pt x="19" y="12"/>
                      <a:pt x="17" y="10"/>
                    </a:cubicBezTo>
                    <a:cubicBezTo>
                      <a:pt x="17" y="9"/>
                      <a:pt x="14" y="7"/>
                      <a:pt x="15" y="6"/>
                    </a:cubicBezTo>
                    <a:cubicBezTo>
                      <a:pt x="16" y="5"/>
                      <a:pt x="17" y="5"/>
                      <a:pt x="18" y="4"/>
                    </a:cubicBezTo>
                    <a:cubicBezTo>
                      <a:pt x="18" y="4"/>
                      <a:pt x="18" y="1"/>
                      <a:pt x="18" y="1"/>
                    </a:cubicBezTo>
                    <a:cubicBezTo>
                      <a:pt x="17" y="1"/>
                      <a:pt x="16" y="4"/>
                      <a:pt x="15" y="3"/>
                    </a:cubicBezTo>
                    <a:cubicBezTo>
                      <a:pt x="15" y="3"/>
                      <a:pt x="14" y="2"/>
                      <a:pt x="14" y="2"/>
                    </a:cubicBezTo>
                    <a:cubicBezTo>
                      <a:pt x="13" y="1"/>
                      <a:pt x="12" y="0"/>
                      <a:pt x="11" y="0"/>
                    </a:cubicBezTo>
                    <a:cubicBezTo>
                      <a:pt x="9" y="1"/>
                      <a:pt x="6" y="2"/>
                      <a:pt x="5" y="4"/>
                    </a:cubicBezTo>
                    <a:cubicBezTo>
                      <a:pt x="3" y="8"/>
                      <a:pt x="5" y="14"/>
                      <a:pt x="2" y="17"/>
                    </a:cubicBezTo>
                    <a:cubicBezTo>
                      <a:pt x="0" y="19"/>
                      <a:pt x="0" y="19"/>
                      <a:pt x="1" y="21"/>
                    </a:cubicBezTo>
                    <a:cubicBezTo>
                      <a:pt x="1" y="23"/>
                      <a:pt x="4" y="24"/>
                      <a:pt x="4" y="26"/>
                    </a:cubicBezTo>
                    <a:cubicBezTo>
                      <a:pt x="5" y="28"/>
                      <a:pt x="8" y="29"/>
                      <a:pt x="8" y="30"/>
                    </a:cubicBezTo>
                    <a:cubicBezTo>
                      <a:pt x="9" y="33"/>
                      <a:pt x="10" y="37"/>
                      <a:pt x="10" y="39"/>
                    </a:cubicBezTo>
                    <a:cubicBezTo>
                      <a:pt x="12" y="39"/>
                      <a:pt x="16" y="37"/>
                      <a:pt x="14" y="34"/>
                    </a:cubicBezTo>
                    <a:cubicBezTo>
                      <a:pt x="13" y="33"/>
                      <a:pt x="15" y="35"/>
                      <a:pt x="14" y="3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6" name="Freeform 772">
                <a:extLst>
                  <a:ext uri="{FF2B5EF4-FFF2-40B4-BE49-F238E27FC236}">
                    <a16:creationId xmlns:a16="http://schemas.microsoft.com/office/drawing/2014/main" id="{293745B8-2E74-D4C0-DDC4-8C133B616A0A}"/>
                  </a:ext>
                </a:extLst>
              </p:cNvPr>
              <p:cNvSpPr>
                <a:spLocks/>
              </p:cNvSpPr>
              <p:nvPr/>
            </p:nvSpPr>
            <p:spPr bwMode="auto">
              <a:xfrm>
                <a:off x="12133317" y="7424369"/>
                <a:ext cx="710194" cy="684895"/>
              </a:xfrm>
              <a:custGeom>
                <a:avLst/>
                <a:gdLst>
                  <a:gd name="T0" fmla="*/ 21 w 76"/>
                  <a:gd name="T1" fmla="*/ 55 h 73"/>
                  <a:gd name="T2" fmla="*/ 25 w 76"/>
                  <a:gd name="T3" fmla="*/ 57 h 73"/>
                  <a:gd name="T4" fmla="*/ 28 w 76"/>
                  <a:gd name="T5" fmla="*/ 55 h 73"/>
                  <a:gd name="T6" fmla="*/ 33 w 76"/>
                  <a:gd name="T7" fmla="*/ 53 h 73"/>
                  <a:gd name="T8" fmla="*/ 44 w 76"/>
                  <a:gd name="T9" fmla="*/ 59 h 73"/>
                  <a:gd name="T10" fmla="*/ 70 w 76"/>
                  <a:gd name="T11" fmla="*/ 73 h 73"/>
                  <a:gd name="T12" fmla="*/ 71 w 76"/>
                  <a:gd name="T13" fmla="*/ 71 h 73"/>
                  <a:gd name="T14" fmla="*/ 75 w 76"/>
                  <a:gd name="T15" fmla="*/ 71 h 73"/>
                  <a:gd name="T16" fmla="*/ 75 w 76"/>
                  <a:gd name="T17" fmla="*/ 66 h 73"/>
                  <a:gd name="T18" fmla="*/ 75 w 76"/>
                  <a:gd name="T19" fmla="*/ 44 h 73"/>
                  <a:gd name="T20" fmla="*/ 75 w 76"/>
                  <a:gd name="T21" fmla="*/ 24 h 73"/>
                  <a:gd name="T22" fmla="*/ 75 w 76"/>
                  <a:gd name="T23" fmla="*/ 20 h 73"/>
                  <a:gd name="T24" fmla="*/ 74 w 76"/>
                  <a:gd name="T25" fmla="*/ 17 h 73"/>
                  <a:gd name="T26" fmla="*/ 76 w 76"/>
                  <a:gd name="T27" fmla="*/ 14 h 73"/>
                  <a:gd name="T28" fmla="*/ 74 w 76"/>
                  <a:gd name="T29" fmla="*/ 11 h 73"/>
                  <a:gd name="T30" fmla="*/ 76 w 76"/>
                  <a:gd name="T31" fmla="*/ 8 h 73"/>
                  <a:gd name="T32" fmla="*/ 67 w 76"/>
                  <a:gd name="T33" fmla="*/ 5 h 73"/>
                  <a:gd name="T34" fmla="*/ 61 w 76"/>
                  <a:gd name="T35" fmla="*/ 2 h 73"/>
                  <a:gd name="T36" fmla="*/ 51 w 76"/>
                  <a:gd name="T37" fmla="*/ 6 h 73"/>
                  <a:gd name="T38" fmla="*/ 51 w 76"/>
                  <a:gd name="T39" fmla="*/ 9 h 73"/>
                  <a:gd name="T40" fmla="*/ 50 w 76"/>
                  <a:gd name="T41" fmla="*/ 14 h 73"/>
                  <a:gd name="T42" fmla="*/ 41 w 76"/>
                  <a:gd name="T43" fmla="*/ 13 h 73"/>
                  <a:gd name="T44" fmla="*/ 36 w 76"/>
                  <a:gd name="T45" fmla="*/ 12 h 73"/>
                  <a:gd name="T46" fmla="*/ 31 w 76"/>
                  <a:gd name="T47" fmla="*/ 10 h 73"/>
                  <a:gd name="T48" fmla="*/ 29 w 76"/>
                  <a:gd name="T49" fmla="*/ 6 h 73"/>
                  <a:gd name="T50" fmla="*/ 23 w 76"/>
                  <a:gd name="T51" fmla="*/ 3 h 73"/>
                  <a:gd name="T52" fmla="*/ 17 w 76"/>
                  <a:gd name="T53" fmla="*/ 2 h 73"/>
                  <a:gd name="T54" fmla="*/ 11 w 76"/>
                  <a:gd name="T55" fmla="*/ 0 h 73"/>
                  <a:gd name="T56" fmla="*/ 11 w 76"/>
                  <a:gd name="T57" fmla="*/ 4 h 73"/>
                  <a:gd name="T58" fmla="*/ 9 w 76"/>
                  <a:gd name="T59" fmla="*/ 6 h 73"/>
                  <a:gd name="T60" fmla="*/ 5 w 76"/>
                  <a:gd name="T61" fmla="*/ 8 h 73"/>
                  <a:gd name="T62" fmla="*/ 5 w 76"/>
                  <a:gd name="T63" fmla="*/ 14 h 73"/>
                  <a:gd name="T64" fmla="*/ 1 w 76"/>
                  <a:gd name="T65" fmla="*/ 17 h 73"/>
                  <a:gd name="T66" fmla="*/ 3 w 76"/>
                  <a:gd name="T67" fmla="*/ 21 h 73"/>
                  <a:gd name="T68" fmla="*/ 3 w 76"/>
                  <a:gd name="T69" fmla="*/ 26 h 73"/>
                  <a:gd name="T70" fmla="*/ 3 w 76"/>
                  <a:gd name="T71" fmla="*/ 31 h 73"/>
                  <a:gd name="T72" fmla="*/ 3 w 76"/>
                  <a:gd name="T73" fmla="*/ 34 h 73"/>
                  <a:gd name="T74" fmla="*/ 3 w 76"/>
                  <a:gd name="T75" fmla="*/ 37 h 73"/>
                  <a:gd name="T76" fmla="*/ 1 w 76"/>
                  <a:gd name="T77" fmla="*/ 40 h 73"/>
                  <a:gd name="T78" fmla="*/ 4 w 76"/>
                  <a:gd name="T79" fmla="*/ 46 h 73"/>
                  <a:gd name="T80" fmla="*/ 7 w 76"/>
                  <a:gd name="T81" fmla="*/ 48 h 73"/>
                  <a:gd name="T82" fmla="*/ 11 w 76"/>
                  <a:gd name="T83" fmla="*/ 49 h 73"/>
                  <a:gd name="T84" fmla="*/ 14 w 76"/>
                  <a:gd name="T85" fmla="*/ 53 h 73"/>
                  <a:gd name="T86" fmla="*/ 21 w 76"/>
                  <a:gd name="T87" fmla="*/ 55 h 73"/>
                  <a:gd name="T88" fmla="*/ 21 w 76"/>
                  <a:gd name="T89"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6" h="73">
                    <a:moveTo>
                      <a:pt x="21" y="55"/>
                    </a:moveTo>
                    <a:cubicBezTo>
                      <a:pt x="21" y="56"/>
                      <a:pt x="24" y="58"/>
                      <a:pt x="25" y="57"/>
                    </a:cubicBezTo>
                    <a:cubicBezTo>
                      <a:pt x="26" y="56"/>
                      <a:pt x="27" y="56"/>
                      <a:pt x="28" y="55"/>
                    </a:cubicBezTo>
                    <a:cubicBezTo>
                      <a:pt x="29" y="55"/>
                      <a:pt x="32" y="53"/>
                      <a:pt x="33" y="53"/>
                    </a:cubicBezTo>
                    <a:cubicBezTo>
                      <a:pt x="37" y="55"/>
                      <a:pt x="40" y="57"/>
                      <a:pt x="44" y="59"/>
                    </a:cubicBezTo>
                    <a:cubicBezTo>
                      <a:pt x="53" y="64"/>
                      <a:pt x="61" y="69"/>
                      <a:pt x="70" y="73"/>
                    </a:cubicBezTo>
                    <a:cubicBezTo>
                      <a:pt x="70" y="71"/>
                      <a:pt x="69" y="71"/>
                      <a:pt x="71" y="71"/>
                    </a:cubicBezTo>
                    <a:cubicBezTo>
                      <a:pt x="71" y="71"/>
                      <a:pt x="75" y="71"/>
                      <a:pt x="75" y="71"/>
                    </a:cubicBezTo>
                    <a:cubicBezTo>
                      <a:pt x="75" y="69"/>
                      <a:pt x="75" y="68"/>
                      <a:pt x="75" y="66"/>
                    </a:cubicBezTo>
                    <a:cubicBezTo>
                      <a:pt x="75" y="59"/>
                      <a:pt x="75" y="52"/>
                      <a:pt x="75" y="44"/>
                    </a:cubicBezTo>
                    <a:cubicBezTo>
                      <a:pt x="75" y="37"/>
                      <a:pt x="75" y="30"/>
                      <a:pt x="75" y="24"/>
                    </a:cubicBezTo>
                    <a:cubicBezTo>
                      <a:pt x="75" y="22"/>
                      <a:pt x="75" y="21"/>
                      <a:pt x="75" y="20"/>
                    </a:cubicBezTo>
                    <a:cubicBezTo>
                      <a:pt x="74" y="19"/>
                      <a:pt x="74" y="18"/>
                      <a:pt x="74" y="17"/>
                    </a:cubicBezTo>
                    <a:cubicBezTo>
                      <a:pt x="74" y="16"/>
                      <a:pt x="76" y="15"/>
                      <a:pt x="76" y="14"/>
                    </a:cubicBezTo>
                    <a:cubicBezTo>
                      <a:pt x="76" y="13"/>
                      <a:pt x="74" y="12"/>
                      <a:pt x="74" y="11"/>
                    </a:cubicBezTo>
                    <a:cubicBezTo>
                      <a:pt x="74" y="10"/>
                      <a:pt x="75" y="9"/>
                      <a:pt x="76" y="8"/>
                    </a:cubicBezTo>
                    <a:cubicBezTo>
                      <a:pt x="73" y="6"/>
                      <a:pt x="70" y="7"/>
                      <a:pt x="67" y="5"/>
                    </a:cubicBezTo>
                    <a:cubicBezTo>
                      <a:pt x="65" y="4"/>
                      <a:pt x="64" y="2"/>
                      <a:pt x="61" y="2"/>
                    </a:cubicBezTo>
                    <a:cubicBezTo>
                      <a:pt x="57" y="2"/>
                      <a:pt x="53" y="3"/>
                      <a:pt x="51" y="6"/>
                    </a:cubicBezTo>
                    <a:cubicBezTo>
                      <a:pt x="50" y="7"/>
                      <a:pt x="50" y="8"/>
                      <a:pt x="51" y="9"/>
                    </a:cubicBezTo>
                    <a:cubicBezTo>
                      <a:pt x="52" y="11"/>
                      <a:pt x="51" y="12"/>
                      <a:pt x="50" y="14"/>
                    </a:cubicBezTo>
                    <a:cubicBezTo>
                      <a:pt x="48" y="17"/>
                      <a:pt x="44" y="15"/>
                      <a:pt x="41" y="13"/>
                    </a:cubicBezTo>
                    <a:cubicBezTo>
                      <a:pt x="39" y="13"/>
                      <a:pt x="38" y="12"/>
                      <a:pt x="36" y="12"/>
                    </a:cubicBezTo>
                    <a:cubicBezTo>
                      <a:pt x="34" y="11"/>
                      <a:pt x="32" y="12"/>
                      <a:pt x="31" y="10"/>
                    </a:cubicBezTo>
                    <a:cubicBezTo>
                      <a:pt x="30" y="9"/>
                      <a:pt x="30" y="7"/>
                      <a:pt x="29" y="6"/>
                    </a:cubicBezTo>
                    <a:cubicBezTo>
                      <a:pt x="28" y="4"/>
                      <a:pt x="25" y="4"/>
                      <a:pt x="23" y="3"/>
                    </a:cubicBezTo>
                    <a:cubicBezTo>
                      <a:pt x="21" y="2"/>
                      <a:pt x="19" y="2"/>
                      <a:pt x="17" y="2"/>
                    </a:cubicBezTo>
                    <a:cubicBezTo>
                      <a:pt x="15" y="2"/>
                      <a:pt x="14" y="1"/>
                      <a:pt x="11" y="0"/>
                    </a:cubicBezTo>
                    <a:cubicBezTo>
                      <a:pt x="11" y="1"/>
                      <a:pt x="11" y="2"/>
                      <a:pt x="11" y="4"/>
                    </a:cubicBezTo>
                    <a:cubicBezTo>
                      <a:pt x="11" y="5"/>
                      <a:pt x="11" y="4"/>
                      <a:pt x="9" y="6"/>
                    </a:cubicBezTo>
                    <a:cubicBezTo>
                      <a:pt x="8" y="7"/>
                      <a:pt x="7" y="7"/>
                      <a:pt x="5" y="8"/>
                    </a:cubicBezTo>
                    <a:cubicBezTo>
                      <a:pt x="3" y="10"/>
                      <a:pt x="6" y="12"/>
                      <a:pt x="5" y="14"/>
                    </a:cubicBezTo>
                    <a:cubicBezTo>
                      <a:pt x="4" y="16"/>
                      <a:pt x="1" y="16"/>
                      <a:pt x="1" y="17"/>
                    </a:cubicBezTo>
                    <a:cubicBezTo>
                      <a:pt x="1" y="19"/>
                      <a:pt x="2" y="20"/>
                      <a:pt x="3" y="21"/>
                    </a:cubicBezTo>
                    <a:cubicBezTo>
                      <a:pt x="3" y="23"/>
                      <a:pt x="3" y="25"/>
                      <a:pt x="3" y="26"/>
                    </a:cubicBezTo>
                    <a:cubicBezTo>
                      <a:pt x="3" y="28"/>
                      <a:pt x="4" y="29"/>
                      <a:pt x="3" y="31"/>
                    </a:cubicBezTo>
                    <a:cubicBezTo>
                      <a:pt x="3" y="32"/>
                      <a:pt x="3" y="33"/>
                      <a:pt x="3" y="34"/>
                    </a:cubicBezTo>
                    <a:cubicBezTo>
                      <a:pt x="3" y="35"/>
                      <a:pt x="4" y="36"/>
                      <a:pt x="3" y="37"/>
                    </a:cubicBezTo>
                    <a:cubicBezTo>
                      <a:pt x="3" y="38"/>
                      <a:pt x="0" y="38"/>
                      <a:pt x="1" y="40"/>
                    </a:cubicBezTo>
                    <a:cubicBezTo>
                      <a:pt x="3" y="42"/>
                      <a:pt x="4" y="43"/>
                      <a:pt x="4" y="46"/>
                    </a:cubicBezTo>
                    <a:cubicBezTo>
                      <a:pt x="4" y="48"/>
                      <a:pt x="6" y="47"/>
                      <a:pt x="7" y="48"/>
                    </a:cubicBezTo>
                    <a:cubicBezTo>
                      <a:pt x="9" y="48"/>
                      <a:pt x="10" y="48"/>
                      <a:pt x="11" y="49"/>
                    </a:cubicBezTo>
                    <a:cubicBezTo>
                      <a:pt x="12" y="50"/>
                      <a:pt x="13" y="52"/>
                      <a:pt x="14" y="53"/>
                    </a:cubicBezTo>
                    <a:cubicBezTo>
                      <a:pt x="16" y="54"/>
                      <a:pt x="19" y="53"/>
                      <a:pt x="21" y="55"/>
                    </a:cubicBezTo>
                    <a:cubicBezTo>
                      <a:pt x="22" y="56"/>
                      <a:pt x="20" y="54"/>
                      <a:pt x="21" y="55"/>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7" name="Freeform 773">
                <a:extLst>
                  <a:ext uri="{FF2B5EF4-FFF2-40B4-BE49-F238E27FC236}">
                    <a16:creationId xmlns:a16="http://schemas.microsoft.com/office/drawing/2014/main" id="{4BE6D65B-8E7E-06D0-E2D0-DE47826614A5}"/>
                  </a:ext>
                </a:extLst>
              </p:cNvPr>
              <p:cNvSpPr>
                <a:spLocks/>
              </p:cNvSpPr>
              <p:nvPr/>
            </p:nvSpPr>
            <p:spPr bwMode="auto">
              <a:xfrm>
                <a:off x="10910384" y="7714256"/>
                <a:ext cx="391721" cy="318556"/>
              </a:xfrm>
              <a:custGeom>
                <a:avLst/>
                <a:gdLst>
                  <a:gd name="T0" fmla="*/ 19 w 42"/>
                  <a:gd name="T1" fmla="*/ 34 h 34"/>
                  <a:gd name="T2" fmla="*/ 20 w 42"/>
                  <a:gd name="T3" fmla="*/ 25 h 34"/>
                  <a:gd name="T4" fmla="*/ 24 w 42"/>
                  <a:gd name="T5" fmla="*/ 22 h 34"/>
                  <a:gd name="T6" fmla="*/ 25 w 42"/>
                  <a:gd name="T7" fmla="*/ 20 h 34"/>
                  <a:gd name="T8" fmla="*/ 25 w 42"/>
                  <a:gd name="T9" fmla="*/ 9 h 34"/>
                  <a:gd name="T10" fmla="*/ 32 w 42"/>
                  <a:gd name="T11" fmla="*/ 9 h 34"/>
                  <a:gd name="T12" fmla="*/ 41 w 42"/>
                  <a:gd name="T13" fmla="*/ 9 h 34"/>
                  <a:gd name="T14" fmla="*/ 42 w 42"/>
                  <a:gd name="T15" fmla="*/ 2 h 34"/>
                  <a:gd name="T16" fmla="*/ 40 w 42"/>
                  <a:gd name="T17" fmla="*/ 0 h 34"/>
                  <a:gd name="T18" fmla="*/ 20 w 42"/>
                  <a:gd name="T19" fmla="*/ 0 h 34"/>
                  <a:gd name="T20" fmla="*/ 15 w 42"/>
                  <a:gd name="T21" fmla="*/ 6 h 34"/>
                  <a:gd name="T22" fmla="*/ 10 w 42"/>
                  <a:gd name="T23" fmla="*/ 17 h 34"/>
                  <a:gd name="T24" fmla="*/ 8 w 42"/>
                  <a:gd name="T25" fmla="*/ 18 h 34"/>
                  <a:gd name="T26" fmla="*/ 4 w 42"/>
                  <a:gd name="T27" fmla="*/ 25 h 34"/>
                  <a:gd name="T28" fmla="*/ 0 w 42"/>
                  <a:gd name="T29" fmla="*/ 34 h 34"/>
                  <a:gd name="T30" fmla="*/ 19 w 42"/>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19" y="34"/>
                    </a:moveTo>
                    <a:cubicBezTo>
                      <a:pt x="19" y="31"/>
                      <a:pt x="18" y="26"/>
                      <a:pt x="20" y="25"/>
                    </a:cubicBezTo>
                    <a:cubicBezTo>
                      <a:pt x="21" y="24"/>
                      <a:pt x="23" y="23"/>
                      <a:pt x="24" y="22"/>
                    </a:cubicBezTo>
                    <a:cubicBezTo>
                      <a:pt x="25" y="22"/>
                      <a:pt x="25" y="20"/>
                      <a:pt x="25" y="20"/>
                    </a:cubicBezTo>
                    <a:cubicBezTo>
                      <a:pt x="25" y="16"/>
                      <a:pt x="25" y="13"/>
                      <a:pt x="25" y="9"/>
                    </a:cubicBezTo>
                    <a:cubicBezTo>
                      <a:pt x="25" y="9"/>
                      <a:pt x="31" y="9"/>
                      <a:pt x="32" y="9"/>
                    </a:cubicBezTo>
                    <a:cubicBezTo>
                      <a:pt x="35" y="9"/>
                      <a:pt x="38" y="9"/>
                      <a:pt x="41" y="9"/>
                    </a:cubicBezTo>
                    <a:cubicBezTo>
                      <a:pt x="42" y="9"/>
                      <a:pt x="42" y="3"/>
                      <a:pt x="42" y="2"/>
                    </a:cubicBezTo>
                    <a:cubicBezTo>
                      <a:pt x="42" y="0"/>
                      <a:pt x="42" y="0"/>
                      <a:pt x="40" y="0"/>
                    </a:cubicBezTo>
                    <a:cubicBezTo>
                      <a:pt x="33" y="0"/>
                      <a:pt x="27" y="0"/>
                      <a:pt x="20" y="0"/>
                    </a:cubicBezTo>
                    <a:cubicBezTo>
                      <a:pt x="18" y="2"/>
                      <a:pt x="17" y="4"/>
                      <a:pt x="15" y="6"/>
                    </a:cubicBezTo>
                    <a:cubicBezTo>
                      <a:pt x="11" y="9"/>
                      <a:pt x="11" y="12"/>
                      <a:pt x="10" y="17"/>
                    </a:cubicBezTo>
                    <a:cubicBezTo>
                      <a:pt x="10" y="17"/>
                      <a:pt x="9" y="18"/>
                      <a:pt x="8" y="18"/>
                    </a:cubicBezTo>
                    <a:cubicBezTo>
                      <a:pt x="6" y="20"/>
                      <a:pt x="5" y="22"/>
                      <a:pt x="4" y="25"/>
                    </a:cubicBezTo>
                    <a:cubicBezTo>
                      <a:pt x="2" y="28"/>
                      <a:pt x="0" y="30"/>
                      <a:pt x="0" y="34"/>
                    </a:cubicBezTo>
                    <a:cubicBezTo>
                      <a:pt x="6" y="34"/>
                      <a:pt x="13" y="34"/>
                      <a:pt x="19" y="3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8" name="Freeform 774">
                <a:extLst>
                  <a:ext uri="{FF2B5EF4-FFF2-40B4-BE49-F238E27FC236}">
                    <a16:creationId xmlns:a16="http://schemas.microsoft.com/office/drawing/2014/main" id="{D9FACB2D-7CFE-219B-2B4C-8E178A6C5B29}"/>
                  </a:ext>
                </a:extLst>
              </p:cNvPr>
              <p:cNvSpPr>
                <a:spLocks/>
              </p:cNvSpPr>
              <p:nvPr/>
            </p:nvSpPr>
            <p:spPr bwMode="auto">
              <a:xfrm>
                <a:off x="11098281" y="7265092"/>
                <a:ext cx="560509" cy="449163"/>
              </a:xfrm>
              <a:custGeom>
                <a:avLst/>
                <a:gdLst>
                  <a:gd name="T0" fmla="*/ 22 w 60"/>
                  <a:gd name="T1" fmla="*/ 48 h 48"/>
                  <a:gd name="T2" fmla="*/ 23 w 60"/>
                  <a:gd name="T3" fmla="*/ 41 h 48"/>
                  <a:gd name="T4" fmla="*/ 29 w 60"/>
                  <a:gd name="T5" fmla="*/ 37 h 48"/>
                  <a:gd name="T6" fmla="*/ 33 w 60"/>
                  <a:gd name="T7" fmla="*/ 37 h 48"/>
                  <a:gd name="T8" fmla="*/ 38 w 60"/>
                  <a:gd name="T9" fmla="*/ 35 h 48"/>
                  <a:gd name="T10" fmla="*/ 40 w 60"/>
                  <a:gd name="T11" fmla="*/ 32 h 48"/>
                  <a:gd name="T12" fmla="*/ 45 w 60"/>
                  <a:gd name="T13" fmla="*/ 31 h 48"/>
                  <a:gd name="T14" fmla="*/ 46 w 60"/>
                  <a:gd name="T15" fmla="*/ 28 h 48"/>
                  <a:gd name="T16" fmla="*/ 50 w 60"/>
                  <a:gd name="T17" fmla="*/ 25 h 48"/>
                  <a:gd name="T18" fmla="*/ 53 w 60"/>
                  <a:gd name="T19" fmla="*/ 23 h 48"/>
                  <a:gd name="T20" fmla="*/ 58 w 60"/>
                  <a:gd name="T21" fmla="*/ 24 h 48"/>
                  <a:gd name="T22" fmla="*/ 56 w 60"/>
                  <a:gd name="T23" fmla="*/ 16 h 48"/>
                  <a:gd name="T24" fmla="*/ 56 w 60"/>
                  <a:gd name="T25" fmla="*/ 10 h 48"/>
                  <a:gd name="T26" fmla="*/ 55 w 60"/>
                  <a:gd name="T27" fmla="*/ 7 h 48"/>
                  <a:gd name="T28" fmla="*/ 51 w 60"/>
                  <a:gd name="T29" fmla="*/ 6 h 48"/>
                  <a:gd name="T30" fmla="*/ 47 w 60"/>
                  <a:gd name="T31" fmla="*/ 6 h 48"/>
                  <a:gd name="T32" fmla="*/ 42 w 60"/>
                  <a:gd name="T33" fmla="*/ 6 h 48"/>
                  <a:gd name="T34" fmla="*/ 35 w 60"/>
                  <a:gd name="T35" fmla="*/ 4 h 48"/>
                  <a:gd name="T36" fmla="*/ 30 w 60"/>
                  <a:gd name="T37" fmla="*/ 13 h 48"/>
                  <a:gd name="T38" fmla="*/ 20 w 60"/>
                  <a:gd name="T39" fmla="*/ 19 h 48"/>
                  <a:gd name="T40" fmla="*/ 16 w 60"/>
                  <a:gd name="T41" fmla="*/ 27 h 48"/>
                  <a:gd name="T42" fmla="*/ 16 w 60"/>
                  <a:gd name="T43" fmla="*/ 35 h 48"/>
                  <a:gd name="T44" fmla="*/ 14 w 60"/>
                  <a:gd name="T45" fmla="*/ 39 h 48"/>
                  <a:gd name="T46" fmla="*/ 9 w 60"/>
                  <a:gd name="T47" fmla="*/ 42 h 48"/>
                  <a:gd name="T48" fmla="*/ 5 w 60"/>
                  <a:gd name="T49" fmla="*/ 45 h 48"/>
                  <a:gd name="T50" fmla="*/ 0 w 60"/>
                  <a:gd name="T51" fmla="*/ 48 h 48"/>
                  <a:gd name="T52" fmla="*/ 22 w 60"/>
                  <a:gd name="T5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0" h="48">
                    <a:moveTo>
                      <a:pt x="22" y="48"/>
                    </a:moveTo>
                    <a:cubicBezTo>
                      <a:pt x="22" y="45"/>
                      <a:pt x="21" y="43"/>
                      <a:pt x="23" y="41"/>
                    </a:cubicBezTo>
                    <a:cubicBezTo>
                      <a:pt x="25" y="40"/>
                      <a:pt x="28" y="39"/>
                      <a:pt x="29" y="37"/>
                    </a:cubicBezTo>
                    <a:cubicBezTo>
                      <a:pt x="30" y="37"/>
                      <a:pt x="32" y="37"/>
                      <a:pt x="33" y="37"/>
                    </a:cubicBezTo>
                    <a:cubicBezTo>
                      <a:pt x="34" y="36"/>
                      <a:pt x="36" y="36"/>
                      <a:pt x="38" y="35"/>
                    </a:cubicBezTo>
                    <a:cubicBezTo>
                      <a:pt x="39" y="34"/>
                      <a:pt x="39" y="33"/>
                      <a:pt x="40" y="32"/>
                    </a:cubicBezTo>
                    <a:cubicBezTo>
                      <a:pt x="41" y="31"/>
                      <a:pt x="44" y="32"/>
                      <a:pt x="45" y="31"/>
                    </a:cubicBezTo>
                    <a:cubicBezTo>
                      <a:pt x="46" y="30"/>
                      <a:pt x="46" y="29"/>
                      <a:pt x="46" y="28"/>
                    </a:cubicBezTo>
                    <a:cubicBezTo>
                      <a:pt x="46" y="26"/>
                      <a:pt x="49" y="26"/>
                      <a:pt x="50" y="25"/>
                    </a:cubicBezTo>
                    <a:cubicBezTo>
                      <a:pt x="51" y="24"/>
                      <a:pt x="51" y="23"/>
                      <a:pt x="53" y="23"/>
                    </a:cubicBezTo>
                    <a:cubicBezTo>
                      <a:pt x="54" y="23"/>
                      <a:pt x="57" y="24"/>
                      <a:pt x="58" y="24"/>
                    </a:cubicBezTo>
                    <a:cubicBezTo>
                      <a:pt x="60" y="23"/>
                      <a:pt x="56" y="17"/>
                      <a:pt x="56" y="16"/>
                    </a:cubicBezTo>
                    <a:cubicBezTo>
                      <a:pt x="56" y="14"/>
                      <a:pt x="56" y="12"/>
                      <a:pt x="56" y="10"/>
                    </a:cubicBezTo>
                    <a:cubicBezTo>
                      <a:pt x="55" y="9"/>
                      <a:pt x="55" y="8"/>
                      <a:pt x="55" y="7"/>
                    </a:cubicBezTo>
                    <a:cubicBezTo>
                      <a:pt x="53" y="7"/>
                      <a:pt x="52" y="6"/>
                      <a:pt x="51" y="6"/>
                    </a:cubicBezTo>
                    <a:cubicBezTo>
                      <a:pt x="50" y="5"/>
                      <a:pt x="48" y="6"/>
                      <a:pt x="47" y="6"/>
                    </a:cubicBezTo>
                    <a:cubicBezTo>
                      <a:pt x="46" y="5"/>
                      <a:pt x="44" y="6"/>
                      <a:pt x="42" y="6"/>
                    </a:cubicBezTo>
                    <a:cubicBezTo>
                      <a:pt x="40" y="6"/>
                      <a:pt x="36" y="0"/>
                      <a:pt x="35" y="4"/>
                    </a:cubicBezTo>
                    <a:cubicBezTo>
                      <a:pt x="34" y="7"/>
                      <a:pt x="33" y="10"/>
                      <a:pt x="30" y="13"/>
                    </a:cubicBezTo>
                    <a:cubicBezTo>
                      <a:pt x="27" y="16"/>
                      <a:pt x="23" y="16"/>
                      <a:pt x="20" y="19"/>
                    </a:cubicBezTo>
                    <a:cubicBezTo>
                      <a:pt x="18" y="21"/>
                      <a:pt x="17" y="24"/>
                      <a:pt x="16" y="27"/>
                    </a:cubicBezTo>
                    <a:cubicBezTo>
                      <a:pt x="16" y="29"/>
                      <a:pt x="17" y="32"/>
                      <a:pt x="16" y="35"/>
                    </a:cubicBezTo>
                    <a:cubicBezTo>
                      <a:pt x="15" y="36"/>
                      <a:pt x="14" y="38"/>
                      <a:pt x="14" y="39"/>
                    </a:cubicBezTo>
                    <a:cubicBezTo>
                      <a:pt x="13" y="41"/>
                      <a:pt x="11" y="41"/>
                      <a:pt x="9" y="42"/>
                    </a:cubicBezTo>
                    <a:cubicBezTo>
                      <a:pt x="8" y="43"/>
                      <a:pt x="7" y="44"/>
                      <a:pt x="5" y="45"/>
                    </a:cubicBezTo>
                    <a:cubicBezTo>
                      <a:pt x="4" y="46"/>
                      <a:pt x="2" y="46"/>
                      <a:pt x="0" y="48"/>
                    </a:cubicBezTo>
                    <a:lnTo>
                      <a:pt x="22" y="48"/>
                    </a:ln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79" name="Freeform 775">
                <a:extLst>
                  <a:ext uri="{FF2B5EF4-FFF2-40B4-BE49-F238E27FC236}">
                    <a16:creationId xmlns:a16="http://schemas.microsoft.com/office/drawing/2014/main" id="{815077C2-F261-5CB5-8FEF-0FE7D2409259}"/>
                  </a:ext>
                </a:extLst>
              </p:cNvPr>
              <p:cNvSpPr>
                <a:spLocks/>
              </p:cNvSpPr>
              <p:nvPr/>
            </p:nvSpPr>
            <p:spPr bwMode="auto">
              <a:xfrm>
                <a:off x="11295736" y="7220495"/>
                <a:ext cx="968154" cy="923808"/>
              </a:xfrm>
              <a:custGeom>
                <a:avLst/>
                <a:gdLst>
                  <a:gd name="T0" fmla="*/ 35 w 104"/>
                  <a:gd name="T1" fmla="*/ 22 h 99"/>
                  <a:gd name="T2" fmla="*/ 36 w 104"/>
                  <a:gd name="T3" fmla="*/ 29 h 99"/>
                  <a:gd name="T4" fmla="*/ 31 w 104"/>
                  <a:gd name="T5" fmla="*/ 28 h 99"/>
                  <a:gd name="T6" fmla="*/ 29 w 104"/>
                  <a:gd name="T7" fmla="*/ 30 h 99"/>
                  <a:gd name="T8" fmla="*/ 26 w 104"/>
                  <a:gd name="T9" fmla="*/ 31 h 99"/>
                  <a:gd name="T10" fmla="*/ 24 w 104"/>
                  <a:gd name="T11" fmla="*/ 35 h 99"/>
                  <a:gd name="T12" fmla="*/ 20 w 104"/>
                  <a:gd name="T13" fmla="*/ 37 h 99"/>
                  <a:gd name="T14" fmla="*/ 17 w 104"/>
                  <a:gd name="T15" fmla="*/ 40 h 99"/>
                  <a:gd name="T16" fmla="*/ 11 w 104"/>
                  <a:gd name="T17" fmla="*/ 42 h 99"/>
                  <a:gd name="T18" fmla="*/ 8 w 104"/>
                  <a:gd name="T19" fmla="*/ 43 h 99"/>
                  <a:gd name="T20" fmla="*/ 4 w 104"/>
                  <a:gd name="T21" fmla="*/ 45 h 99"/>
                  <a:gd name="T22" fmla="*/ 1 w 104"/>
                  <a:gd name="T23" fmla="*/ 52 h 99"/>
                  <a:gd name="T24" fmla="*/ 2 w 104"/>
                  <a:gd name="T25" fmla="*/ 56 h 99"/>
                  <a:gd name="T26" fmla="*/ 6 w 104"/>
                  <a:gd name="T27" fmla="*/ 59 h 99"/>
                  <a:gd name="T28" fmla="*/ 37 w 104"/>
                  <a:gd name="T29" fmla="*/ 79 h 99"/>
                  <a:gd name="T30" fmla="*/ 48 w 104"/>
                  <a:gd name="T31" fmla="*/ 86 h 99"/>
                  <a:gd name="T32" fmla="*/ 49 w 104"/>
                  <a:gd name="T33" fmla="*/ 87 h 99"/>
                  <a:gd name="T34" fmla="*/ 58 w 104"/>
                  <a:gd name="T35" fmla="*/ 93 h 99"/>
                  <a:gd name="T36" fmla="*/ 61 w 104"/>
                  <a:gd name="T37" fmla="*/ 99 h 99"/>
                  <a:gd name="T38" fmla="*/ 67 w 104"/>
                  <a:gd name="T39" fmla="*/ 97 h 99"/>
                  <a:gd name="T40" fmla="*/ 72 w 104"/>
                  <a:gd name="T41" fmla="*/ 96 h 99"/>
                  <a:gd name="T42" fmla="*/ 85 w 104"/>
                  <a:gd name="T43" fmla="*/ 87 h 99"/>
                  <a:gd name="T44" fmla="*/ 100 w 104"/>
                  <a:gd name="T45" fmla="*/ 77 h 99"/>
                  <a:gd name="T46" fmla="*/ 104 w 104"/>
                  <a:gd name="T47" fmla="*/ 75 h 99"/>
                  <a:gd name="T48" fmla="*/ 97 w 104"/>
                  <a:gd name="T49" fmla="*/ 69 h 99"/>
                  <a:gd name="T50" fmla="*/ 94 w 104"/>
                  <a:gd name="T51" fmla="*/ 69 h 99"/>
                  <a:gd name="T52" fmla="*/ 92 w 104"/>
                  <a:gd name="T53" fmla="*/ 63 h 99"/>
                  <a:gd name="T54" fmla="*/ 92 w 104"/>
                  <a:gd name="T55" fmla="*/ 60 h 99"/>
                  <a:gd name="T56" fmla="*/ 93 w 104"/>
                  <a:gd name="T57" fmla="*/ 55 h 99"/>
                  <a:gd name="T58" fmla="*/ 93 w 104"/>
                  <a:gd name="T59" fmla="*/ 50 h 99"/>
                  <a:gd name="T60" fmla="*/ 93 w 104"/>
                  <a:gd name="T61" fmla="*/ 46 h 99"/>
                  <a:gd name="T62" fmla="*/ 92 w 104"/>
                  <a:gd name="T63" fmla="*/ 42 h 99"/>
                  <a:gd name="T64" fmla="*/ 91 w 104"/>
                  <a:gd name="T65" fmla="*/ 37 h 99"/>
                  <a:gd name="T66" fmla="*/ 87 w 104"/>
                  <a:gd name="T67" fmla="*/ 27 h 99"/>
                  <a:gd name="T68" fmla="*/ 82 w 104"/>
                  <a:gd name="T69" fmla="*/ 20 h 99"/>
                  <a:gd name="T70" fmla="*/ 85 w 104"/>
                  <a:gd name="T71" fmla="*/ 13 h 99"/>
                  <a:gd name="T72" fmla="*/ 86 w 104"/>
                  <a:gd name="T73" fmla="*/ 2 h 99"/>
                  <a:gd name="T74" fmla="*/ 84 w 104"/>
                  <a:gd name="T75" fmla="*/ 1 h 99"/>
                  <a:gd name="T76" fmla="*/ 81 w 104"/>
                  <a:gd name="T77" fmla="*/ 0 h 99"/>
                  <a:gd name="T78" fmla="*/ 79 w 104"/>
                  <a:gd name="T79" fmla="*/ 1 h 99"/>
                  <a:gd name="T80" fmla="*/ 75 w 104"/>
                  <a:gd name="T81" fmla="*/ 0 h 99"/>
                  <a:gd name="T82" fmla="*/ 72 w 104"/>
                  <a:gd name="T83" fmla="*/ 2 h 99"/>
                  <a:gd name="T84" fmla="*/ 68 w 104"/>
                  <a:gd name="T85" fmla="*/ 1 h 99"/>
                  <a:gd name="T86" fmla="*/ 61 w 104"/>
                  <a:gd name="T87" fmla="*/ 2 h 99"/>
                  <a:gd name="T88" fmla="*/ 46 w 104"/>
                  <a:gd name="T89" fmla="*/ 5 h 99"/>
                  <a:gd name="T90" fmla="*/ 43 w 104"/>
                  <a:gd name="T91" fmla="*/ 7 h 99"/>
                  <a:gd name="T92" fmla="*/ 39 w 104"/>
                  <a:gd name="T93" fmla="*/ 8 h 99"/>
                  <a:gd name="T94" fmla="*/ 34 w 104"/>
                  <a:gd name="T95" fmla="*/ 12 h 99"/>
                  <a:gd name="T96" fmla="*/ 35 w 104"/>
                  <a:gd name="T97" fmla="*/ 22 h 99"/>
                  <a:gd name="T98" fmla="*/ 35 w 104"/>
                  <a:gd name="T99" fmla="*/ 2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99">
                    <a:moveTo>
                      <a:pt x="35" y="22"/>
                    </a:moveTo>
                    <a:cubicBezTo>
                      <a:pt x="36" y="23"/>
                      <a:pt x="40" y="29"/>
                      <a:pt x="36" y="29"/>
                    </a:cubicBezTo>
                    <a:cubicBezTo>
                      <a:pt x="35" y="28"/>
                      <a:pt x="32" y="27"/>
                      <a:pt x="31" y="28"/>
                    </a:cubicBezTo>
                    <a:cubicBezTo>
                      <a:pt x="30" y="29"/>
                      <a:pt x="30" y="29"/>
                      <a:pt x="29" y="30"/>
                    </a:cubicBezTo>
                    <a:cubicBezTo>
                      <a:pt x="28" y="31"/>
                      <a:pt x="27" y="31"/>
                      <a:pt x="26" y="31"/>
                    </a:cubicBezTo>
                    <a:cubicBezTo>
                      <a:pt x="24" y="32"/>
                      <a:pt x="25" y="34"/>
                      <a:pt x="24" y="35"/>
                    </a:cubicBezTo>
                    <a:cubicBezTo>
                      <a:pt x="24" y="37"/>
                      <a:pt x="21" y="36"/>
                      <a:pt x="20" y="37"/>
                    </a:cubicBezTo>
                    <a:cubicBezTo>
                      <a:pt x="18" y="37"/>
                      <a:pt x="18" y="39"/>
                      <a:pt x="17" y="40"/>
                    </a:cubicBezTo>
                    <a:cubicBezTo>
                      <a:pt x="15" y="42"/>
                      <a:pt x="13" y="41"/>
                      <a:pt x="11" y="42"/>
                    </a:cubicBezTo>
                    <a:cubicBezTo>
                      <a:pt x="10" y="42"/>
                      <a:pt x="9" y="42"/>
                      <a:pt x="8" y="43"/>
                    </a:cubicBezTo>
                    <a:cubicBezTo>
                      <a:pt x="7" y="43"/>
                      <a:pt x="5" y="44"/>
                      <a:pt x="4" y="45"/>
                    </a:cubicBezTo>
                    <a:cubicBezTo>
                      <a:pt x="0" y="47"/>
                      <a:pt x="1" y="48"/>
                      <a:pt x="1" y="52"/>
                    </a:cubicBezTo>
                    <a:cubicBezTo>
                      <a:pt x="1" y="55"/>
                      <a:pt x="0" y="55"/>
                      <a:pt x="2" y="56"/>
                    </a:cubicBezTo>
                    <a:cubicBezTo>
                      <a:pt x="3" y="57"/>
                      <a:pt x="5" y="58"/>
                      <a:pt x="6" y="59"/>
                    </a:cubicBezTo>
                    <a:cubicBezTo>
                      <a:pt x="16" y="66"/>
                      <a:pt x="26" y="72"/>
                      <a:pt x="37" y="79"/>
                    </a:cubicBezTo>
                    <a:cubicBezTo>
                      <a:pt x="40" y="81"/>
                      <a:pt x="44" y="84"/>
                      <a:pt x="48" y="86"/>
                    </a:cubicBezTo>
                    <a:cubicBezTo>
                      <a:pt x="48" y="87"/>
                      <a:pt x="49" y="87"/>
                      <a:pt x="49" y="87"/>
                    </a:cubicBezTo>
                    <a:cubicBezTo>
                      <a:pt x="52" y="92"/>
                      <a:pt x="54" y="92"/>
                      <a:pt x="58" y="93"/>
                    </a:cubicBezTo>
                    <a:cubicBezTo>
                      <a:pt x="61" y="94"/>
                      <a:pt x="58" y="98"/>
                      <a:pt x="61" y="99"/>
                    </a:cubicBezTo>
                    <a:cubicBezTo>
                      <a:pt x="62" y="99"/>
                      <a:pt x="65" y="98"/>
                      <a:pt x="67" y="97"/>
                    </a:cubicBezTo>
                    <a:cubicBezTo>
                      <a:pt x="68" y="97"/>
                      <a:pt x="71" y="97"/>
                      <a:pt x="72" y="96"/>
                    </a:cubicBezTo>
                    <a:cubicBezTo>
                      <a:pt x="76" y="93"/>
                      <a:pt x="80" y="90"/>
                      <a:pt x="85" y="87"/>
                    </a:cubicBezTo>
                    <a:cubicBezTo>
                      <a:pt x="90" y="84"/>
                      <a:pt x="95" y="80"/>
                      <a:pt x="100" y="77"/>
                    </a:cubicBezTo>
                    <a:cubicBezTo>
                      <a:pt x="101" y="77"/>
                      <a:pt x="102" y="76"/>
                      <a:pt x="104" y="75"/>
                    </a:cubicBezTo>
                    <a:cubicBezTo>
                      <a:pt x="102" y="71"/>
                      <a:pt x="101" y="70"/>
                      <a:pt x="97" y="69"/>
                    </a:cubicBezTo>
                    <a:cubicBezTo>
                      <a:pt x="96" y="69"/>
                      <a:pt x="94" y="69"/>
                      <a:pt x="94" y="69"/>
                    </a:cubicBezTo>
                    <a:cubicBezTo>
                      <a:pt x="94" y="66"/>
                      <a:pt x="94" y="65"/>
                      <a:pt x="92" y="63"/>
                    </a:cubicBezTo>
                    <a:cubicBezTo>
                      <a:pt x="91" y="61"/>
                      <a:pt x="91" y="61"/>
                      <a:pt x="92" y="60"/>
                    </a:cubicBezTo>
                    <a:cubicBezTo>
                      <a:pt x="94" y="58"/>
                      <a:pt x="93" y="57"/>
                      <a:pt x="93" y="55"/>
                    </a:cubicBezTo>
                    <a:cubicBezTo>
                      <a:pt x="93" y="53"/>
                      <a:pt x="94" y="52"/>
                      <a:pt x="93" y="50"/>
                    </a:cubicBezTo>
                    <a:cubicBezTo>
                      <a:pt x="93" y="49"/>
                      <a:pt x="93" y="48"/>
                      <a:pt x="93" y="46"/>
                    </a:cubicBezTo>
                    <a:cubicBezTo>
                      <a:pt x="93" y="45"/>
                      <a:pt x="93" y="43"/>
                      <a:pt x="92" y="42"/>
                    </a:cubicBezTo>
                    <a:cubicBezTo>
                      <a:pt x="91" y="41"/>
                      <a:pt x="91" y="39"/>
                      <a:pt x="91" y="37"/>
                    </a:cubicBezTo>
                    <a:cubicBezTo>
                      <a:pt x="91" y="34"/>
                      <a:pt x="90" y="30"/>
                      <a:pt x="87" y="27"/>
                    </a:cubicBezTo>
                    <a:cubicBezTo>
                      <a:pt x="85" y="25"/>
                      <a:pt x="83" y="23"/>
                      <a:pt x="82" y="20"/>
                    </a:cubicBezTo>
                    <a:cubicBezTo>
                      <a:pt x="80" y="16"/>
                      <a:pt x="84" y="17"/>
                      <a:pt x="85" y="13"/>
                    </a:cubicBezTo>
                    <a:cubicBezTo>
                      <a:pt x="85" y="9"/>
                      <a:pt x="85" y="6"/>
                      <a:pt x="86" y="2"/>
                    </a:cubicBezTo>
                    <a:cubicBezTo>
                      <a:pt x="85" y="2"/>
                      <a:pt x="85" y="1"/>
                      <a:pt x="84" y="1"/>
                    </a:cubicBezTo>
                    <a:cubicBezTo>
                      <a:pt x="82" y="2"/>
                      <a:pt x="82" y="0"/>
                      <a:pt x="81" y="0"/>
                    </a:cubicBezTo>
                    <a:cubicBezTo>
                      <a:pt x="80" y="0"/>
                      <a:pt x="80" y="1"/>
                      <a:pt x="79" y="1"/>
                    </a:cubicBezTo>
                    <a:cubicBezTo>
                      <a:pt x="77" y="1"/>
                      <a:pt x="77" y="0"/>
                      <a:pt x="75" y="0"/>
                    </a:cubicBezTo>
                    <a:cubicBezTo>
                      <a:pt x="74" y="1"/>
                      <a:pt x="73" y="1"/>
                      <a:pt x="72" y="2"/>
                    </a:cubicBezTo>
                    <a:cubicBezTo>
                      <a:pt x="70" y="3"/>
                      <a:pt x="70" y="2"/>
                      <a:pt x="68" y="1"/>
                    </a:cubicBezTo>
                    <a:cubicBezTo>
                      <a:pt x="66" y="1"/>
                      <a:pt x="63" y="1"/>
                      <a:pt x="61" y="2"/>
                    </a:cubicBezTo>
                    <a:cubicBezTo>
                      <a:pt x="56" y="3"/>
                      <a:pt x="51" y="3"/>
                      <a:pt x="46" y="5"/>
                    </a:cubicBezTo>
                    <a:cubicBezTo>
                      <a:pt x="45" y="6"/>
                      <a:pt x="44" y="7"/>
                      <a:pt x="43" y="7"/>
                    </a:cubicBezTo>
                    <a:cubicBezTo>
                      <a:pt x="42" y="8"/>
                      <a:pt x="40" y="8"/>
                      <a:pt x="39" y="8"/>
                    </a:cubicBezTo>
                    <a:cubicBezTo>
                      <a:pt x="37" y="9"/>
                      <a:pt x="37" y="12"/>
                      <a:pt x="34" y="12"/>
                    </a:cubicBezTo>
                    <a:cubicBezTo>
                      <a:pt x="35" y="15"/>
                      <a:pt x="35" y="18"/>
                      <a:pt x="35" y="22"/>
                    </a:cubicBezTo>
                    <a:cubicBezTo>
                      <a:pt x="36" y="23"/>
                      <a:pt x="35" y="20"/>
                      <a:pt x="35" y="2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0" name="Freeform 776">
                <a:extLst>
                  <a:ext uri="{FF2B5EF4-FFF2-40B4-BE49-F238E27FC236}">
                    <a16:creationId xmlns:a16="http://schemas.microsoft.com/office/drawing/2014/main" id="{D041890D-6A7C-520E-FBC7-DCD68A9DC1DE}"/>
                  </a:ext>
                </a:extLst>
              </p:cNvPr>
              <p:cNvSpPr>
                <a:spLocks/>
              </p:cNvSpPr>
              <p:nvPr/>
            </p:nvSpPr>
            <p:spPr bwMode="auto">
              <a:xfrm>
                <a:off x="8295732" y="3719582"/>
                <a:ext cx="2850322" cy="2124760"/>
              </a:xfrm>
              <a:custGeom>
                <a:avLst/>
                <a:gdLst>
                  <a:gd name="T0" fmla="*/ 33 w 305"/>
                  <a:gd name="T1" fmla="*/ 54 h 227"/>
                  <a:gd name="T2" fmla="*/ 1 w 305"/>
                  <a:gd name="T3" fmla="*/ 63 h 227"/>
                  <a:gd name="T4" fmla="*/ 19 w 305"/>
                  <a:gd name="T5" fmla="*/ 72 h 227"/>
                  <a:gd name="T6" fmla="*/ 24 w 305"/>
                  <a:gd name="T7" fmla="*/ 75 h 227"/>
                  <a:gd name="T8" fmla="*/ 20 w 305"/>
                  <a:gd name="T9" fmla="*/ 81 h 227"/>
                  <a:gd name="T10" fmla="*/ 36 w 305"/>
                  <a:gd name="T11" fmla="*/ 86 h 227"/>
                  <a:gd name="T12" fmla="*/ 73 w 305"/>
                  <a:gd name="T13" fmla="*/ 93 h 227"/>
                  <a:gd name="T14" fmla="*/ 87 w 305"/>
                  <a:gd name="T15" fmla="*/ 112 h 227"/>
                  <a:gd name="T16" fmla="*/ 88 w 305"/>
                  <a:gd name="T17" fmla="*/ 122 h 227"/>
                  <a:gd name="T18" fmla="*/ 89 w 305"/>
                  <a:gd name="T19" fmla="*/ 131 h 227"/>
                  <a:gd name="T20" fmla="*/ 104 w 305"/>
                  <a:gd name="T21" fmla="*/ 129 h 227"/>
                  <a:gd name="T22" fmla="*/ 106 w 305"/>
                  <a:gd name="T23" fmla="*/ 135 h 227"/>
                  <a:gd name="T24" fmla="*/ 106 w 305"/>
                  <a:gd name="T25" fmla="*/ 144 h 227"/>
                  <a:gd name="T26" fmla="*/ 109 w 305"/>
                  <a:gd name="T27" fmla="*/ 155 h 227"/>
                  <a:gd name="T28" fmla="*/ 106 w 305"/>
                  <a:gd name="T29" fmla="*/ 160 h 227"/>
                  <a:gd name="T30" fmla="*/ 100 w 305"/>
                  <a:gd name="T31" fmla="*/ 162 h 227"/>
                  <a:gd name="T32" fmla="*/ 112 w 305"/>
                  <a:gd name="T33" fmla="*/ 165 h 227"/>
                  <a:gd name="T34" fmla="*/ 112 w 305"/>
                  <a:gd name="T35" fmla="*/ 169 h 227"/>
                  <a:gd name="T36" fmla="*/ 107 w 305"/>
                  <a:gd name="T37" fmla="*/ 172 h 227"/>
                  <a:gd name="T38" fmla="*/ 107 w 305"/>
                  <a:gd name="T39" fmla="*/ 180 h 227"/>
                  <a:gd name="T40" fmla="*/ 110 w 305"/>
                  <a:gd name="T41" fmla="*/ 192 h 227"/>
                  <a:gd name="T42" fmla="*/ 114 w 305"/>
                  <a:gd name="T43" fmla="*/ 193 h 227"/>
                  <a:gd name="T44" fmla="*/ 120 w 305"/>
                  <a:gd name="T45" fmla="*/ 210 h 227"/>
                  <a:gd name="T46" fmla="*/ 138 w 305"/>
                  <a:gd name="T47" fmla="*/ 219 h 227"/>
                  <a:gd name="T48" fmla="*/ 142 w 305"/>
                  <a:gd name="T49" fmla="*/ 224 h 227"/>
                  <a:gd name="T50" fmla="*/ 151 w 305"/>
                  <a:gd name="T51" fmla="*/ 214 h 227"/>
                  <a:gd name="T52" fmla="*/ 156 w 305"/>
                  <a:gd name="T53" fmla="*/ 200 h 227"/>
                  <a:gd name="T54" fmla="*/ 163 w 305"/>
                  <a:gd name="T55" fmla="*/ 192 h 227"/>
                  <a:gd name="T56" fmla="*/ 173 w 305"/>
                  <a:gd name="T57" fmla="*/ 179 h 227"/>
                  <a:gd name="T58" fmla="*/ 193 w 305"/>
                  <a:gd name="T59" fmla="*/ 173 h 227"/>
                  <a:gd name="T60" fmla="*/ 216 w 305"/>
                  <a:gd name="T61" fmla="*/ 160 h 227"/>
                  <a:gd name="T62" fmla="*/ 232 w 305"/>
                  <a:gd name="T63" fmla="*/ 142 h 227"/>
                  <a:gd name="T64" fmla="*/ 234 w 305"/>
                  <a:gd name="T65" fmla="*/ 130 h 227"/>
                  <a:gd name="T66" fmla="*/ 253 w 305"/>
                  <a:gd name="T67" fmla="*/ 129 h 227"/>
                  <a:gd name="T68" fmla="*/ 233 w 305"/>
                  <a:gd name="T69" fmla="*/ 119 h 227"/>
                  <a:gd name="T70" fmla="*/ 238 w 305"/>
                  <a:gd name="T71" fmla="*/ 113 h 227"/>
                  <a:gd name="T72" fmla="*/ 262 w 305"/>
                  <a:gd name="T73" fmla="*/ 112 h 227"/>
                  <a:gd name="T74" fmla="*/ 258 w 305"/>
                  <a:gd name="T75" fmla="*/ 106 h 227"/>
                  <a:gd name="T76" fmla="*/ 266 w 305"/>
                  <a:gd name="T77" fmla="*/ 95 h 227"/>
                  <a:gd name="T78" fmla="*/ 253 w 305"/>
                  <a:gd name="T79" fmla="*/ 80 h 227"/>
                  <a:gd name="T80" fmla="*/ 263 w 305"/>
                  <a:gd name="T81" fmla="*/ 66 h 227"/>
                  <a:gd name="T82" fmla="*/ 268 w 305"/>
                  <a:gd name="T83" fmla="*/ 51 h 227"/>
                  <a:gd name="T84" fmla="*/ 283 w 305"/>
                  <a:gd name="T85" fmla="*/ 38 h 227"/>
                  <a:gd name="T86" fmla="*/ 291 w 305"/>
                  <a:gd name="T87" fmla="*/ 33 h 227"/>
                  <a:gd name="T88" fmla="*/ 259 w 305"/>
                  <a:gd name="T89" fmla="*/ 28 h 227"/>
                  <a:gd name="T90" fmla="*/ 238 w 305"/>
                  <a:gd name="T91" fmla="*/ 21 h 227"/>
                  <a:gd name="T92" fmla="*/ 256 w 305"/>
                  <a:gd name="T93" fmla="*/ 14 h 227"/>
                  <a:gd name="T94" fmla="*/ 206 w 305"/>
                  <a:gd name="T95" fmla="*/ 8 h 227"/>
                  <a:gd name="T96" fmla="*/ 213 w 305"/>
                  <a:gd name="T97" fmla="*/ 0 h 227"/>
                  <a:gd name="T98" fmla="*/ 173 w 305"/>
                  <a:gd name="T99" fmla="*/ 8 h 227"/>
                  <a:gd name="T100" fmla="*/ 155 w 305"/>
                  <a:gd name="T101" fmla="*/ 10 h 227"/>
                  <a:gd name="T102" fmla="*/ 154 w 305"/>
                  <a:gd name="T103" fmla="*/ 11 h 227"/>
                  <a:gd name="T104" fmla="*/ 140 w 305"/>
                  <a:gd name="T105" fmla="*/ 14 h 227"/>
                  <a:gd name="T106" fmla="*/ 111 w 305"/>
                  <a:gd name="T107" fmla="*/ 14 h 227"/>
                  <a:gd name="T108" fmla="*/ 98 w 305"/>
                  <a:gd name="T109" fmla="*/ 23 h 227"/>
                  <a:gd name="T110" fmla="*/ 73 w 305"/>
                  <a:gd name="T111" fmla="*/ 21 h 227"/>
                  <a:gd name="T112" fmla="*/ 55 w 305"/>
                  <a:gd name="T113" fmla="*/ 3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5" h="227">
                    <a:moveTo>
                      <a:pt x="32" y="37"/>
                    </a:moveTo>
                    <a:cubicBezTo>
                      <a:pt x="31" y="38"/>
                      <a:pt x="26" y="40"/>
                      <a:pt x="27" y="41"/>
                    </a:cubicBezTo>
                    <a:cubicBezTo>
                      <a:pt x="28" y="42"/>
                      <a:pt x="30" y="42"/>
                      <a:pt x="32" y="43"/>
                    </a:cubicBezTo>
                    <a:cubicBezTo>
                      <a:pt x="34" y="43"/>
                      <a:pt x="36" y="43"/>
                      <a:pt x="39" y="43"/>
                    </a:cubicBezTo>
                    <a:cubicBezTo>
                      <a:pt x="39" y="43"/>
                      <a:pt x="44" y="42"/>
                      <a:pt x="45" y="42"/>
                    </a:cubicBezTo>
                    <a:cubicBezTo>
                      <a:pt x="44" y="42"/>
                      <a:pt x="42" y="43"/>
                      <a:pt x="41" y="44"/>
                    </a:cubicBezTo>
                    <a:cubicBezTo>
                      <a:pt x="40" y="45"/>
                      <a:pt x="39" y="46"/>
                      <a:pt x="40" y="48"/>
                    </a:cubicBezTo>
                    <a:cubicBezTo>
                      <a:pt x="42" y="50"/>
                      <a:pt x="36" y="55"/>
                      <a:pt x="33" y="54"/>
                    </a:cubicBezTo>
                    <a:cubicBezTo>
                      <a:pt x="32" y="53"/>
                      <a:pt x="30" y="54"/>
                      <a:pt x="28" y="54"/>
                    </a:cubicBezTo>
                    <a:cubicBezTo>
                      <a:pt x="27" y="53"/>
                      <a:pt x="25" y="54"/>
                      <a:pt x="24" y="54"/>
                    </a:cubicBezTo>
                    <a:cubicBezTo>
                      <a:pt x="23" y="54"/>
                      <a:pt x="21" y="54"/>
                      <a:pt x="20" y="56"/>
                    </a:cubicBezTo>
                    <a:cubicBezTo>
                      <a:pt x="19" y="57"/>
                      <a:pt x="18" y="57"/>
                      <a:pt x="16" y="57"/>
                    </a:cubicBezTo>
                    <a:cubicBezTo>
                      <a:pt x="13" y="58"/>
                      <a:pt x="10" y="59"/>
                      <a:pt x="7" y="59"/>
                    </a:cubicBezTo>
                    <a:cubicBezTo>
                      <a:pt x="6" y="59"/>
                      <a:pt x="4" y="58"/>
                      <a:pt x="4" y="59"/>
                    </a:cubicBezTo>
                    <a:cubicBezTo>
                      <a:pt x="3" y="60"/>
                      <a:pt x="0" y="60"/>
                      <a:pt x="0" y="62"/>
                    </a:cubicBezTo>
                    <a:cubicBezTo>
                      <a:pt x="0" y="63"/>
                      <a:pt x="1" y="62"/>
                      <a:pt x="1" y="63"/>
                    </a:cubicBezTo>
                    <a:cubicBezTo>
                      <a:pt x="1" y="63"/>
                      <a:pt x="0" y="64"/>
                      <a:pt x="0" y="64"/>
                    </a:cubicBezTo>
                    <a:cubicBezTo>
                      <a:pt x="0" y="65"/>
                      <a:pt x="2" y="67"/>
                      <a:pt x="3" y="68"/>
                    </a:cubicBezTo>
                    <a:cubicBezTo>
                      <a:pt x="3" y="68"/>
                      <a:pt x="4" y="67"/>
                      <a:pt x="4" y="67"/>
                    </a:cubicBezTo>
                    <a:cubicBezTo>
                      <a:pt x="5" y="66"/>
                      <a:pt x="6" y="67"/>
                      <a:pt x="7" y="68"/>
                    </a:cubicBezTo>
                    <a:cubicBezTo>
                      <a:pt x="8" y="68"/>
                      <a:pt x="13" y="69"/>
                      <a:pt x="13" y="67"/>
                    </a:cubicBezTo>
                    <a:cubicBezTo>
                      <a:pt x="13" y="68"/>
                      <a:pt x="12" y="68"/>
                      <a:pt x="13" y="69"/>
                    </a:cubicBezTo>
                    <a:cubicBezTo>
                      <a:pt x="13" y="70"/>
                      <a:pt x="15" y="71"/>
                      <a:pt x="16" y="71"/>
                    </a:cubicBezTo>
                    <a:cubicBezTo>
                      <a:pt x="17" y="72"/>
                      <a:pt x="18" y="72"/>
                      <a:pt x="19" y="72"/>
                    </a:cubicBezTo>
                    <a:cubicBezTo>
                      <a:pt x="21" y="72"/>
                      <a:pt x="21" y="70"/>
                      <a:pt x="22" y="71"/>
                    </a:cubicBezTo>
                    <a:cubicBezTo>
                      <a:pt x="24" y="71"/>
                      <a:pt x="27" y="71"/>
                      <a:pt x="28" y="71"/>
                    </a:cubicBezTo>
                    <a:cubicBezTo>
                      <a:pt x="29" y="71"/>
                      <a:pt x="29" y="70"/>
                      <a:pt x="30" y="69"/>
                    </a:cubicBezTo>
                    <a:cubicBezTo>
                      <a:pt x="31" y="69"/>
                      <a:pt x="34" y="71"/>
                      <a:pt x="34" y="72"/>
                    </a:cubicBezTo>
                    <a:cubicBezTo>
                      <a:pt x="34" y="73"/>
                      <a:pt x="24" y="72"/>
                      <a:pt x="22" y="73"/>
                    </a:cubicBezTo>
                    <a:cubicBezTo>
                      <a:pt x="20" y="73"/>
                      <a:pt x="23" y="74"/>
                      <a:pt x="24" y="74"/>
                    </a:cubicBezTo>
                    <a:cubicBezTo>
                      <a:pt x="26" y="75"/>
                      <a:pt x="27" y="74"/>
                      <a:pt x="29" y="75"/>
                    </a:cubicBezTo>
                    <a:cubicBezTo>
                      <a:pt x="28" y="74"/>
                      <a:pt x="26" y="75"/>
                      <a:pt x="24" y="75"/>
                    </a:cubicBezTo>
                    <a:cubicBezTo>
                      <a:pt x="21" y="75"/>
                      <a:pt x="18" y="74"/>
                      <a:pt x="15" y="74"/>
                    </a:cubicBezTo>
                    <a:cubicBezTo>
                      <a:pt x="13" y="74"/>
                      <a:pt x="9" y="74"/>
                      <a:pt x="9" y="76"/>
                    </a:cubicBezTo>
                    <a:cubicBezTo>
                      <a:pt x="8" y="77"/>
                      <a:pt x="11" y="78"/>
                      <a:pt x="12" y="78"/>
                    </a:cubicBezTo>
                    <a:cubicBezTo>
                      <a:pt x="13" y="78"/>
                      <a:pt x="15" y="77"/>
                      <a:pt x="15" y="77"/>
                    </a:cubicBezTo>
                    <a:cubicBezTo>
                      <a:pt x="16" y="78"/>
                      <a:pt x="15" y="78"/>
                      <a:pt x="15" y="79"/>
                    </a:cubicBezTo>
                    <a:cubicBezTo>
                      <a:pt x="16" y="80"/>
                      <a:pt x="18" y="80"/>
                      <a:pt x="19" y="80"/>
                    </a:cubicBezTo>
                    <a:cubicBezTo>
                      <a:pt x="21" y="80"/>
                      <a:pt x="23" y="80"/>
                      <a:pt x="25" y="80"/>
                    </a:cubicBezTo>
                    <a:cubicBezTo>
                      <a:pt x="25" y="80"/>
                      <a:pt x="21" y="81"/>
                      <a:pt x="20" y="81"/>
                    </a:cubicBezTo>
                    <a:cubicBezTo>
                      <a:pt x="16" y="82"/>
                      <a:pt x="19" y="84"/>
                      <a:pt x="21" y="85"/>
                    </a:cubicBezTo>
                    <a:cubicBezTo>
                      <a:pt x="23" y="86"/>
                      <a:pt x="25" y="86"/>
                      <a:pt x="27" y="87"/>
                    </a:cubicBezTo>
                    <a:cubicBezTo>
                      <a:pt x="27" y="87"/>
                      <a:pt x="31" y="87"/>
                      <a:pt x="31" y="87"/>
                    </a:cubicBezTo>
                    <a:cubicBezTo>
                      <a:pt x="31" y="87"/>
                      <a:pt x="29" y="86"/>
                      <a:pt x="29" y="85"/>
                    </a:cubicBezTo>
                    <a:cubicBezTo>
                      <a:pt x="29" y="84"/>
                      <a:pt x="31" y="85"/>
                      <a:pt x="31" y="85"/>
                    </a:cubicBezTo>
                    <a:cubicBezTo>
                      <a:pt x="32" y="86"/>
                      <a:pt x="33" y="85"/>
                      <a:pt x="34" y="84"/>
                    </a:cubicBezTo>
                    <a:cubicBezTo>
                      <a:pt x="34" y="84"/>
                      <a:pt x="35" y="83"/>
                      <a:pt x="36" y="83"/>
                    </a:cubicBezTo>
                    <a:cubicBezTo>
                      <a:pt x="37" y="84"/>
                      <a:pt x="36" y="86"/>
                      <a:pt x="36" y="86"/>
                    </a:cubicBezTo>
                    <a:cubicBezTo>
                      <a:pt x="37" y="87"/>
                      <a:pt x="40" y="85"/>
                      <a:pt x="41" y="85"/>
                    </a:cubicBezTo>
                    <a:cubicBezTo>
                      <a:pt x="43" y="84"/>
                      <a:pt x="43" y="84"/>
                      <a:pt x="44" y="85"/>
                    </a:cubicBezTo>
                    <a:cubicBezTo>
                      <a:pt x="45" y="86"/>
                      <a:pt x="46" y="84"/>
                      <a:pt x="47" y="84"/>
                    </a:cubicBezTo>
                    <a:cubicBezTo>
                      <a:pt x="48" y="83"/>
                      <a:pt x="50" y="84"/>
                      <a:pt x="51" y="84"/>
                    </a:cubicBezTo>
                    <a:cubicBezTo>
                      <a:pt x="54" y="84"/>
                      <a:pt x="58" y="85"/>
                      <a:pt x="61" y="86"/>
                    </a:cubicBezTo>
                    <a:cubicBezTo>
                      <a:pt x="63" y="86"/>
                      <a:pt x="65" y="88"/>
                      <a:pt x="67" y="88"/>
                    </a:cubicBezTo>
                    <a:cubicBezTo>
                      <a:pt x="69" y="88"/>
                      <a:pt x="71" y="89"/>
                      <a:pt x="72" y="90"/>
                    </a:cubicBezTo>
                    <a:cubicBezTo>
                      <a:pt x="74" y="91"/>
                      <a:pt x="73" y="92"/>
                      <a:pt x="73" y="93"/>
                    </a:cubicBezTo>
                    <a:cubicBezTo>
                      <a:pt x="73" y="94"/>
                      <a:pt x="75" y="96"/>
                      <a:pt x="76" y="96"/>
                    </a:cubicBezTo>
                    <a:cubicBezTo>
                      <a:pt x="77" y="97"/>
                      <a:pt x="79" y="96"/>
                      <a:pt x="80" y="97"/>
                    </a:cubicBezTo>
                    <a:cubicBezTo>
                      <a:pt x="80" y="99"/>
                      <a:pt x="82" y="100"/>
                      <a:pt x="83" y="101"/>
                    </a:cubicBezTo>
                    <a:cubicBezTo>
                      <a:pt x="84" y="102"/>
                      <a:pt x="83" y="104"/>
                      <a:pt x="84" y="105"/>
                    </a:cubicBezTo>
                    <a:cubicBezTo>
                      <a:pt x="84" y="106"/>
                      <a:pt x="86" y="107"/>
                      <a:pt x="86" y="109"/>
                    </a:cubicBezTo>
                    <a:cubicBezTo>
                      <a:pt x="86" y="110"/>
                      <a:pt x="85" y="110"/>
                      <a:pt x="86" y="111"/>
                    </a:cubicBezTo>
                    <a:cubicBezTo>
                      <a:pt x="86" y="111"/>
                      <a:pt x="87" y="112"/>
                      <a:pt x="87" y="112"/>
                    </a:cubicBezTo>
                    <a:cubicBezTo>
                      <a:pt x="87" y="112"/>
                      <a:pt x="87" y="112"/>
                      <a:pt x="87" y="112"/>
                    </a:cubicBezTo>
                    <a:cubicBezTo>
                      <a:pt x="88" y="111"/>
                      <a:pt x="90" y="113"/>
                      <a:pt x="89" y="114"/>
                    </a:cubicBezTo>
                    <a:cubicBezTo>
                      <a:pt x="88" y="115"/>
                      <a:pt x="88" y="115"/>
                      <a:pt x="88" y="117"/>
                    </a:cubicBezTo>
                    <a:cubicBezTo>
                      <a:pt x="88" y="116"/>
                      <a:pt x="90" y="115"/>
                      <a:pt x="91" y="117"/>
                    </a:cubicBezTo>
                    <a:cubicBezTo>
                      <a:pt x="91" y="118"/>
                      <a:pt x="91" y="118"/>
                      <a:pt x="91" y="119"/>
                    </a:cubicBezTo>
                    <a:cubicBezTo>
                      <a:pt x="91" y="119"/>
                      <a:pt x="91" y="121"/>
                      <a:pt x="91" y="120"/>
                    </a:cubicBezTo>
                    <a:cubicBezTo>
                      <a:pt x="91" y="121"/>
                      <a:pt x="93" y="121"/>
                      <a:pt x="93" y="121"/>
                    </a:cubicBezTo>
                    <a:cubicBezTo>
                      <a:pt x="92" y="120"/>
                      <a:pt x="89" y="126"/>
                      <a:pt x="90" y="122"/>
                    </a:cubicBezTo>
                    <a:cubicBezTo>
                      <a:pt x="90" y="122"/>
                      <a:pt x="88" y="121"/>
                      <a:pt x="88" y="122"/>
                    </a:cubicBezTo>
                    <a:cubicBezTo>
                      <a:pt x="88" y="122"/>
                      <a:pt x="89" y="122"/>
                      <a:pt x="89" y="122"/>
                    </a:cubicBezTo>
                    <a:cubicBezTo>
                      <a:pt x="89" y="123"/>
                      <a:pt x="86" y="123"/>
                      <a:pt x="87" y="124"/>
                    </a:cubicBezTo>
                    <a:cubicBezTo>
                      <a:pt x="87" y="124"/>
                      <a:pt x="90" y="125"/>
                      <a:pt x="89" y="125"/>
                    </a:cubicBezTo>
                    <a:cubicBezTo>
                      <a:pt x="87" y="127"/>
                      <a:pt x="91" y="127"/>
                      <a:pt x="92" y="126"/>
                    </a:cubicBezTo>
                    <a:cubicBezTo>
                      <a:pt x="91" y="127"/>
                      <a:pt x="90" y="127"/>
                      <a:pt x="88" y="127"/>
                    </a:cubicBezTo>
                    <a:cubicBezTo>
                      <a:pt x="88" y="127"/>
                      <a:pt x="86" y="129"/>
                      <a:pt x="86" y="129"/>
                    </a:cubicBezTo>
                    <a:cubicBezTo>
                      <a:pt x="86" y="129"/>
                      <a:pt x="87" y="130"/>
                      <a:pt x="87" y="130"/>
                    </a:cubicBezTo>
                    <a:cubicBezTo>
                      <a:pt x="89" y="131"/>
                      <a:pt x="88" y="131"/>
                      <a:pt x="89" y="131"/>
                    </a:cubicBezTo>
                    <a:cubicBezTo>
                      <a:pt x="90" y="131"/>
                      <a:pt x="94" y="133"/>
                      <a:pt x="95" y="131"/>
                    </a:cubicBezTo>
                    <a:cubicBezTo>
                      <a:pt x="95" y="128"/>
                      <a:pt x="97" y="129"/>
                      <a:pt x="98" y="128"/>
                    </a:cubicBezTo>
                    <a:cubicBezTo>
                      <a:pt x="98" y="128"/>
                      <a:pt x="96" y="122"/>
                      <a:pt x="96" y="122"/>
                    </a:cubicBezTo>
                    <a:cubicBezTo>
                      <a:pt x="96" y="123"/>
                      <a:pt x="98" y="126"/>
                      <a:pt x="98" y="126"/>
                    </a:cubicBezTo>
                    <a:cubicBezTo>
                      <a:pt x="99" y="128"/>
                      <a:pt x="100" y="126"/>
                      <a:pt x="101" y="126"/>
                    </a:cubicBezTo>
                    <a:cubicBezTo>
                      <a:pt x="101" y="126"/>
                      <a:pt x="98" y="130"/>
                      <a:pt x="98" y="130"/>
                    </a:cubicBezTo>
                    <a:cubicBezTo>
                      <a:pt x="98" y="130"/>
                      <a:pt x="102" y="129"/>
                      <a:pt x="102" y="129"/>
                    </a:cubicBezTo>
                    <a:cubicBezTo>
                      <a:pt x="103" y="129"/>
                      <a:pt x="104" y="129"/>
                      <a:pt x="104" y="129"/>
                    </a:cubicBezTo>
                    <a:cubicBezTo>
                      <a:pt x="105" y="129"/>
                      <a:pt x="106" y="128"/>
                      <a:pt x="107" y="128"/>
                    </a:cubicBezTo>
                    <a:cubicBezTo>
                      <a:pt x="107" y="129"/>
                      <a:pt x="106" y="130"/>
                      <a:pt x="105" y="130"/>
                    </a:cubicBezTo>
                    <a:cubicBezTo>
                      <a:pt x="104" y="130"/>
                      <a:pt x="102" y="130"/>
                      <a:pt x="101" y="131"/>
                    </a:cubicBezTo>
                    <a:cubicBezTo>
                      <a:pt x="100" y="132"/>
                      <a:pt x="103" y="131"/>
                      <a:pt x="103" y="131"/>
                    </a:cubicBezTo>
                    <a:cubicBezTo>
                      <a:pt x="105" y="131"/>
                      <a:pt x="107" y="131"/>
                      <a:pt x="109" y="131"/>
                    </a:cubicBezTo>
                    <a:cubicBezTo>
                      <a:pt x="108" y="131"/>
                      <a:pt x="104" y="131"/>
                      <a:pt x="104" y="132"/>
                    </a:cubicBezTo>
                    <a:cubicBezTo>
                      <a:pt x="104" y="132"/>
                      <a:pt x="106" y="133"/>
                      <a:pt x="106" y="134"/>
                    </a:cubicBezTo>
                    <a:cubicBezTo>
                      <a:pt x="106" y="134"/>
                      <a:pt x="106" y="135"/>
                      <a:pt x="106" y="135"/>
                    </a:cubicBezTo>
                    <a:cubicBezTo>
                      <a:pt x="106" y="136"/>
                      <a:pt x="105" y="136"/>
                      <a:pt x="106" y="137"/>
                    </a:cubicBezTo>
                    <a:cubicBezTo>
                      <a:pt x="106" y="137"/>
                      <a:pt x="108" y="136"/>
                      <a:pt x="109" y="136"/>
                    </a:cubicBezTo>
                    <a:cubicBezTo>
                      <a:pt x="110" y="136"/>
                      <a:pt x="109" y="136"/>
                      <a:pt x="110" y="137"/>
                    </a:cubicBezTo>
                    <a:cubicBezTo>
                      <a:pt x="111" y="138"/>
                      <a:pt x="111" y="139"/>
                      <a:pt x="112" y="140"/>
                    </a:cubicBezTo>
                    <a:cubicBezTo>
                      <a:pt x="112" y="141"/>
                      <a:pt x="109" y="141"/>
                      <a:pt x="109" y="141"/>
                    </a:cubicBezTo>
                    <a:cubicBezTo>
                      <a:pt x="105" y="138"/>
                      <a:pt x="99" y="136"/>
                      <a:pt x="95" y="137"/>
                    </a:cubicBezTo>
                    <a:cubicBezTo>
                      <a:pt x="91" y="137"/>
                      <a:pt x="96" y="140"/>
                      <a:pt x="98" y="140"/>
                    </a:cubicBezTo>
                    <a:cubicBezTo>
                      <a:pt x="101" y="141"/>
                      <a:pt x="103" y="144"/>
                      <a:pt x="106" y="144"/>
                    </a:cubicBezTo>
                    <a:cubicBezTo>
                      <a:pt x="107" y="144"/>
                      <a:pt x="108" y="143"/>
                      <a:pt x="110" y="143"/>
                    </a:cubicBezTo>
                    <a:cubicBezTo>
                      <a:pt x="110" y="144"/>
                      <a:pt x="113" y="144"/>
                      <a:pt x="113" y="144"/>
                    </a:cubicBezTo>
                    <a:cubicBezTo>
                      <a:pt x="114" y="145"/>
                      <a:pt x="113" y="146"/>
                      <a:pt x="113" y="146"/>
                    </a:cubicBezTo>
                    <a:cubicBezTo>
                      <a:pt x="110" y="147"/>
                      <a:pt x="114" y="148"/>
                      <a:pt x="113" y="149"/>
                    </a:cubicBezTo>
                    <a:cubicBezTo>
                      <a:pt x="113" y="150"/>
                      <a:pt x="111" y="149"/>
                      <a:pt x="111" y="151"/>
                    </a:cubicBezTo>
                    <a:cubicBezTo>
                      <a:pt x="111" y="152"/>
                      <a:pt x="113" y="152"/>
                      <a:pt x="113" y="152"/>
                    </a:cubicBezTo>
                    <a:cubicBezTo>
                      <a:pt x="112" y="153"/>
                      <a:pt x="110" y="151"/>
                      <a:pt x="110" y="152"/>
                    </a:cubicBezTo>
                    <a:cubicBezTo>
                      <a:pt x="109" y="153"/>
                      <a:pt x="109" y="154"/>
                      <a:pt x="109" y="155"/>
                    </a:cubicBezTo>
                    <a:cubicBezTo>
                      <a:pt x="109" y="155"/>
                      <a:pt x="111" y="155"/>
                      <a:pt x="111" y="155"/>
                    </a:cubicBezTo>
                    <a:cubicBezTo>
                      <a:pt x="111" y="156"/>
                      <a:pt x="109" y="157"/>
                      <a:pt x="108" y="157"/>
                    </a:cubicBezTo>
                    <a:cubicBezTo>
                      <a:pt x="107" y="157"/>
                      <a:pt x="106" y="157"/>
                      <a:pt x="105" y="157"/>
                    </a:cubicBezTo>
                    <a:cubicBezTo>
                      <a:pt x="104" y="156"/>
                      <a:pt x="103" y="156"/>
                      <a:pt x="102" y="157"/>
                    </a:cubicBezTo>
                    <a:cubicBezTo>
                      <a:pt x="101" y="158"/>
                      <a:pt x="101" y="157"/>
                      <a:pt x="100" y="158"/>
                    </a:cubicBezTo>
                    <a:cubicBezTo>
                      <a:pt x="100" y="158"/>
                      <a:pt x="103" y="161"/>
                      <a:pt x="104" y="161"/>
                    </a:cubicBezTo>
                    <a:cubicBezTo>
                      <a:pt x="104" y="160"/>
                      <a:pt x="104" y="160"/>
                      <a:pt x="103" y="160"/>
                    </a:cubicBezTo>
                    <a:cubicBezTo>
                      <a:pt x="103" y="160"/>
                      <a:pt x="106" y="160"/>
                      <a:pt x="106" y="160"/>
                    </a:cubicBezTo>
                    <a:cubicBezTo>
                      <a:pt x="106" y="160"/>
                      <a:pt x="111" y="158"/>
                      <a:pt x="111" y="159"/>
                    </a:cubicBezTo>
                    <a:cubicBezTo>
                      <a:pt x="110" y="159"/>
                      <a:pt x="109" y="159"/>
                      <a:pt x="108" y="160"/>
                    </a:cubicBezTo>
                    <a:cubicBezTo>
                      <a:pt x="109" y="159"/>
                      <a:pt x="111" y="161"/>
                      <a:pt x="110" y="161"/>
                    </a:cubicBezTo>
                    <a:cubicBezTo>
                      <a:pt x="111" y="161"/>
                      <a:pt x="114" y="162"/>
                      <a:pt x="115" y="162"/>
                    </a:cubicBezTo>
                    <a:cubicBezTo>
                      <a:pt x="114" y="162"/>
                      <a:pt x="112" y="162"/>
                      <a:pt x="112" y="162"/>
                    </a:cubicBezTo>
                    <a:cubicBezTo>
                      <a:pt x="112" y="162"/>
                      <a:pt x="116" y="165"/>
                      <a:pt x="116" y="165"/>
                    </a:cubicBezTo>
                    <a:cubicBezTo>
                      <a:pt x="113" y="165"/>
                      <a:pt x="111" y="161"/>
                      <a:pt x="108" y="161"/>
                    </a:cubicBezTo>
                    <a:cubicBezTo>
                      <a:pt x="106" y="161"/>
                      <a:pt x="101" y="160"/>
                      <a:pt x="100" y="162"/>
                    </a:cubicBezTo>
                    <a:cubicBezTo>
                      <a:pt x="100" y="163"/>
                      <a:pt x="99" y="163"/>
                      <a:pt x="98" y="164"/>
                    </a:cubicBezTo>
                    <a:cubicBezTo>
                      <a:pt x="97" y="164"/>
                      <a:pt x="97" y="166"/>
                      <a:pt x="98" y="165"/>
                    </a:cubicBezTo>
                    <a:cubicBezTo>
                      <a:pt x="100" y="165"/>
                      <a:pt x="102" y="164"/>
                      <a:pt x="103" y="162"/>
                    </a:cubicBezTo>
                    <a:cubicBezTo>
                      <a:pt x="103" y="163"/>
                      <a:pt x="105" y="163"/>
                      <a:pt x="105" y="163"/>
                    </a:cubicBezTo>
                    <a:cubicBezTo>
                      <a:pt x="106" y="163"/>
                      <a:pt x="108" y="166"/>
                      <a:pt x="108" y="163"/>
                    </a:cubicBezTo>
                    <a:cubicBezTo>
                      <a:pt x="108" y="162"/>
                      <a:pt x="110" y="164"/>
                      <a:pt x="110" y="164"/>
                    </a:cubicBezTo>
                    <a:cubicBezTo>
                      <a:pt x="110" y="164"/>
                      <a:pt x="114" y="164"/>
                      <a:pt x="113" y="165"/>
                    </a:cubicBezTo>
                    <a:cubicBezTo>
                      <a:pt x="113" y="165"/>
                      <a:pt x="112" y="165"/>
                      <a:pt x="112" y="165"/>
                    </a:cubicBezTo>
                    <a:cubicBezTo>
                      <a:pt x="112" y="165"/>
                      <a:pt x="114" y="166"/>
                      <a:pt x="114" y="166"/>
                    </a:cubicBezTo>
                    <a:cubicBezTo>
                      <a:pt x="113" y="166"/>
                      <a:pt x="111" y="166"/>
                      <a:pt x="110" y="165"/>
                    </a:cubicBezTo>
                    <a:cubicBezTo>
                      <a:pt x="109" y="164"/>
                      <a:pt x="109" y="165"/>
                      <a:pt x="109" y="166"/>
                    </a:cubicBezTo>
                    <a:cubicBezTo>
                      <a:pt x="109" y="165"/>
                      <a:pt x="103" y="164"/>
                      <a:pt x="102" y="164"/>
                    </a:cubicBezTo>
                    <a:cubicBezTo>
                      <a:pt x="101" y="164"/>
                      <a:pt x="95" y="166"/>
                      <a:pt x="96" y="168"/>
                    </a:cubicBezTo>
                    <a:cubicBezTo>
                      <a:pt x="97" y="169"/>
                      <a:pt x="103" y="167"/>
                      <a:pt x="104" y="167"/>
                    </a:cubicBezTo>
                    <a:cubicBezTo>
                      <a:pt x="105" y="167"/>
                      <a:pt x="107" y="167"/>
                      <a:pt x="108" y="168"/>
                    </a:cubicBezTo>
                    <a:cubicBezTo>
                      <a:pt x="108" y="168"/>
                      <a:pt x="112" y="169"/>
                      <a:pt x="112" y="169"/>
                    </a:cubicBezTo>
                    <a:cubicBezTo>
                      <a:pt x="112" y="170"/>
                      <a:pt x="107" y="168"/>
                      <a:pt x="107" y="168"/>
                    </a:cubicBezTo>
                    <a:cubicBezTo>
                      <a:pt x="105" y="167"/>
                      <a:pt x="102" y="168"/>
                      <a:pt x="100" y="168"/>
                    </a:cubicBezTo>
                    <a:cubicBezTo>
                      <a:pt x="93" y="170"/>
                      <a:pt x="101" y="172"/>
                      <a:pt x="103" y="171"/>
                    </a:cubicBezTo>
                    <a:cubicBezTo>
                      <a:pt x="102" y="172"/>
                      <a:pt x="101" y="173"/>
                      <a:pt x="99" y="173"/>
                    </a:cubicBezTo>
                    <a:cubicBezTo>
                      <a:pt x="96" y="174"/>
                      <a:pt x="101" y="175"/>
                      <a:pt x="101" y="175"/>
                    </a:cubicBezTo>
                    <a:cubicBezTo>
                      <a:pt x="101" y="175"/>
                      <a:pt x="97" y="174"/>
                      <a:pt x="97" y="176"/>
                    </a:cubicBezTo>
                    <a:cubicBezTo>
                      <a:pt x="97" y="179"/>
                      <a:pt x="99" y="177"/>
                      <a:pt x="101" y="176"/>
                    </a:cubicBezTo>
                    <a:cubicBezTo>
                      <a:pt x="103" y="175"/>
                      <a:pt x="105" y="173"/>
                      <a:pt x="107" y="172"/>
                    </a:cubicBezTo>
                    <a:cubicBezTo>
                      <a:pt x="108" y="172"/>
                      <a:pt x="114" y="169"/>
                      <a:pt x="114" y="171"/>
                    </a:cubicBezTo>
                    <a:cubicBezTo>
                      <a:pt x="114" y="171"/>
                      <a:pt x="111" y="171"/>
                      <a:pt x="111" y="171"/>
                    </a:cubicBezTo>
                    <a:cubicBezTo>
                      <a:pt x="111" y="171"/>
                      <a:pt x="113" y="171"/>
                      <a:pt x="114" y="172"/>
                    </a:cubicBezTo>
                    <a:cubicBezTo>
                      <a:pt x="111" y="170"/>
                      <a:pt x="98" y="178"/>
                      <a:pt x="99" y="179"/>
                    </a:cubicBezTo>
                    <a:cubicBezTo>
                      <a:pt x="99" y="180"/>
                      <a:pt x="105" y="178"/>
                      <a:pt x="106" y="178"/>
                    </a:cubicBezTo>
                    <a:cubicBezTo>
                      <a:pt x="106" y="178"/>
                      <a:pt x="102" y="179"/>
                      <a:pt x="101" y="180"/>
                    </a:cubicBezTo>
                    <a:cubicBezTo>
                      <a:pt x="101" y="180"/>
                      <a:pt x="103" y="184"/>
                      <a:pt x="104" y="183"/>
                    </a:cubicBezTo>
                    <a:cubicBezTo>
                      <a:pt x="105" y="182"/>
                      <a:pt x="106" y="180"/>
                      <a:pt x="107" y="180"/>
                    </a:cubicBezTo>
                    <a:cubicBezTo>
                      <a:pt x="108" y="180"/>
                      <a:pt x="112" y="181"/>
                      <a:pt x="112" y="181"/>
                    </a:cubicBezTo>
                    <a:cubicBezTo>
                      <a:pt x="112" y="181"/>
                      <a:pt x="108" y="181"/>
                      <a:pt x="108" y="181"/>
                    </a:cubicBezTo>
                    <a:cubicBezTo>
                      <a:pt x="106" y="181"/>
                      <a:pt x="105" y="182"/>
                      <a:pt x="104" y="183"/>
                    </a:cubicBezTo>
                    <a:cubicBezTo>
                      <a:pt x="104" y="184"/>
                      <a:pt x="104" y="185"/>
                      <a:pt x="104" y="186"/>
                    </a:cubicBezTo>
                    <a:cubicBezTo>
                      <a:pt x="105" y="189"/>
                      <a:pt x="105" y="188"/>
                      <a:pt x="107" y="187"/>
                    </a:cubicBezTo>
                    <a:cubicBezTo>
                      <a:pt x="106" y="188"/>
                      <a:pt x="105" y="192"/>
                      <a:pt x="106" y="193"/>
                    </a:cubicBezTo>
                    <a:cubicBezTo>
                      <a:pt x="106" y="193"/>
                      <a:pt x="109" y="189"/>
                      <a:pt x="110" y="189"/>
                    </a:cubicBezTo>
                    <a:cubicBezTo>
                      <a:pt x="110" y="190"/>
                      <a:pt x="109" y="191"/>
                      <a:pt x="110" y="192"/>
                    </a:cubicBezTo>
                    <a:cubicBezTo>
                      <a:pt x="110" y="193"/>
                      <a:pt x="111" y="191"/>
                      <a:pt x="112" y="191"/>
                    </a:cubicBezTo>
                    <a:cubicBezTo>
                      <a:pt x="114" y="189"/>
                      <a:pt x="110" y="187"/>
                      <a:pt x="110" y="186"/>
                    </a:cubicBezTo>
                    <a:cubicBezTo>
                      <a:pt x="110" y="186"/>
                      <a:pt x="112" y="189"/>
                      <a:pt x="113" y="189"/>
                    </a:cubicBezTo>
                    <a:cubicBezTo>
                      <a:pt x="114" y="190"/>
                      <a:pt x="114" y="189"/>
                      <a:pt x="115" y="188"/>
                    </a:cubicBezTo>
                    <a:cubicBezTo>
                      <a:pt x="114" y="188"/>
                      <a:pt x="117" y="191"/>
                      <a:pt x="116" y="192"/>
                    </a:cubicBezTo>
                    <a:cubicBezTo>
                      <a:pt x="117" y="191"/>
                      <a:pt x="114" y="189"/>
                      <a:pt x="114" y="191"/>
                    </a:cubicBezTo>
                    <a:cubicBezTo>
                      <a:pt x="114" y="193"/>
                      <a:pt x="116" y="195"/>
                      <a:pt x="114" y="196"/>
                    </a:cubicBezTo>
                    <a:cubicBezTo>
                      <a:pt x="114" y="196"/>
                      <a:pt x="114" y="193"/>
                      <a:pt x="114" y="193"/>
                    </a:cubicBezTo>
                    <a:cubicBezTo>
                      <a:pt x="114" y="192"/>
                      <a:pt x="112" y="194"/>
                      <a:pt x="111" y="194"/>
                    </a:cubicBezTo>
                    <a:cubicBezTo>
                      <a:pt x="110" y="194"/>
                      <a:pt x="109" y="196"/>
                      <a:pt x="109" y="197"/>
                    </a:cubicBezTo>
                    <a:cubicBezTo>
                      <a:pt x="108" y="199"/>
                      <a:pt x="111" y="197"/>
                      <a:pt x="111" y="198"/>
                    </a:cubicBezTo>
                    <a:cubicBezTo>
                      <a:pt x="112" y="199"/>
                      <a:pt x="110" y="200"/>
                      <a:pt x="110" y="200"/>
                    </a:cubicBezTo>
                    <a:cubicBezTo>
                      <a:pt x="110" y="200"/>
                      <a:pt x="112" y="199"/>
                      <a:pt x="113" y="201"/>
                    </a:cubicBezTo>
                    <a:cubicBezTo>
                      <a:pt x="113" y="203"/>
                      <a:pt x="115" y="204"/>
                      <a:pt x="115" y="205"/>
                    </a:cubicBezTo>
                    <a:cubicBezTo>
                      <a:pt x="114" y="207"/>
                      <a:pt x="115" y="207"/>
                      <a:pt x="117" y="209"/>
                    </a:cubicBezTo>
                    <a:cubicBezTo>
                      <a:pt x="118" y="210"/>
                      <a:pt x="119" y="212"/>
                      <a:pt x="120" y="210"/>
                    </a:cubicBezTo>
                    <a:cubicBezTo>
                      <a:pt x="120" y="210"/>
                      <a:pt x="121" y="215"/>
                      <a:pt x="122" y="215"/>
                    </a:cubicBezTo>
                    <a:cubicBezTo>
                      <a:pt x="123" y="216"/>
                      <a:pt x="122" y="215"/>
                      <a:pt x="123" y="215"/>
                    </a:cubicBezTo>
                    <a:cubicBezTo>
                      <a:pt x="124" y="216"/>
                      <a:pt x="125" y="217"/>
                      <a:pt x="126" y="218"/>
                    </a:cubicBezTo>
                    <a:cubicBezTo>
                      <a:pt x="128" y="219"/>
                      <a:pt x="130" y="220"/>
                      <a:pt x="132" y="219"/>
                    </a:cubicBezTo>
                    <a:cubicBezTo>
                      <a:pt x="133" y="219"/>
                      <a:pt x="136" y="219"/>
                      <a:pt x="136" y="218"/>
                    </a:cubicBezTo>
                    <a:cubicBezTo>
                      <a:pt x="136" y="218"/>
                      <a:pt x="136" y="221"/>
                      <a:pt x="136" y="221"/>
                    </a:cubicBezTo>
                    <a:cubicBezTo>
                      <a:pt x="136" y="221"/>
                      <a:pt x="138" y="217"/>
                      <a:pt x="138" y="218"/>
                    </a:cubicBezTo>
                    <a:cubicBezTo>
                      <a:pt x="139" y="218"/>
                      <a:pt x="138" y="219"/>
                      <a:pt x="138" y="219"/>
                    </a:cubicBezTo>
                    <a:cubicBezTo>
                      <a:pt x="138" y="220"/>
                      <a:pt x="139" y="220"/>
                      <a:pt x="139" y="220"/>
                    </a:cubicBezTo>
                    <a:cubicBezTo>
                      <a:pt x="139" y="220"/>
                      <a:pt x="136" y="221"/>
                      <a:pt x="137" y="222"/>
                    </a:cubicBezTo>
                    <a:cubicBezTo>
                      <a:pt x="138" y="222"/>
                      <a:pt x="138" y="222"/>
                      <a:pt x="139" y="221"/>
                    </a:cubicBezTo>
                    <a:cubicBezTo>
                      <a:pt x="140" y="222"/>
                      <a:pt x="139" y="223"/>
                      <a:pt x="139" y="223"/>
                    </a:cubicBezTo>
                    <a:cubicBezTo>
                      <a:pt x="139" y="224"/>
                      <a:pt x="142" y="221"/>
                      <a:pt x="142" y="222"/>
                    </a:cubicBezTo>
                    <a:cubicBezTo>
                      <a:pt x="142" y="223"/>
                      <a:pt x="140" y="224"/>
                      <a:pt x="140" y="225"/>
                    </a:cubicBezTo>
                    <a:cubicBezTo>
                      <a:pt x="140" y="224"/>
                      <a:pt x="143" y="223"/>
                      <a:pt x="142" y="225"/>
                    </a:cubicBezTo>
                    <a:cubicBezTo>
                      <a:pt x="142" y="225"/>
                      <a:pt x="142" y="225"/>
                      <a:pt x="142" y="224"/>
                    </a:cubicBezTo>
                    <a:cubicBezTo>
                      <a:pt x="142" y="226"/>
                      <a:pt x="145" y="223"/>
                      <a:pt x="145" y="223"/>
                    </a:cubicBezTo>
                    <a:cubicBezTo>
                      <a:pt x="146" y="224"/>
                      <a:pt x="145" y="226"/>
                      <a:pt x="145" y="227"/>
                    </a:cubicBezTo>
                    <a:cubicBezTo>
                      <a:pt x="144" y="225"/>
                      <a:pt x="153" y="225"/>
                      <a:pt x="147" y="222"/>
                    </a:cubicBezTo>
                    <a:cubicBezTo>
                      <a:pt x="148" y="222"/>
                      <a:pt x="153" y="222"/>
                      <a:pt x="150" y="221"/>
                    </a:cubicBezTo>
                    <a:cubicBezTo>
                      <a:pt x="147" y="219"/>
                      <a:pt x="151" y="220"/>
                      <a:pt x="152" y="218"/>
                    </a:cubicBezTo>
                    <a:cubicBezTo>
                      <a:pt x="152" y="218"/>
                      <a:pt x="149" y="218"/>
                      <a:pt x="149" y="218"/>
                    </a:cubicBezTo>
                    <a:cubicBezTo>
                      <a:pt x="150" y="217"/>
                      <a:pt x="151" y="216"/>
                      <a:pt x="152" y="216"/>
                    </a:cubicBezTo>
                    <a:cubicBezTo>
                      <a:pt x="154" y="214"/>
                      <a:pt x="151" y="215"/>
                      <a:pt x="151" y="214"/>
                    </a:cubicBezTo>
                    <a:cubicBezTo>
                      <a:pt x="151" y="214"/>
                      <a:pt x="154" y="213"/>
                      <a:pt x="154" y="212"/>
                    </a:cubicBezTo>
                    <a:cubicBezTo>
                      <a:pt x="154" y="211"/>
                      <a:pt x="154" y="209"/>
                      <a:pt x="153" y="208"/>
                    </a:cubicBezTo>
                    <a:cubicBezTo>
                      <a:pt x="152" y="208"/>
                      <a:pt x="154" y="207"/>
                      <a:pt x="153" y="206"/>
                    </a:cubicBezTo>
                    <a:cubicBezTo>
                      <a:pt x="153" y="206"/>
                      <a:pt x="151" y="205"/>
                      <a:pt x="151" y="205"/>
                    </a:cubicBezTo>
                    <a:cubicBezTo>
                      <a:pt x="151" y="205"/>
                      <a:pt x="155" y="204"/>
                      <a:pt x="156" y="204"/>
                    </a:cubicBezTo>
                    <a:cubicBezTo>
                      <a:pt x="159" y="204"/>
                      <a:pt x="156" y="203"/>
                      <a:pt x="155" y="202"/>
                    </a:cubicBezTo>
                    <a:cubicBezTo>
                      <a:pt x="155" y="202"/>
                      <a:pt x="160" y="202"/>
                      <a:pt x="160" y="202"/>
                    </a:cubicBezTo>
                    <a:cubicBezTo>
                      <a:pt x="159" y="201"/>
                      <a:pt x="157" y="201"/>
                      <a:pt x="156" y="200"/>
                    </a:cubicBezTo>
                    <a:cubicBezTo>
                      <a:pt x="156" y="200"/>
                      <a:pt x="160" y="201"/>
                      <a:pt x="160" y="200"/>
                    </a:cubicBezTo>
                    <a:cubicBezTo>
                      <a:pt x="161" y="200"/>
                      <a:pt x="160" y="200"/>
                      <a:pt x="160" y="199"/>
                    </a:cubicBezTo>
                    <a:cubicBezTo>
                      <a:pt x="161" y="199"/>
                      <a:pt x="161" y="199"/>
                      <a:pt x="161" y="199"/>
                    </a:cubicBezTo>
                    <a:cubicBezTo>
                      <a:pt x="162" y="198"/>
                      <a:pt x="158" y="197"/>
                      <a:pt x="158" y="197"/>
                    </a:cubicBezTo>
                    <a:cubicBezTo>
                      <a:pt x="158" y="197"/>
                      <a:pt x="163" y="197"/>
                      <a:pt x="162" y="196"/>
                    </a:cubicBezTo>
                    <a:cubicBezTo>
                      <a:pt x="162" y="195"/>
                      <a:pt x="163" y="195"/>
                      <a:pt x="161" y="194"/>
                    </a:cubicBezTo>
                    <a:cubicBezTo>
                      <a:pt x="161" y="194"/>
                      <a:pt x="158" y="194"/>
                      <a:pt x="158" y="193"/>
                    </a:cubicBezTo>
                    <a:cubicBezTo>
                      <a:pt x="158" y="193"/>
                      <a:pt x="163" y="192"/>
                      <a:pt x="163" y="192"/>
                    </a:cubicBezTo>
                    <a:cubicBezTo>
                      <a:pt x="165" y="192"/>
                      <a:pt x="164" y="189"/>
                      <a:pt x="162" y="189"/>
                    </a:cubicBezTo>
                    <a:cubicBezTo>
                      <a:pt x="161" y="188"/>
                      <a:pt x="158" y="187"/>
                      <a:pt x="161" y="186"/>
                    </a:cubicBezTo>
                    <a:cubicBezTo>
                      <a:pt x="163" y="186"/>
                      <a:pt x="166" y="187"/>
                      <a:pt x="167" y="185"/>
                    </a:cubicBezTo>
                    <a:cubicBezTo>
                      <a:pt x="167" y="185"/>
                      <a:pt x="165" y="183"/>
                      <a:pt x="165" y="183"/>
                    </a:cubicBezTo>
                    <a:cubicBezTo>
                      <a:pt x="165" y="182"/>
                      <a:pt x="167" y="182"/>
                      <a:pt x="167" y="182"/>
                    </a:cubicBezTo>
                    <a:cubicBezTo>
                      <a:pt x="168" y="181"/>
                      <a:pt x="170" y="181"/>
                      <a:pt x="172" y="182"/>
                    </a:cubicBezTo>
                    <a:cubicBezTo>
                      <a:pt x="172" y="182"/>
                      <a:pt x="174" y="182"/>
                      <a:pt x="174" y="182"/>
                    </a:cubicBezTo>
                    <a:cubicBezTo>
                      <a:pt x="175" y="181"/>
                      <a:pt x="173" y="180"/>
                      <a:pt x="173" y="179"/>
                    </a:cubicBezTo>
                    <a:cubicBezTo>
                      <a:pt x="174" y="178"/>
                      <a:pt x="177" y="174"/>
                      <a:pt x="179" y="176"/>
                    </a:cubicBezTo>
                    <a:cubicBezTo>
                      <a:pt x="178" y="175"/>
                      <a:pt x="175" y="181"/>
                      <a:pt x="176" y="181"/>
                    </a:cubicBezTo>
                    <a:cubicBezTo>
                      <a:pt x="177" y="182"/>
                      <a:pt x="179" y="179"/>
                      <a:pt x="181" y="179"/>
                    </a:cubicBezTo>
                    <a:cubicBezTo>
                      <a:pt x="181" y="179"/>
                      <a:pt x="183" y="180"/>
                      <a:pt x="183" y="180"/>
                    </a:cubicBezTo>
                    <a:cubicBezTo>
                      <a:pt x="183" y="180"/>
                      <a:pt x="183" y="178"/>
                      <a:pt x="183" y="178"/>
                    </a:cubicBezTo>
                    <a:cubicBezTo>
                      <a:pt x="186" y="179"/>
                      <a:pt x="186" y="178"/>
                      <a:pt x="187" y="177"/>
                    </a:cubicBezTo>
                    <a:cubicBezTo>
                      <a:pt x="188" y="176"/>
                      <a:pt x="189" y="176"/>
                      <a:pt x="190" y="176"/>
                    </a:cubicBezTo>
                    <a:cubicBezTo>
                      <a:pt x="192" y="175"/>
                      <a:pt x="192" y="174"/>
                      <a:pt x="193" y="173"/>
                    </a:cubicBezTo>
                    <a:cubicBezTo>
                      <a:pt x="194" y="172"/>
                      <a:pt x="196" y="170"/>
                      <a:pt x="197" y="168"/>
                    </a:cubicBezTo>
                    <a:cubicBezTo>
                      <a:pt x="199" y="166"/>
                      <a:pt x="199" y="165"/>
                      <a:pt x="201" y="165"/>
                    </a:cubicBezTo>
                    <a:cubicBezTo>
                      <a:pt x="202" y="164"/>
                      <a:pt x="205" y="164"/>
                      <a:pt x="205" y="162"/>
                    </a:cubicBezTo>
                    <a:cubicBezTo>
                      <a:pt x="204" y="162"/>
                      <a:pt x="203" y="157"/>
                      <a:pt x="203" y="157"/>
                    </a:cubicBezTo>
                    <a:cubicBezTo>
                      <a:pt x="204" y="157"/>
                      <a:pt x="207" y="160"/>
                      <a:pt x="208" y="160"/>
                    </a:cubicBezTo>
                    <a:cubicBezTo>
                      <a:pt x="209" y="161"/>
                      <a:pt x="210" y="161"/>
                      <a:pt x="211" y="161"/>
                    </a:cubicBezTo>
                    <a:cubicBezTo>
                      <a:pt x="211" y="161"/>
                      <a:pt x="213" y="160"/>
                      <a:pt x="213" y="160"/>
                    </a:cubicBezTo>
                    <a:cubicBezTo>
                      <a:pt x="214" y="160"/>
                      <a:pt x="215" y="161"/>
                      <a:pt x="216" y="160"/>
                    </a:cubicBezTo>
                    <a:cubicBezTo>
                      <a:pt x="216" y="160"/>
                      <a:pt x="214" y="158"/>
                      <a:pt x="217" y="159"/>
                    </a:cubicBezTo>
                    <a:cubicBezTo>
                      <a:pt x="219" y="159"/>
                      <a:pt x="221" y="159"/>
                      <a:pt x="223" y="158"/>
                    </a:cubicBezTo>
                    <a:cubicBezTo>
                      <a:pt x="228" y="157"/>
                      <a:pt x="232" y="156"/>
                      <a:pt x="237" y="154"/>
                    </a:cubicBezTo>
                    <a:cubicBezTo>
                      <a:pt x="238" y="153"/>
                      <a:pt x="254" y="143"/>
                      <a:pt x="255" y="143"/>
                    </a:cubicBezTo>
                    <a:cubicBezTo>
                      <a:pt x="254" y="143"/>
                      <a:pt x="247" y="143"/>
                      <a:pt x="246" y="143"/>
                    </a:cubicBezTo>
                    <a:cubicBezTo>
                      <a:pt x="244" y="142"/>
                      <a:pt x="242" y="141"/>
                      <a:pt x="240" y="141"/>
                    </a:cubicBezTo>
                    <a:cubicBezTo>
                      <a:pt x="238" y="141"/>
                      <a:pt x="236" y="142"/>
                      <a:pt x="235" y="142"/>
                    </a:cubicBezTo>
                    <a:cubicBezTo>
                      <a:pt x="233" y="143"/>
                      <a:pt x="233" y="141"/>
                      <a:pt x="232" y="142"/>
                    </a:cubicBezTo>
                    <a:cubicBezTo>
                      <a:pt x="231" y="142"/>
                      <a:pt x="230" y="144"/>
                      <a:pt x="229" y="144"/>
                    </a:cubicBezTo>
                    <a:cubicBezTo>
                      <a:pt x="225" y="144"/>
                      <a:pt x="232" y="140"/>
                      <a:pt x="233" y="141"/>
                    </a:cubicBezTo>
                    <a:cubicBezTo>
                      <a:pt x="232" y="140"/>
                      <a:pt x="229" y="141"/>
                      <a:pt x="228" y="141"/>
                    </a:cubicBezTo>
                    <a:cubicBezTo>
                      <a:pt x="225" y="141"/>
                      <a:pt x="223" y="140"/>
                      <a:pt x="221" y="140"/>
                    </a:cubicBezTo>
                    <a:cubicBezTo>
                      <a:pt x="222" y="140"/>
                      <a:pt x="225" y="138"/>
                      <a:pt x="226" y="137"/>
                    </a:cubicBezTo>
                    <a:cubicBezTo>
                      <a:pt x="226" y="134"/>
                      <a:pt x="228" y="135"/>
                      <a:pt x="229" y="136"/>
                    </a:cubicBezTo>
                    <a:cubicBezTo>
                      <a:pt x="231" y="136"/>
                      <a:pt x="239" y="134"/>
                      <a:pt x="240" y="133"/>
                    </a:cubicBezTo>
                    <a:cubicBezTo>
                      <a:pt x="240" y="132"/>
                      <a:pt x="235" y="131"/>
                      <a:pt x="234" y="130"/>
                    </a:cubicBezTo>
                    <a:cubicBezTo>
                      <a:pt x="235" y="131"/>
                      <a:pt x="239" y="132"/>
                      <a:pt x="240" y="132"/>
                    </a:cubicBezTo>
                    <a:cubicBezTo>
                      <a:pt x="241" y="133"/>
                      <a:pt x="245" y="133"/>
                      <a:pt x="245" y="135"/>
                    </a:cubicBezTo>
                    <a:cubicBezTo>
                      <a:pt x="244" y="138"/>
                      <a:pt x="246" y="139"/>
                      <a:pt x="248" y="139"/>
                    </a:cubicBezTo>
                    <a:cubicBezTo>
                      <a:pt x="248" y="139"/>
                      <a:pt x="254" y="139"/>
                      <a:pt x="253" y="138"/>
                    </a:cubicBezTo>
                    <a:cubicBezTo>
                      <a:pt x="253" y="138"/>
                      <a:pt x="253" y="140"/>
                      <a:pt x="254" y="140"/>
                    </a:cubicBezTo>
                    <a:cubicBezTo>
                      <a:pt x="256" y="139"/>
                      <a:pt x="257" y="136"/>
                      <a:pt x="257" y="134"/>
                    </a:cubicBezTo>
                    <a:cubicBezTo>
                      <a:pt x="257" y="133"/>
                      <a:pt x="257" y="129"/>
                      <a:pt x="255" y="130"/>
                    </a:cubicBezTo>
                    <a:cubicBezTo>
                      <a:pt x="253" y="132"/>
                      <a:pt x="254" y="130"/>
                      <a:pt x="253" y="129"/>
                    </a:cubicBezTo>
                    <a:cubicBezTo>
                      <a:pt x="251" y="127"/>
                      <a:pt x="248" y="126"/>
                      <a:pt x="245" y="124"/>
                    </a:cubicBezTo>
                    <a:cubicBezTo>
                      <a:pt x="244" y="123"/>
                      <a:pt x="243" y="123"/>
                      <a:pt x="242" y="122"/>
                    </a:cubicBezTo>
                    <a:cubicBezTo>
                      <a:pt x="242" y="122"/>
                      <a:pt x="238" y="123"/>
                      <a:pt x="238" y="124"/>
                    </a:cubicBezTo>
                    <a:cubicBezTo>
                      <a:pt x="238" y="124"/>
                      <a:pt x="239" y="123"/>
                      <a:pt x="238" y="123"/>
                    </a:cubicBezTo>
                    <a:cubicBezTo>
                      <a:pt x="238" y="123"/>
                      <a:pt x="237" y="122"/>
                      <a:pt x="237" y="122"/>
                    </a:cubicBezTo>
                    <a:cubicBezTo>
                      <a:pt x="237" y="121"/>
                      <a:pt x="241" y="122"/>
                      <a:pt x="241" y="121"/>
                    </a:cubicBezTo>
                    <a:cubicBezTo>
                      <a:pt x="241" y="119"/>
                      <a:pt x="241" y="118"/>
                      <a:pt x="238" y="118"/>
                    </a:cubicBezTo>
                    <a:cubicBezTo>
                      <a:pt x="236" y="119"/>
                      <a:pt x="235" y="121"/>
                      <a:pt x="233" y="119"/>
                    </a:cubicBezTo>
                    <a:cubicBezTo>
                      <a:pt x="233" y="119"/>
                      <a:pt x="229" y="119"/>
                      <a:pt x="229" y="118"/>
                    </a:cubicBezTo>
                    <a:cubicBezTo>
                      <a:pt x="229" y="116"/>
                      <a:pt x="234" y="119"/>
                      <a:pt x="234" y="119"/>
                    </a:cubicBezTo>
                    <a:cubicBezTo>
                      <a:pt x="235" y="119"/>
                      <a:pt x="240" y="118"/>
                      <a:pt x="240" y="117"/>
                    </a:cubicBezTo>
                    <a:cubicBezTo>
                      <a:pt x="241" y="117"/>
                      <a:pt x="236" y="115"/>
                      <a:pt x="235" y="115"/>
                    </a:cubicBezTo>
                    <a:cubicBezTo>
                      <a:pt x="233" y="115"/>
                      <a:pt x="230" y="115"/>
                      <a:pt x="228" y="116"/>
                    </a:cubicBezTo>
                    <a:cubicBezTo>
                      <a:pt x="229" y="116"/>
                      <a:pt x="233" y="113"/>
                      <a:pt x="233" y="114"/>
                    </a:cubicBezTo>
                    <a:cubicBezTo>
                      <a:pt x="233" y="113"/>
                      <a:pt x="229" y="113"/>
                      <a:pt x="229" y="112"/>
                    </a:cubicBezTo>
                    <a:cubicBezTo>
                      <a:pt x="232" y="113"/>
                      <a:pt x="235" y="115"/>
                      <a:pt x="238" y="113"/>
                    </a:cubicBezTo>
                    <a:cubicBezTo>
                      <a:pt x="238" y="113"/>
                      <a:pt x="241" y="112"/>
                      <a:pt x="241" y="111"/>
                    </a:cubicBezTo>
                    <a:cubicBezTo>
                      <a:pt x="240" y="110"/>
                      <a:pt x="238" y="109"/>
                      <a:pt x="238" y="108"/>
                    </a:cubicBezTo>
                    <a:cubicBezTo>
                      <a:pt x="238" y="109"/>
                      <a:pt x="241" y="110"/>
                      <a:pt x="242" y="110"/>
                    </a:cubicBezTo>
                    <a:cubicBezTo>
                      <a:pt x="244" y="111"/>
                      <a:pt x="243" y="109"/>
                      <a:pt x="245" y="109"/>
                    </a:cubicBezTo>
                    <a:cubicBezTo>
                      <a:pt x="246" y="109"/>
                      <a:pt x="254" y="111"/>
                      <a:pt x="254" y="111"/>
                    </a:cubicBezTo>
                    <a:cubicBezTo>
                      <a:pt x="253" y="111"/>
                      <a:pt x="246" y="110"/>
                      <a:pt x="246" y="110"/>
                    </a:cubicBezTo>
                    <a:cubicBezTo>
                      <a:pt x="248" y="114"/>
                      <a:pt x="254" y="113"/>
                      <a:pt x="257" y="113"/>
                    </a:cubicBezTo>
                    <a:cubicBezTo>
                      <a:pt x="258" y="112"/>
                      <a:pt x="261" y="113"/>
                      <a:pt x="262" y="112"/>
                    </a:cubicBezTo>
                    <a:cubicBezTo>
                      <a:pt x="265" y="111"/>
                      <a:pt x="264" y="109"/>
                      <a:pt x="262" y="108"/>
                    </a:cubicBezTo>
                    <a:cubicBezTo>
                      <a:pt x="261" y="107"/>
                      <a:pt x="258" y="106"/>
                      <a:pt x="257" y="106"/>
                    </a:cubicBezTo>
                    <a:cubicBezTo>
                      <a:pt x="256" y="106"/>
                      <a:pt x="257" y="109"/>
                      <a:pt x="257" y="110"/>
                    </a:cubicBezTo>
                    <a:cubicBezTo>
                      <a:pt x="256" y="109"/>
                      <a:pt x="256" y="108"/>
                      <a:pt x="255" y="107"/>
                    </a:cubicBezTo>
                    <a:cubicBezTo>
                      <a:pt x="255" y="106"/>
                      <a:pt x="254" y="107"/>
                      <a:pt x="253" y="106"/>
                    </a:cubicBezTo>
                    <a:cubicBezTo>
                      <a:pt x="254" y="107"/>
                      <a:pt x="256" y="101"/>
                      <a:pt x="256" y="100"/>
                    </a:cubicBezTo>
                    <a:cubicBezTo>
                      <a:pt x="256" y="100"/>
                      <a:pt x="257" y="103"/>
                      <a:pt x="257" y="103"/>
                    </a:cubicBezTo>
                    <a:cubicBezTo>
                      <a:pt x="257" y="105"/>
                      <a:pt x="257" y="106"/>
                      <a:pt x="258" y="106"/>
                    </a:cubicBezTo>
                    <a:cubicBezTo>
                      <a:pt x="261" y="106"/>
                      <a:pt x="263" y="105"/>
                      <a:pt x="265" y="105"/>
                    </a:cubicBezTo>
                    <a:cubicBezTo>
                      <a:pt x="266" y="105"/>
                      <a:pt x="272" y="103"/>
                      <a:pt x="270" y="101"/>
                    </a:cubicBezTo>
                    <a:cubicBezTo>
                      <a:pt x="268" y="100"/>
                      <a:pt x="267" y="102"/>
                      <a:pt x="266" y="101"/>
                    </a:cubicBezTo>
                    <a:cubicBezTo>
                      <a:pt x="266" y="100"/>
                      <a:pt x="266" y="100"/>
                      <a:pt x="266" y="99"/>
                    </a:cubicBezTo>
                    <a:cubicBezTo>
                      <a:pt x="267" y="98"/>
                      <a:pt x="266" y="97"/>
                      <a:pt x="265" y="97"/>
                    </a:cubicBezTo>
                    <a:cubicBezTo>
                      <a:pt x="265" y="96"/>
                      <a:pt x="262" y="96"/>
                      <a:pt x="261" y="96"/>
                    </a:cubicBezTo>
                    <a:cubicBezTo>
                      <a:pt x="259" y="96"/>
                      <a:pt x="258" y="98"/>
                      <a:pt x="256" y="96"/>
                    </a:cubicBezTo>
                    <a:cubicBezTo>
                      <a:pt x="260" y="99"/>
                      <a:pt x="262" y="91"/>
                      <a:pt x="266" y="95"/>
                    </a:cubicBezTo>
                    <a:cubicBezTo>
                      <a:pt x="267" y="97"/>
                      <a:pt x="269" y="94"/>
                      <a:pt x="269" y="92"/>
                    </a:cubicBezTo>
                    <a:cubicBezTo>
                      <a:pt x="269" y="91"/>
                      <a:pt x="266" y="88"/>
                      <a:pt x="266" y="88"/>
                    </a:cubicBezTo>
                    <a:cubicBezTo>
                      <a:pt x="266" y="87"/>
                      <a:pt x="269" y="90"/>
                      <a:pt x="269" y="91"/>
                    </a:cubicBezTo>
                    <a:cubicBezTo>
                      <a:pt x="269" y="92"/>
                      <a:pt x="271" y="90"/>
                      <a:pt x="270" y="88"/>
                    </a:cubicBezTo>
                    <a:cubicBezTo>
                      <a:pt x="269" y="87"/>
                      <a:pt x="267" y="85"/>
                      <a:pt x="266" y="84"/>
                    </a:cubicBezTo>
                    <a:cubicBezTo>
                      <a:pt x="264" y="84"/>
                      <a:pt x="261" y="85"/>
                      <a:pt x="259" y="84"/>
                    </a:cubicBezTo>
                    <a:cubicBezTo>
                      <a:pt x="258" y="83"/>
                      <a:pt x="258" y="81"/>
                      <a:pt x="256" y="81"/>
                    </a:cubicBezTo>
                    <a:cubicBezTo>
                      <a:pt x="256" y="80"/>
                      <a:pt x="252" y="81"/>
                      <a:pt x="253" y="80"/>
                    </a:cubicBezTo>
                    <a:cubicBezTo>
                      <a:pt x="254" y="78"/>
                      <a:pt x="254" y="77"/>
                      <a:pt x="256" y="79"/>
                    </a:cubicBezTo>
                    <a:cubicBezTo>
                      <a:pt x="258" y="81"/>
                      <a:pt x="260" y="78"/>
                      <a:pt x="262" y="77"/>
                    </a:cubicBezTo>
                    <a:cubicBezTo>
                      <a:pt x="265" y="75"/>
                      <a:pt x="271" y="81"/>
                      <a:pt x="274" y="78"/>
                    </a:cubicBezTo>
                    <a:cubicBezTo>
                      <a:pt x="275" y="77"/>
                      <a:pt x="275" y="72"/>
                      <a:pt x="272" y="73"/>
                    </a:cubicBezTo>
                    <a:cubicBezTo>
                      <a:pt x="271" y="73"/>
                      <a:pt x="270" y="74"/>
                      <a:pt x="269" y="73"/>
                    </a:cubicBezTo>
                    <a:cubicBezTo>
                      <a:pt x="267" y="73"/>
                      <a:pt x="265" y="72"/>
                      <a:pt x="263" y="70"/>
                    </a:cubicBezTo>
                    <a:cubicBezTo>
                      <a:pt x="260" y="68"/>
                      <a:pt x="271" y="71"/>
                      <a:pt x="271" y="70"/>
                    </a:cubicBezTo>
                    <a:cubicBezTo>
                      <a:pt x="270" y="68"/>
                      <a:pt x="265" y="67"/>
                      <a:pt x="263" y="66"/>
                    </a:cubicBezTo>
                    <a:cubicBezTo>
                      <a:pt x="260" y="65"/>
                      <a:pt x="260" y="66"/>
                      <a:pt x="259" y="68"/>
                    </a:cubicBezTo>
                    <a:cubicBezTo>
                      <a:pt x="259" y="69"/>
                      <a:pt x="257" y="70"/>
                      <a:pt x="256" y="69"/>
                    </a:cubicBezTo>
                    <a:cubicBezTo>
                      <a:pt x="255" y="69"/>
                      <a:pt x="258" y="65"/>
                      <a:pt x="258" y="64"/>
                    </a:cubicBezTo>
                    <a:cubicBezTo>
                      <a:pt x="258" y="63"/>
                      <a:pt x="259" y="61"/>
                      <a:pt x="260" y="60"/>
                    </a:cubicBezTo>
                    <a:cubicBezTo>
                      <a:pt x="260" y="59"/>
                      <a:pt x="260" y="57"/>
                      <a:pt x="261" y="57"/>
                    </a:cubicBezTo>
                    <a:cubicBezTo>
                      <a:pt x="262" y="57"/>
                      <a:pt x="264" y="57"/>
                      <a:pt x="265" y="56"/>
                    </a:cubicBezTo>
                    <a:cubicBezTo>
                      <a:pt x="265" y="56"/>
                      <a:pt x="270" y="51"/>
                      <a:pt x="270" y="52"/>
                    </a:cubicBezTo>
                    <a:cubicBezTo>
                      <a:pt x="270" y="52"/>
                      <a:pt x="268" y="51"/>
                      <a:pt x="268" y="51"/>
                    </a:cubicBezTo>
                    <a:cubicBezTo>
                      <a:pt x="268" y="50"/>
                      <a:pt x="268" y="49"/>
                      <a:pt x="268" y="48"/>
                    </a:cubicBezTo>
                    <a:cubicBezTo>
                      <a:pt x="268" y="46"/>
                      <a:pt x="269" y="46"/>
                      <a:pt x="271" y="46"/>
                    </a:cubicBezTo>
                    <a:cubicBezTo>
                      <a:pt x="273" y="46"/>
                      <a:pt x="281" y="43"/>
                      <a:pt x="276" y="43"/>
                    </a:cubicBezTo>
                    <a:cubicBezTo>
                      <a:pt x="273" y="43"/>
                      <a:pt x="268" y="42"/>
                      <a:pt x="266" y="44"/>
                    </a:cubicBezTo>
                    <a:cubicBezTo>
                      <a:pt x="265" y="45"/>
                      <a:pt x="265" y="47"/>
                      <a:pt x="263" y="46"/>
                    </a:cubicBezTo>
                    <a:cubicBezTo>
                      <a:pt x="261" y="45"/>
                      <a:pt x="263" y="43"/>
                      <a:pt x="264" y="42"/>
                    </a:cubicBezTo>
                    <a:cubicBezTo>
                      <a:pt x="266" y="39"/>
                      <a:pt x="270" y="41"/>
                      <a:pt x="273" y="41"/>
                    </a:cubicBezTo>
                    <a:cubicBezTo>
                      <a:pt x="277" y="41"/>
                      <a:pt x="281" y="42"/>
                      <a:pt x="283" y="38"/>
                    </a:cubicBezTo>
                    <a:cubicBezTo>
                      <a:pt x="284" y="38"/>
                      <a:pt x="280" y="37"/>
                      <a:pt x="280" y="37"/>
                    </a:cubicBezTo>
                    <a:cubicBezTo>
                      <a:pt x="278" y="36"/>
                      <a:pt x="276" y="37"/>
                      <a:pt x="274" y="37"/>
                    </a:cubicBezTo>
                    <a:cubicBezTo>
                      <a:pt x="272" y="37"/>
                      <a:pt x="271" y="36"/>
                      <a:pt x="269" y="36"/>
                    </a:cubicBezTo>
                    <a:cubicBezTo>
                      <a:pt x="268" y="36"/>
                      <a:pt x="266" y="36"/>
                      <a:pt x="265" y="36"/>
                    </a:cubicBezTo>
                    <a:cubicBezTo>
                      <a:pt x="266" y="37"/>
                      <a:pt x="269" y="36"/>
                      <a:pt x="271" y="36"/>
                    </a:cubicBezTo>
                    <a:cubicBezTo>
                      <a:pt x="274" y="36"/>
                      <a:pt x="276" y="35"/>
                      <a:pt x="279" y="35"/>
                    </a:cubicBezTo>
                    <a:cubicBezTo>
                      <a:pt x="283" y="36"/>
                      <a:pt x="285" y="34"/>
                      <a:pt x="288" y="34"/>
                    </a:cubicBezTo>
                    <a:cubicBezTo>
                      <a:pt x="289" y="34"/>
                      <a:pt x="291" y="34"/>
                      <a:pt x="291" y="33"/>
                    </a:cubicBezTo>
                    <a:cubicBezTo>
                      <a:pt x="291" y="33"/>
                      <a:pt x="289" y="31"/>
                      <a:pt x="290" y="31"/>
                    </a:cubicBezTo>
                    <a:cubicBezTo>
                      <a:pt x="295" y="30"/>
                      <a:pt x="300" y="29"/>
                      <a:pt x="304" y="26"/>
                    </a:cubicBezTo>
                    <a:cubicBezTo>
                      <a:pt x="305" y="25"/>
                      <a:pt x="301" y="24"/>
                      <a:pt x="301" y="24"/>
                    </a:cubicBezTo>
                    <a:cubicBezTo>
                      <a:pt x="298" y="23"/>
                      <a:pt x="295" y="22"/>
                      <a:pt x="293" y="22"/>
                    </a:cubicBezTo>
                    <a:cubicBezTo>
                      <a:pt x="287" y="21"/>
                      <a:pt x="282" y="20"/>
                      <a:pt x="277" y="25"/>
                    </a:cubicBezTo>
                    <a:cubicBezTo>
                      <a:pt x="275" y="28"/>
                      <a:pt x="273" y="26"/>
                      <a:pt x="269" y="26"/>
                    </a:cubicBezTo>
                    <a:cubicBezTo>
                      <a:pt x="268" y="26"/>
                      <a:pt x="264" y="29"/>
                      <a:pt x="265" y="26"/>
                    </a:cubicBezTo>
                    <a:cubicBezTo>
                      <a:pt x="265" y="24"/>
                      <a:pt x="260" y="27"/>
                      <a:pt x="259" y="28"/>
                    </a:cubicBezTo>
                    <a:cubicBezTo>
                      <a:pt x="257" y="29"/>
                      <a:pt x="255" y="30"/>
                      <a:pt x="253" y="31"/>
                    </a:cubicBezTo>
                    <a:cubicBezTo>
                      <a:pt x="252" y="31"/>
                      <a:pt x="244" y="37"/>
                      <a:pt x="244" y="37"/>
                    </a:cubicBezTo>
                    <a:cubicBezTo>
                      <a:pt x="242" y="35"/>
                      <a:pt x="264" y="22"/>
                      <a:pt x="251" y="19"/>
                    </a:cubicBezTo>
                    <a:cubicBezTo>
                      <a:pt x="246" y="19"/>
                      <a:pt x="247" y="22"/>
                      <a:pt x="243" y="24"/>
                    </a:cubicBezTo>
                    <a:cubicBezTo>
                      <a:pt x="240" y="25"/>
                      <a:pt x="238" y="25"/>
                      <a:pt x="235" y="26"/>
                    </a:cubicBezTo>
                    <a:cubicBezTo>
                      <a:pt x="234" y="26"/>
                      <a:pt x="229" y="28"/>
                      <a:pt x="228" y="28"/>
                    </a:cubicBezTo>
                    <a:cubicBezTo>
                      <a:pt x="226" y="25"/>
                      <a:pt x="233" y="24"/>
                      <a:pt x="235" y="24"/>
                    </a:cubicBezTo>
                    <a:cubicBezTo>
                      <a:pt x="235" y="23"/>
                      <a:pt x="241" y="22"/>
                      <a:pt x="238" y="21"/>
                    </a:cubicBezTo>
                    <a:cubicBezTo>
                      <a:pt x="235" y="20"/>
                      <a:pt x="232" y="20"/>
                      <a:pt x="229" y="20"/>
                    </a:cubicBezTo>
                    <a:cubicBezTo>
                      <a:pt x="221" y="20"/>
                      <a:pt x="213" y="21"/>
                      <a:pt x="205" y="23"/>
                    </a:cubicBezTo>
                    <a:cubicBezTo>
                      <a:pt x="205" y="23"/>
                      <a:pt x="202" y="25"/>
                      <a:pt x="201" y="24"/>
                    </a:cubicBezTo>
                    <a:cubicBezTo>
                      <a:pt x="201" y="22"/>
                      <a:pt x="200" y="22"/>
                      <a:pt x="202" y="22"/>
                    </a:cubicBezTo>
                    <a:cubicBezTo>
                      <a:pt x="206" y="20"/>
                      <a:pt x="210" y="19"/>
                      <a:pt x="214" y="18"/>
                    </a:cubicBezTo>
                    <a:cubicBezTo>
                      <a:pt x="221" y="17"/>
                      <a:pt x="229" y="18"/>
                      <a:pt x="237" y="18"/>
                    </a:cubicBezTo>
                    <a:cubicBezTo>
                      <a:pt x="239" y="18"/>
                      <a:pt x="241" y="18"/>
                      <a:pt x="243" y="18"/>
                    </a:cubicBezTo>
                    <a:cubicBezTo>
                      <a:pt x="247" y="16"/>
                      <a:pt x="252" y="16"/>
                      <a:pt x="256" y="14"/>
                    </a:cubicBezTo>
                    <a:cubicBezTo>
                      <a:pt x="258" y="14"/>
                      <a:pt x="259" y="13"/>
                      <a:pt x="256" y="12"/>
                    </a:cubicBezTo>
                    <a:cubicBezTo>
                      <a:pt x="254" y="11"/>
                      <a:pt x="250" y="10"/>
                      <a:pt x="248" y="11"/>
                    </a:cubicBezTo>
                    <a:cubicBezTo>
                      <a:pt x="246" y="11"/>
                      <a:pt x="246" y="10"/>
                      <a:pt x="244" y="9"/>
                    </a:cubicBezTo>
                    <a:cubicBezTo>
                      <a:pt x="242" y="9"/>
                      <a:pt x="240" y="11"/>
                      <a:pt x="238" y="11"/>
                    </a:cubicBezTo>
                    <a:cubicBezTo>
                      <a:pt x="238" y="11"/>
                      <a:pt x="240" y="8"/>
                      <a:pt x="241" y="8"/>
                    </a:cubicBezTo>
                    <a:cubicBezTo>
                      <a:pt x="242" y="6"/>
                      <a:pt x="238" y="6"/>
                      <a:pt x="237" y="6"/>
                    </a:cubicBezTo>
                    <a:cubicBezTo>
                      <a:pt x="231" y="7"/>
                      <a:pt x="226" y="7"/>
                      <a:pt x="220" y="6"/>
                    </a:cubicBezTo>
                    <a:cubicBezTo>
                      <a:pt x="215" y="6"/>
                      <a:pt x="211" y="8"/>
                      <a:pt x="206" y="8"/>
                    </a:cubicBezTo>
                    <a:cubicBezTo>
                      <a:pt x="204" y="8"/>
                      <a:pt x="201" y="8"/>
                      <a:pt x="199" y="8"/>
                    </a:cubicBezTo>
                    <a:cubicBezTo>
                      <a:pt x="197" y="9"/>
                      <a:pt x="194" y="8"/>
                      <a:pt x="193" y="9"/>
                    </a:cubicBezTo>
                    <a:cubicBezTo>
                      <a:pt x="196" y="8"/>
                      <a:pt x="199" y="8"/>
                      <a:pt x="202" y="7"/>
                    </a:cubicBezTo>
                    <a:cubicBezTo>
                      <a:pt x="207" y="7"/>
                      <a:pt x="211" y="6"/>
                      <a:pt x="215" y="6"/>
                    </a:cubicBezTo>
                    <a:cubicBezTo>
                      <a:pt x="217" y="6"/>
                      <a:pt x="237" y="6"/>
                      <a:pt x="237" y="4"/>
                    </a:cubicBezTo>
                    <a:cubicBezTo>
                      <a:pt x="236" y="4"/>
                      <a:pt x="233" y="3"/>
                      <a:pt x="232" y="2"/>
                    </a:cubicBezTo>
                    <a:cubicBezTo>
                      <a:pt x="229" y="2"/>
                      <a:pt x="227" y="2"/>
                      <a:pt x="224" y="2"/>
                    </a:cubicBezTo>
                    <a:cubicBezTo>
                      <a:pt x="220" y="2"/>
                      <a:pt x="216" y="1"/>
                      <a:pt x="213" y="0"/>
                    </a:cubicBezTo>
                    <a:cubicBezTo>
                      <a:pt x="206" y="0"/>
                      <a:pt x="200" y="0"/>
                      <a:pt x="194" y="0"/>
                    </a:cubicBezTo>
                    <a:cubicBezTo>
                      <a:pt x="191" y="1"/>
                      <a:pt x="188" y="1"/>
                      <a:pt x="185" y="1"/>
                    </a:cubicBezTo>
                    <a:cubicBezTo>
                      <a:pt x="184" y="1"/>
                      <a:pt x="183" y="3"/>
                      <a:pt x="183" y="3"/>
                    </a:cubicBezTo>
                    <a:cubicBezTo>
                      <a:pt x="181" y="3"/>
                      <a:pt x="179" y="2"/>
                      <a:pt x="177" y="2"/>
                    </a:cubicBezTo>
                    <a:cubicBezTo>
                      <a:pt x="176" y="2"/>
                      <a:pt x="175" y="3"/>
                      <a:pt x="173" y="3"/>
                    </a:cubicBezTo>
                    <a:cubicBezTo>
                      <a:pt x="171" y="3"/>
                      <a:pt x="171" y="4"/>
                      <a:pt x="173" y="4"/>
                    </a:cubicBezTo>
                    <a:cubicBezTo>
                      <a:pt x="176" y="5"/>
                      <a:pt x="179" y="5"/>
                      <a:pt x="181" y="6"/>
                    </a:cubicBezTo>
                    <a:cubicBezTo>
                      <a:pt x="180" y="5"/>
                      <a:pt x="174" y="7"/>
                      <a:pt x="173" y="8"/>
                    </a:cubicBezTo>
                    <a:cubicBezTo>
                      <a:pt x="173" y="8"/>
                      <a:pt x="170" y="8"/>
                      <a:pt x="170" y="8"/>
                    </a:cubicBezTo>
                    <a:cubicBezTo>
                      <a:pt x="170" y="8"/>
                      <a:pt x="172" y="10"/>
                      <a:pt x="172" y="10"/>
                    </a:cubicBezTo>
                    <a:cubicBezTo>
                      <a:pt x="171" y="10"/>
                      <a:pt x="169" y="9"/>
                      <a:pt x="168" y="8"/>
                    </a:cubicBezTo>
                    <a:cubicBezTo>
                      <a:pt x="167" y="7"/>
                      <a:pt x="164" y="8"/>
                      <a:pt x="163" y="8"/>
                    </a:cubicBezTo>
                    <a:cubicBezTo>
                      <a:pt x="160" y="7"/>
                      <a:pt x="157" y="6"/>
                      <a:pt x="154" y="5"/>
                    </a:cubicBezTo>
                    <a:cubicBezTo>
                      <a:pt x="152" y="4"/>
                      <a:pt x="150" y="6"/>
                      <a:pt x="147" y="6"/>
                    </a:cubicBezTo>
                    <a:cubicBezTo>
                      <a:pt x="146" y="6"/>
                      <a:pt x="140" y="5"/>
                      <a:pt x="140" y="7"/>
                    </a:cubicBezTo>
                    <a:cubicBezTo>
                      <a:pt x="139" y="7"/>
                      <a:pt x="153" y="9"/>
                      <a:pt x="155" y="10"/>
                    </a:cubicBezTo>
                    <a:cubicBezTo>
                      <a:pt x="158" y="10"/>
                      <a:pt x="161" y="10"/>
                      <a:pt x="163" y="11"/>
                    </a:cubicBezTo>
                    <a:cubicBezTo>
                      <a:pt x="164" y="11"/>
                      <a:pt x="165" y="11"/>
                      <a:pt x="166" y="12"/>
                    </a:cubicBezTo>
                    <a:cubicBezTo>
                      <a:pt x="166" y="12"/>
                      <a:pt x="166" y="15"/>
                      <a:pt x="166" y="15"/>
                    </a:cubicBezTo>
                    <a:cubicBezTo>
                      <a:pt x="166" y="16"/>
                      <a:pt x="165" y="14"/>
                      <a:pt x="165" y="13"/>
                    </a:cubicBezTo>
                    <a:cubicBezTo>
                      <a:pt x="164" y="12"/>
                      <a:pt x="161" y="12"/>
                      <a:pt x="160" y="11"/>
                    </a:cubicBezTo>
                    <a:cubicBezTo>
                      <a:pt x="160" y="11"/>
                      <a:pt x="157" y="11"/>
                      <a:pt x="157" y="11"/>
                    </a:cubicBezTo>
                    <a:cubicBezTo>
                      <a:pt x="157" y="12"/>
                      <a:pt x="158" y="14"/>
                      <a:pt x="158" y="14"/>
                    </a:cubicBezTo>
                    <a:cubicBezTo>
                      <a:pt x="156" y="14"/>
                      <a:pt x="155" y="11"/>
                      <a:pt x="154" y="11"/>
                    </a:cubicBezTo>
                    <a:cubicBezTo>
                      <a:pt x="152" y="11"/>
                      <a:pt x="150" y="11"/>
                      <a:pt x="148" y="10"/>
                    </a:cubicBezTo>
                    <a:cubicBezTo>
                      <a:pt x="147" y="10"/>
                      <a:pt x="139" y="10"/>
                      <a:pt x="139" y="10"/>
                    </a:cubicBezTo>
                    <a:cubicBezTo>
                      <a:pt x="138" y="12"/>
                      <a:pt x="151" y="17"/>
                      <a:pt x="151" y="17"/>
                    </a:cubicBezTo>
                    <a:cubicBezTo>
                      <a:pt x="151" y="18"/>
                      <a:pt x="146" y="17"/>
                      <a:pt x="146" y="17"/>
                    </a:cubicBezTo>
                    <a:cubicBezTo>
                      <a:pt x="143" y="17"/>
                      <a:pt x="142" y="16"/>
                      <a:pt x="143" y="19"/>
                    </a:cubicBezTo>
                    <a:cubicBezTo>
                      <a:pt x="142" y="19"/>
                      <a:pt x="141" y="18"/>
                      <a:pt x="140" y="17"/>
                    </a:cubicBezTo>
                    <a:cubicBezTo>
                      <a:pt x="140" y="16"/>
                      <a:pt x="142" y="17"/>
                      <a:pt x="143" y="16"/>
                    </a:cubicBezTo>
                    <a:cubicBezTo>
                      <a:pt x="143" y="16"/>
                      <a:pt x="141" y="14"/>
                      <a:pt x="140" y="14"/>
                    </a:cubicBezTo>
                    <a:cubicBezTo>
                      <a:pt x="138" y="13"/>
                      <a:pt x="136" y="12"/>
                      <a:pt x="133" y="12"/>
                    </a:cubicBezTo>
                    <a:cubicBezTo>
                      <a:pt x="132" y="12"/>
                      <a:pt x="130" y="11"/>
                      <a:pt x="129" y="12"/>
                    </a:cubicBezTo>
                    <a:cubicBezTo>
                      <a:pt x="128" y="12"/>
                      <a:pt x="131" y="15"/>
                      <a:pt x="131" y="15"/>
                    </a:cubicBezTo>
                    <a:cubicBezTo>
                      <a:pt x="134" y="17"/>
                      <a:pt x="138" y="17"/>
                      <a:pt x="142" y="20"/>
                    </a:cubicBezTo>
                    <a:cubicBezTo>
                      <a:pt x="143" y="20"/>
                      <a:pt x="144" y="21"/>
                      <a:pt x="143" y="22"/>
                    </a:cubicBezTo>
                    <a:cubicBezTo>
                      <a:pt x="141" y="24"/>
                      <a:pt x="139" y="22"/>
                      <a:pt x="137" y="21"/>
                    </a:cubicBezTo>
                    <a:cubicBezTo>
                      <a:pt x="132" y="18"/>
                      <a:pt x="126" y="16"/>
                      <a:pt x="120" y="15"/>
                    </a:cubicBezTo>
                    <a:cubicBezTo>
                      <a:pt x="117" y="14"/>
                      <a:pt x="114" y="13"/>
                      <a:pt x="111" y="14"/>
                    </a:cubicBezTo>
                    <a:cubicBezTo>
                      <a:pt x="110" y="14"/>
                      <a:pt x="113" y="17"/>
                      <a:pt x="113" y="18"/>
                    </a:cubicBezTo>
                    <a:cubicBezTo>
                      <a:pt x="113" y="18"/>
                      <a:pt x="117" y="21"/>
                      <a:pt x="117" y="21"/>
                    </a:cubicBezTo>
                    <a:cubicBezTo>
                      <a:pt x="117" y="22"/>
                      <a:pt x="111" y="21"/>
                      <a:pt x="111" y="21"/>
                    </a:cubicBezTo>
                    <a:cubicBezTo>
                      <a:pt x="111" y="23"/>
                      <a:pt x="115" y="22"/>
                      <a:pt x="115" y="24"/>
                    </a:cubicBezTo>
                    <a:cubicBezTo>
                      <a:pt x="115" y="24"/>
                      <a:pt x="111" y="23"/>
                      <a:pt x="110" y="22"/>
                    </a:cubicBezTo>
                    <a:cubicBezTo>
                      <a:pt x="108" y="21"/>
                      <a:pt x="106" y="21"/>
                      <a:pt x="103" y="20"/>
                    </a:cubicBezTo>
                    <a:cubicBezTo>
                      <a:pt x="101" y="19"/>
                      <a:pt x="101" y="20"/>
                      <a:pt x="101" y="22"/>
                    </a:cubicBezTo>
                    <a:cubicBezTo>
                      <a:pt x="100" y="23"/>
                      <a:pt x="99" y="23"/>
                      <a:pt x="98" y="23"/>
                    </a:cubicBezTo>
                    <a:cubicBezTo>
                      <a:pt x="98" y="24"/>
                      <a:pt x="98" y="26"/>
                      <a:pt x="97" y="26"/>
                    </a:cubicBezTo>
                    <a:cubicBezTo>
                      <a:pt x="97" y="27"/>
                      <a:pt x="97" y="24"/>
                      <a:pt x="97" y="23"/>
                    </a:cubicBezTo>
                    <a:cubicBezTo>
                      <a:pt x="97" y="22"/>
                      <a:pt x="98" y="21"/>
                      <a:pt x="98" y="20"/>
                    </a:cubicBezTo>
                    <a:cubicBezTo>
                      <a:pt x="97" y="16"/>
                      <a:pt x="93" y="16"/>
                      <a:pt x="90" y="16"/>
                    </a:cubicBezTo>
                    <a:cubicBezTo>
                      <a:pt x="86" y="17"/>
                      <a:pt x="82" y="18"/>
                      <a:pt x="78" y="18"/>
                    </a:cubicBezTo>
                    <a:cubicBezTo>
                      <a:pt x="77" y="19"/>
                      <a:pt x="75" y="19"/>
                      <a:pt x="74" y="19"/>
                    </a:cubicBezTo>
                    <a:cubicBezTo>
                      <a:pt x="74" y="19"/>
                      <a:pt x="69" y="20"/>
                      <a:pt x="69" y="20"/>
                    </a:cubicBezTo>
                    <a:cubicBezTo>
                      <a:pt x="70" y="21"/>
                      <a:pt x="72" y="21"/>
                      <a:pt x="73" y="21"/>
                    </a:cubicBezTo>
                    <a:cubicBezTo>
                      <a:pt x="74" y="22"/>
                      <a:pt x="75" y="23"/>
                      <a:pt x="77" y="24"/>
                    </a:cubicBezTo>
                    <a:cubicBezTo>
                      <a:pt x="77" y="24"/>
                      <a:pt x="81" y="27"/>
                      <a:pt x="81" y="27"/>
                    </a:cubicBezTo>
                    <a:cubicBezTo>
                      <a:pt x="80" y="27"/>
                      <a:pt x="76" y="25"/>
                      <a:pt x="75" y="25"/>
                    </a:cubicBezTo>
                    <a:cubicBezTo>
                      <a:pt x="73" y="24"/>
                      <a:pt x="72" y="22"/>
                      <a:pt x="70" y="22"/>
                    </a:cubicBezTo>
                    <a:cubicBezTo>
                      <a:pt x="67" y="21"/>
                      <a:pt x="64" y="22"/>
                      <a:pt x="61" y="22"/>
                    </a:cubicBezTo>
                    <a:cubicBezTo>
                      <a:pt x="58" y="23"/>
                      <a:pt x="58" y="22"/>
                      <a:pt x="60" y="25"/>
                    </a:cubicBezTo>
                    <a:cubicBezTo>
                      <a:pt x="60" y="26"/>
                      <a:pt x="60" y="29"/>
                      <a:pt x="60" y="30"/>
                    </a:cubicBezTo>
                    <a:cubicBezTo>
                      <a:pt x="60" y="32"/>
                      <a:pt x="56" y="30"/>
                      <a:pt x="55" y="30"/>
                    </a:cubicBezTo>
                    <a:cubicBezTo>
                      <a:pt x="54" y="30"/>
                      <a:pt x="51" y="28"/>
                      <a:pt x="50" y="30"/>
                    </a:cubicBezTo>
                    <a:cubicBezTo>
                      <a:pt x="49" y="31"/>
                      <a:pt x="50" y="34"/>
                      <a:pt x="50" y="34"/>
                    </a:cubicBezTo>
                    <a:cubicBezTo>
                      <a:pt x="49" y="35"/>
                      <a:pt x="48" y="33"/>
                      <a:pt x="47" y="32"/>
                    </a:cubicBezTo>
                    <a:cubicBezTo>
                      <a:pt x="45" y="31"/>
                      <a:pt x="43" y="31"/>
                      <a:pt x="42" y="32"/>
                    </a:cubicBezTo>
                    <a:cubicBezTo>
                      <a:pt x="39" y="34"/>
                      <a:pt x="36" y="36"/>
                      <a:pt x="32" y="37"/>
                    </a:cubicBezTo>
                    <a:cubicBezTo>
                      <a:pt x="31" y="38"/>
                      <a:pt x="34" y="37"/>
                      <a:pt x="32" y="37"/>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1" name="Freeform 777">
                <a:extLst>
                  <a:ext uri="{FF2B5EF4-FFF2-40B4-BE49-F238E27FC236}">
                    <a16:creationId xmlns:a16="http://schemas.microsoft.com/office/drawing/2014/main" id="{57735548-C4DE-05D2-CAF3-6D17083D50D2}"/>
                  </a:ext>
                </a:extLst>
              </p:cNvPr>
              <p:cNvSpPr>
                <a:spLocks/>
              </p:cNvSpPr>
              <p:nvPr/>
            </p:nvSpPr>
            <p:spPr bwMode="auto">
              <a:xfrm>
                <a:off x="9136497" y="5038398"/>
                <a:ext cx="149682" cy="105124"/>
              </a:xfrm>
              <a:custGeom>
                <a:avLst/>
                <a:gdLst>
                  <a:gd name="T0" fmla="*/ 16 w 16"/>
                  <a:gd name="T1" fmla="*/ 6 h 11"/>
                  <a:gd name="T2" fmla="*/ 11 w 16"/>
                  <a:gd name="T3" fmla="*/ 3 h 11"/>
                  <a:gd name="T4" fmla="*/ 5 w 16"/>
                  <a:gd name="T5" fmla="*/ 1 h 11"/>
                  <a:gd name="T6" fmla="*/ 1 w 16"/>
                  <a:gd name="T7" fmla="*/ 1 h 11"/>
                  <a:gd name="T8" fmla="*/ 3 w 16"/>
                  <a:gd name="T9" fmla="*/ 3 h 11"/>
                  <a:gd name="T10" fmla="*/ 1 w 16"/>
                  <a:gd name="T11" fmla="*/ 7 h 11"/>
                  <a:gd name="T12" fmla="*/ 5 w 16"/>
                  <a:gd name="T13" fmla="*/ 7 h 11"/>
                  <a:gd name="T14" fmla="*/ 5 w 16"/>
                  <a:gd name="T15" fmla="*/ 9 h 11"/>
                  <a:gd name="T16" fmla="*/ 16 w 16"/>
                  <a:gd name="T17" fmla="*/ 6 h 11"/>
                  <a:gd name="T18" fmla="*/ 16 w 16"/>
                  <a:gd name="T1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1">
                    <a:moveTo>
                      <a:pt x="16" y="6"/>
                    </a:moveTo>
                    <a:cubicBezTo>
                      <a:pt x="15" y="5"/>
                      <a:pt x="11" y="3"/>
                      <a:pt x="11" y="3"/>
                    </a:cubicBezTo>
                    <a:cubicBezTo>
                      <a:pt x="9" y="2"/>
                      <a:pt x="7" y="1"/>
                      <a:pt x="5" y="1"/>
                    </a:cubicBezTo>
                    <a:cubicBezTo>
                      <a:pt x="4" y="1"/>
                      <a:pt x="2" y="0"/>
                      <a:pt x="1" y="1"/>
                    </a:cubicBezTo>
                    <a:cubicBezTo>
                      <a:pt x="0" y="2"/>
                      <a:pt x="3" y="3"/>
                      <a:pt x="3" y="3"/>
                    </a:cubicBezTo>
                    <a:cubicBezTo>
                      <a:pt x="2" y="3"/>
                      <a:pt x="0" y="6"/>
                      <a:pt x="1" y="7"/>
                    </a:cubicBezTo>
                    <a:cubicBezTo>
                      <a:pt x="2" y="7"/>
                      <a:pt x="4" y="6"/>
                      <a:pt x="5" y="7"/>
                    </a:cubicBezTo>
                    <a:cubicBezTo>
                      <a:pt x="7" y="8"/>
                      <a:pt x="5" y="8"/>
                      <a:pt x="5" y="9"/>
                    </a:cubicBezTo>
                    <a:cubicBezTo>
                      <a:pt x="5" y="11"/>
                      <a:pt x="16" y="8"/>
                      <a:pt x="16" y="6"/>
                    </a:cubicBezTo>
                    <a:cubicBezTo>
                      <a:pt x="15" y="5"/>
                      <a:pt x="16" y="7"/>
                      <a:pt x="16" y="6"/>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2" name="Freeform 778">
                <a:extLst>
                  <a:ext uri="{FF2B5EF4-FFF2-40B4-BE49-F238E27FC236}">
                    <a16:creationId xmlns:a16="http://schemas.microsoft.com/office/drawing/2014/main" id="{501CB483-7129-B6D1-3262-0FCBAE3BA6C0}"/>
                  </a:ext>
                </a:extLst>
              </p:cNvPr>
              <p:cNvSpPr>
                <a:spLocks/>
              </p:cNvSpPr>
              <p:nvPr/>
            </p:nvSpPr>
            <p:spPr bwMode="auto">
              <a:xfrm>
                <a:off x="9184270" y="4965129"/>
                <a:ext cx="38217" cy="19114"/>
              </a:xfrm>
              <a:custGeom>
                <a:avLst/>
                <a:gdLst>
                  <a:gd name="T0" fmla="*/ 2 w 4"/>
                  <a:gd name="T1" fmla="*/ 2 h 2"/>
                  <a:gd name="T2" fmla="*/ 2 w 4"/>
                  <a:gd name="T3" fmla="*/ 0 h 2"/>
                  <a:gd name="T4" fmla="*/ 2 w 4"/>
                  <a:gd name="T5" fmla="*/ 2 h 2"/>
                </a:gdLst>
                <a:ahLst/>
                <a:cxnLst>
                  <a:cxn ang="0">
                    <a:pos x="T0" y="T1"/>
                  </a:cxn>
                  <a:cxn ang="0">
                    <a:pos x="T2" y="T3"/>
                  </a:cxn>
                  <a:cxn ang="0">
                    <a:pos x="T4" y="T5"/>
                  </a:cxn>
                </a:cxnLst>
                <a:rect l="0" t="0" r="r" b="b"/>
                <a:pathLst>
                  <a:path w="4" h="2">
                    <a:moveTo>
                      <a:pt x="2" y="2"/>
                    </a:moveTo>
                    <a:cubicBezTo>
                      <a:pt x="0" y="2"/>
                      <a:pt x="1" y="0"/>
                      <a:pt x="2" y="0"/>
                    </a:cubicBezTo>
                    <a:cubicBezTo>
                      <a:pt x="3" y="0"/>
                      <a:pt x="4" y="2"/>
                      <a:pt x="2"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3" name="Freeform 779">
                <a:extLst>
                  <a:ext uri="{FF2B5EF4-FFF2-40B4-BE49-F238E27FC236}">
                    <a16:creationId xmlns:a16="http://schemas.microsoft.com/office/drawing/2014/main" id="{B4FD326F-134F-917D-0871-C142400432E1}"/>
                  </a:ext>
                </a:extLst>
              </p:cNvPr>
              <p:cNvSpPr>
                <a:spLocks/>
              </p:cNvSpPr>
              <p:nvPr/>
            </p:nvSpPr>
            <p:spPr bwMode="auto">
              <a:xfrm>
                <a:off x="9212932" y="3859745"/>
                <a:ext cx="101909" cy="57338"/>
              </a:xfrm>
              <a:custGeom>
                <a:avLst/>
                <a:gdLst>
                  <a:gd name="T0" fmla="*/ 9 w 11"/>
                  <a:gd name="T1" fmla="*/ 4 h 6"/>
                  <a:gd name="T2" fmla="*/ 9 w 11"/>
                  <a:gd name="T3" fmla="*/ 5 h 6"/>
                  <a:gd name="T4" fmla="*/ 3 w 11"/>
                  <a:gd name="T5" fmla="*/ 4 h 6"/>
                  <a:gd name="T6" fmla="*/ 2 w 11"/>
                  <a:gd name="T7" fmla="*/ 1 h 6"/>
                  <a:gd name="T8" fmla="*/ 9 w 11"/>
                  <a:gd name="T9" fmla="*/ 4 h 6"/>
                  <a:gd name="T10" fmla="*/ 9 w 11"/>
                  <a:gd name="T11" fmla="*/ 4 h 6"/>
                </a:gdLst>
                <a:ahLst/>
                <a:cxnLst>
                  <a:cxn ang="0">
                    <a:pos x="T0" y="T1"/>
                  </a:cxn>
                  <a:cxn ang="0">
                    <a:pos x="T2" y="T3"/>
                  </a:cxn>
                  <a:cxn ang="0">
                    <a:pos x="T4" y="T5"/>
                  </a:cxn>
                  <a:cxn ang="0">
                    <a:pos x="T6" y="T7"/>
                  </a:cxn>
                  <a:cxn ang="0">
                    <a:pos x="T8" y="T9"/>
                  </a:cxn>
                  <a:cxn ang="0">
                    <a:pos x="T10" y="T11"/>
                  </a:cxn>
                </a:cxnLst>
                <a:rect l="0" t="0" r="r" b="b"/>
                <a:pathLst>
                  <a:path w="11" h="6">
                    <a:moveTo>
                      <a:pt x="9" y="4"/>
                    </a:moveTo>
                    <a:cubicBezTo>
                      <a:pt x="11" y="5"/>
                      <a:pt x="11" y="6"/>
                      <a:pt x="9" y="5"/>
                    </a:cubicBezTo>
                    <a:cubicBezTo>
                      <a:pt x="7" y="5"/>
                      <a:pt x="4" y="4"/>
                      <a:pt x="3" y="4"/>
                    </a:cubicBezTo>
                    <a:cubicBezTo>
                      <a:pt x="2" y="3"/>
                      <a:pt x="0" y="0"/>
                      <a:pt x="2" y="1"/>
                    </a:cubicBezTo>
                    <a:cubicBezTo>
                      <a:pt x="4" y="2"/>
                      <a:pt x="7" y="3"/>
                      <a:pt x="9" y="4"/>
                    </a:cubicBezTo>
                    <a:cubicBezTo>
                      <a:pt x="11" y="5"/>
                      <a:pt x="7" y="3"/>
                      <a:pt x="9"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4" name="Freeform 780">
                <a:extLst>
                  <a:ext uri="{FF2B5EF4-FFF2-40B4-BE49-F238E27FC236}">
                    <a16:creationId xmlns:a16="http://schemas.microsoft.com/office/drawing/2014/main" id="{D5F829B6-2542-2668-6CAF-C027542F7E1A}"/>
                  </a:ext>
                </a:extLst>
              </p:cNvPr>
              <p:cNvSpPr>
                <a:spLocks/>
              </p:cNvSpPr>
              <p:nvPr/>
            </p:nvSpPr>
            <p:spPr bwMode="auto">
              <a:xfrm>
                <a:off x="9528218" y="3776918"/>
                <a:ext cx="76432" cy="44598"/>
              </a:xfrm>
              <a:custGeom>
                <a:avLst/>
                <a:gdLst>
                  <a:gd name="T0" fmla="*/ 8 w 8"/>
                  <a:gd name="T1" fmla="*/ 3 h 5"/>
                  <a:gd name="T2" fmla="*/ 0 w 8"/>
                  <a:gd name="T3" fmla="*/ 2 h 5"/>
                  <a:gd name="T4" fmla="*/ 8 w 8"/>
                  <a:gd name="T5" fmla="*/ 3 h 5"/>
                </a:gdLst>
                <a:ahLst/>
                <a:cxnLst>
                  <a:cxn ang="0">
                    <a:pos x="T0" y="T1"/>
                  </a:cxn>
                  <a:cxn ang="0">
                    <a:pos x="T2" y="T3"/>
                  </a:cxn>
                  <a:cxn ang="0">
                    <a:pos x="T4" y="T5"/>
                  </a:cxn>
                </a:cxnLst>
                <a:rect l="0" t="0" r="r" b="b"/>
                <a:pathLst>
                  <a:path w="8" h="5">
                    <a:moveTo>
                      <a:pt x="8" y="3"/>
                    </a:moveTo>
                    <a:cubicBezTo>
                      <a:pt x="8" y="5"/>
                      <a:pt x="0" y="4"/>
                      <a:pt x="0" y="2"/>
                    </a:cubicBezTo>
                    <a:cubicBezTo>
                      <a:pt x="0" y="0"/>
                      <a:pt x="8" y="1"/>
                      <a:pt x="8"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5" name="Freeform 782">
                <a:extLst>
                  <a:ext uri="{FF2B5EF4-FFF2-40B4-BE49-F238E27FC236}">
                    <a16:creationId xmlns:a16="http://schemas.microsoft.com/office/drawing/2014/main" id="{AC311381-9C88-BFB5-ABC7-6E6B683848A2}"/>
                  </a:ext>
                </a:extLst>
              </p:cNvPr>
              <p:cNvSpPr>
                <a:spLocks/>
              </p:cNvSpPr>
              <p:nvPr/>
            </p:nvSpPr>
            <p:spPr bwMode="auto">
              <a:xfrm>
                <a:off x="10735225" y="3897972"/>
                <a:ext cx="54142" cy="38227"/>
              </a:xfrm>
              <a:custGeom>
                <a:avLst/>
                <a:gdLst>
                  <a:gd name="T0" fmla="*/ 5 w 6"/>
                  <a:gd name="T1" fmla="*/ 3 h 4"/>
                  <a:gd name="T2" fmla="*/ 1 w 6"/>
                  <a:gd name="T3" fmla="*/ 0 h 4"/>
                  <a:gd name="T4" fmla="*/ 5 w 6"/>
                  <a:gd name="T5" fmla="*/ 3 h 4"/>
                </a:gdLst>
                <a:ahLst/>
                <a:cxnLst>
                  <a:cxn ang="0">
                    <a:pos x="T0" y="T1"/>
                  </a:cxn>
                  <a:cxn ang="0">
                    <a:pos x="T2" y="T3"/>
                  </a:cxn>
                  <a:cxn ang="0">
                    <a:pos x="T4" y="T5"/>
                  </a:cxn>
                </a:cxnLst>
                <a:rect l="0" t="0" r="r" b="b"/>
                <a:pathLst>
                  <a:path w="6" h="4">
                    <a:moveTo>
                      <a:pt x="5" y="3"/>
                    </a:moveTo>
                    <a:cubicBezTo>
                      <a:pt x="4" y="4"/>
                      <a:pt x="0" y="0"/>
                      <a:pt x="1" y="0"/>
                    </a:cubicBezTo>
                    <a:cubicBezTo>
                      <a:pt x="2" y="0"/>
                      <a:pt x="6" y="2"/>
                      <a:pt x="5" y="3"/>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6" name="Freeform 783">
                <a:extLst>
                  <a:ext uri="{FF2B5EF4-FFF2-40B4-BE49-F238E27FC236}">
                    <a16:creationId xmlns:a16="http://schemas.microsoft.com/office/drawing/2014/main" id="{707E7839-E47F-2A82-AE3A-FE369C4A3A0B}"/>
                  </a:ext>
                </a:extLst>
              </p:cNvPr>
              <p:cNvSpPr>
                <a:spLocks/>
              </p:cNvSpPr>
              <p:nvPr/>
            </p:nvSpPr>
            <p:spPr bwMode="auto">
              <a:xfrm>
                <a:off x="10808475" y="3936197"/>
                <a:ext cx="47770" cy="9558"/>
              </a:xfrm>
              <a:custGeom>
                <a:avLst/>
                <a:gdLst>
                  <a:gd name="T0" fmla="*/ 4 w 5"/>
                  <a:gd name="T1" fmla="*/ 1 h 1"/>
                  <a:gd name="T2" fmla="*/ 2 w 5"/>
                  <a:gd name="T3" fmla="*/ 0 h 1"/>
                  <a:gd name="T4" fmla="*/ 4 w 5"/>
                  <a:gd name="T5" fmla="*/ 1 h 1"/>
                </a:gdLst>
                <a:ahLst/>
                <a:cxnLst>
                  <a:cxn ang="0">
                    <a:pos x="T0" y="T1"/>
                  </a:cxn>
                  <a:cxn ang="0">
                    <a:pos x="T2" y="T3"/>
                  </a:cxn>
                  <a:cxn ang="0">
                    <a:pos x="T4" y="T5"/>
                  </a:cxn>
                </a:cxnLst>
                <a:rect l="0" t="0" r="r" b="b"/>
                <a:pathLst>
                  <a:path w="5" h="1">
                    <a:moveTo>
                      <a:pt x="4" y="1"/>
                    </a:moveTo>
                    <a:cubicBezTo>
                      <a:pt x="2" y="1"/>
                      <a:pt x="0" y="0"/>
                      <a:pt x="2" y="0"/>
                    </a:cubicBezTo>
                    <a:cubicBezTo>
                      <a:pt x="3" y="0"/>
                      <a:pt x="5" y="1"/>
                      <a:pt x="4"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7" name="Freeform 784">
                <a:extLst>
                  <a:ext uri="{FF2B5EF4-FFF2-40B4-BE49-F238E27FC236}">
                    <a16:creationId xmlns:a16="http://schemas.microsoft.com/office/drawing/2014/main" id="{4EE17293-A0BF-9DDA-0B07-CE4FBD14CB91}"/>
                  </a:ext>
                </a:extLst>
              </p:cNvPr>
              <p:cNvSpPr>
                <a:spLocks/>
              </p:cNvSpPr>
              <p:nvPr/>
            </p:nvSpPr>
            <p:spPr bwMode="auto">
              <a:xfrm>
                <a:off x="10808475" y="4468183"/>
                <a:ext cx="38217" cy="66896"/>
              </a:xfrm>
              <a:custGeom>
                <a:avLst/>
                <a:gdLst>
                  <a:gd name="T0" fmla="*/ 2 w 4"/>
                  <a:gd name="T1" fmla="*/ 0 h 7"/>
                  <a:gd name="T2" fmla="*/ 4 w 4"/>
                  <a:gd name="T3" fmla="*/ 7 h 7"/>
                  <a:gd name="T4" fmla="*/ 2 w 4"/>
                  <a:gd name="T5" fmla="*/ 0 h 7"/>
                </a:gdLst>
                <a:ahLst/>
                <a:cxnLst>
                  <a:cxn ang="0">
                    <a:pos x="T0" y="T1"/>
                  </a:cxn>
                  <a:cxn ang="0">
                    <a:pos x="T2" y="T3"/>
                  </a:cxn>
                  <a:cxn ang="0">
                    <a:pos x="T4" y="T5"/>
                  </a:cxn>
                </a:cxnLst>
                <a:rect l="0" t="0" r="r" b="b"/>
                <a:pathLst>
                  <a:path w="4" h="7">
                    <a:moveTo>
                      <a:pt x="2" y="0"/>
                    </a:moveTo>
                    <a:cubicBezTo>
                      <a:pt x="0" y="0"/>
                      <a:pt x="3" y="7"/>
                      <a:pt x="4" y="7"/>
                    </a:cubicBezTo>
                    <a:cubicBezTo>
                      <a:pt x="4" y="7"/>
                      <a:pt x="3" y="0"/>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8" name="Freeform 785">
                <a:extLst>
                  <a:ext uri="{FF2B5EF4-FFF2-40B4-BE49-F238E27FC236}">
                    <a16:creationId xmlns:a16="http://schemas.microsoft.com/office/drawing/2014/main" id="{E3B2777B-5FEA-B178-44CB-5A1B6E46AA35}"/>
                  </a:ext>
                </a:extLst>
              </p:cNvPr>
              <p:cNvSpPr>
                <a:spLocks/>
              </p:cNvSpPr>
              <p:nvPr/>
            </p:nvSpPr>
            <p:spPr bwMode="auto">
              <a:xfrm>
                <a:off x="10827583" y="4589232"/>
                <a:ext cx="63695" cy="38227"/>
              </a:xfrm>
              <a:custGeom>
                <a:avLst/>
                <a:gdLst>
                  <a:gd name="T0" fmla="*/ 1 w 7"/>
                  <a:gd name="T1" fmla="*/ 0 h 4"/>
                  <a:gd name="T2" fmla="*/ 1 w 7"/>
                  <a:gd name="T3" fmla="*/ 4 h 4"/>
                  <a:gd name="T4" fmla="*/ 5 w 7"/>
                  <a:gd name="T5" fmla="*/ 4 h 4"/>
                  <a:gd name="T6" fmla="*/ 1 w 7"/>
                  <a:gd name="T7" fmla="*/ 0 h 4"/>
                  <a:gd name="T8" fmla="*/ 1 w 7"/>
                  <a:gd name="T9" fmla="*/ 0 h 4"/>
                </a:gdLst>
                <a:ahLst/>
                <a:cxnLst>
                  <a:cxn ang="0">
                    <a:pos x="T0" y="T1"/>
                  </a:cxn>
                  <a:cxn ang="0">
                    <a:pos x="T2" y="T3"/>
                  </a:cxn>
                  <a:cxn ang="0">
                    <a:pos x="T4" y="T5"/>
                  </a:cxn>
                  <a:cxn ang="0">
                    <a:pos x="T6" y="T7"/>
                  </a:cxn>
                  <a:cxn ang="0">
                    <a:pos x="T8" y="T9"/>
                  </a:cxn>
                </a:cxnLst>
                <a:rect l="0" t="0" r="r" b="b"/>
                <a:pathLst>
                  <a:path w="7" h="4">
                    <a:moveTo>
                      <a:pt x="1" y="0"/>
                    </a:moveTo>
                    <a:cubicBezTo>
                      <a:pt x="0" y="1"/>
                      <a:pt x="0" y="3"/>
                      <a:pt x="1" y="4"/>
                    </a:cubicBezTo>
                    <a:cubicBezTo>
                      <a:pt x="2" y="4"/>
                      <a:pt x="3" y="4"/>
                      <a:pt x="5" y="4"/>
                    </a:cubicBezTo>
                    <a:cubicBezTo>
                      <a:pt x="7" y="4"/>
                      <a:pt x="1" y="0"/>
                      <a:pt x="1" y="0"/>
                    </a:cubicBezTo>
                    <a:cubicBezTo>
                      <a:pt x="0" y="1"/>
                      <a:pt x="1" y="0"/>
                      <a:pt x="1"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89" name="Freeform 786">
                <a:extLst>
                  <a:ext uri="{FF2B5EF4-FFF2-40B4-BE49-F238E27FC236}">
                    <a16:creationId xmlns:a16="http://schemas.microsoft.com/office/drawing/2014/main" id="{BCF7996B-8D6D-E05B-1B09-6F17C25C1276}"/>
                  </a:ext>
                </a:extLst>
              </p:cNvPr>
              <p:cNvSpPr>
                <a:spLocks/>
              </p:cNvSpPr>
              <p:nvPr/>
            </p:nvSpPr>
            <p:spPr bwMode="auto">
              <a:xfrm>
                <a:off x="10566434" y="4796294"/>
                <a:ext cx="159235" cy="92380"/>
              </a:xfrm>
              <a:custGeom>
                <a:avLst/>
                <a:gdLst>
                  <a:gd name="T0" fmla="*/ 0 w 17"/>
                  <a:gd name="T1" fmla="*/ 4 h 10"/>
                  <a:gd name="T2" fmla="*/ 10 w 17"/>
                  <a:gd name="T3" fmla="*/ 2 h 10"/>
                  <a:gd name="T4" fmla="*/ 8 w 17"/>
                  <a:gd name="T5" fmla="*/ 4 h 10"/>
                  <a:gd name="T6" fmla="*/ 12 w 17"/>
                  <a:gd name="T7" fmla="*/ 7 h 10"/>
                  <a:gd name="T8" fmla="*/ 9 w 17"/>
                  <a:gd name="T9" fmla="*/ 7 h 10"/>
                  <a:gd name="T10" fmla="*/ 11 w 17"/>
                  <a:gd name="T11" fmla="*/ 10 h 10"/>
                  <a:gd name="T12" fmla="*/ 8 w 17"/>
                  <a:gd name="T13" fmla="*/ 9 h 10"/>
                  <a:gd name="T14" fmla="*/ 0 w 17"/>
                  <a:gd name="T15" fmla="*/ 4 h 10"/>
                  <a:gd name="T16" fmla="*/ 0 w 17"/>
                  <a:gd name="T1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0" y="4"/>
                    </a:moveTo>
                    <a:cubicBezTo>
                      <a:pt x="1" y="0"/>
                      <a:pt x="7" y="2"/>
                      <a:pt x="10" y="2"/>
                    </a:cubicBezTo>
                    <a:cubicBezTo>
                      <a:pt x="17" y="3"/>
                      <a:pt x="8" y="4"/>
                      <a:pt x="8" y="4"/>
                    </a:cubicBezTo>
                    <a:cubicBezTo>
                      <a:pt x="8" y="6"/>
                      <a:pt x="12" y="5"/>
                      <a:pt x="12" y="7"/>
                    </a:cubicBezTo>
                    <a:cubicBezTo>
                      <a:pt x="12" y="7"/>
                      <a:pt x="10" y="6"/>
                      <a:pt x="9" y="7"/>
                    </a:cubicBezTo>
                    <a:cubicBezTo>
                      <a:pt x="9" y="7"/>
                      <a:pt x="12" y="10"/>
                      <a:pt x="11" y="10"/>
                    </a:cubicBezTo>
                    <a:cubicBezTo>
                      <a:pt x="10" y="10"/>
                      <a:pt x="9" y="9"/>
                      <a:pt x="8" y="9"/>
                    </a:cubicBezTo>
                    <a:cubicBezTo>
                      <a:pt x="6" y="8"/>
                      <a:pt x="0" y="7"/>
                      <a:pt x="0" y="4"/>
                    </a:cubicBezTo>
                    <a:cubicBezTo>
                      <a:pt x="0" y="3"/>
                      <a:pt x="0" y="7"/>
                      <a:pt x="0"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0" name="Freeform 787">
                <a:extLst>
                  <a:ext uri="{FF2B5EF4-FFF2-40B4-BE49-F238E27FC236}">
                    <a16:creationId xmlns:a16="http://schemas.microsoft.com/office/drawing/2014/main" id="{05EE473C-7D6E-5F69-23B2-3CF18506256D}"/>
                  </a:ext>
                </a:extLst>
              </p:cNvPr>
              <p:cNvSpPr>
                <a:spLocks/>
              </p:cNvSpPr>
              <p:nvPr/>
            </p:nvSpPr>
            <p:spPr bwMode="auto">
              <a:xfrm>
                <a:off x="10537774" y="4777183"/>
                <a:ext cx="82803" cy="28672"/>
              </a:xfrm>
              <a:custGeom>
                <a:avLst/>
                <a:gdLst>
                  <a:gd name="T0" fmla="*/ 8 w 9"/>
                  <a:gd name="T1" fmla="*/ 1 h 3"/>
                  <a:gd name="T2" fmla="*/ 5 w 9"/>
                  <a:gd name="T3" fmla="*/ 0 h 3"/>
                  <a:gd name="T4" fmla="*/ 0 w 9"/>
                  <a:gd name="T5" fmla="*/ 0 h 3"/>
                  <a:gd name="T6" fmla="*/ 8 w 9"/>
                  <a:gd name="T7" fmla="*/ 1 h 3"/>
                  <a:gd name="T8" fmla="*/ 8 w 9"/>
                  <a:gd name="T9" fmla="*/ 1 h 3"/>
                </a:gdLst>
                <a:ahLst/>
                <a:cxnLst>
                  <a:cxn ang="0">
                    <a:pos x="T0" y="T1"/>
                  </a:cxn>
                  <a:cxn ang="0">
                    <a:pos x="T2" y="T3"/>
                  </a:cxn>
                  <a:cxn ang="0">
                    <a:pos x="T4" y="T5"/>
                  </a:cxn>
                  <a:cxn ang="0">
                    <a:pos x="T6" y="T7"/>
                  </a:cxn>
                  <a:cxn ang="0">
                    <a:pos x="T8" y="T9"/>
                  </a:cxn>
                </a:cxnLst>
                <a:rect l="0" t="0" r="r" b="b"/>
                <a:pathLst>
                  <a:path w="9" h="3">
                    <a:moveTo>
                      <a:pt x="8" y="1"/>
                    </a:moveTo>
                    <a:cubicBezTo>
                      <a:pt x="9" y="1"/>
                      <a:pt x="5" y="0"/>
                      <a:pt x="5" y="0"/>
                    </a:cubicBezTo>
                    <a:cubicBezTo>
                      <a:pt x="3" y="0"/>
                      <a:pt x="1" y="0"/>
                      <a:pt x="0" y="0"/>
                    </a:cubicBezTo>
                    <a:cubicBezTo>
                      <a:pt x="2" y="0"/>
                      <a:pt x="6" y="3"/>
                      <a:pt x="8" y="1"/>
                    </a:cubicBezTo>
                    <a:cubicBezTo>
                      <a:pt x="9" y="1"/>
                      <a:pt x="7" y="2"/>
                      <a:pt x="8"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1" name="Freeform 788">
                <a:extLst>
                  <a:ext uri="{FF2B5EF4-FFF2-40B4-BE49-F238E27FC236}">
                    <a16:creationId xmlns:a16="http://schemas.microsoft.com/office/drawing/2014/main" id="{B2B228FB-C540-D1BE-6EF1-32891542CD69}"/>
                  </a:ext>
                </a:extLst>
              </p:cNvPr>
              <p:cNvSpPr>
                <a:spLocks/>
              </p:cNvSpPr>
              <p:nvPr/>
            </p:nvSpPr>
            <p:spPr bwMode="auto">
              <a:xfrm>
                <a:off x="10407201" y="4974685"/>
                <a:ext cx="121018" cy="63711"/>
              </a:xfrm>
              <a:custGeom>
                <a:avLst/>
                <a:gdLst>
                  <a:gd name="T0" fmla="*/ 12 w 13"/>
                  <a:gd name="T1" fmla="*/ 4 h 7"/>
                  <a:gd name="T2" fmla="*/ 12 w 13"/>
                  <a:gd name="T3" fmla="*/ 1 h 7"/>
                  <a:gd name="T4" fmla="*/ 7 w 13"/>
                  <a:gd name="T5" fmla="*/ 2 h 7"/>
                  <a:gd name="T6" fmla="*/ 3 w 13"/>
                  <a:gd name="T7" fmla="*/ 3 h 7"/>
                  <a:gd name="T8" fmla="*/ 0 w 13"/>
                  <a:gd name="T9" fmla="*/ 5 h 7"/>
                  <a:gd name="T10" fmla="*/ 12 w 13"/>
                  <a:gd name="T11" fmla="*/ 4 h 7"/>
                  <a:gd name="T12" fmla="*/ 12 w 13"/>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3" h="7">
                    <a:moveTo>
                      <a:pt x="12" y="4"/>
                    </a:moveTo>
                    <a:cubicBezTo>
                      <a:pt x="13" y="3"/>
                      <a:pt x="13" y="2"/>
                      <a:pt x="12" y="1"/>
                    </a:cubicBezTo>
                    <a:cubicBezTo>
                      <a:pt x="11" y="0"/>
                      <a:pt x="8" y="1"/>
                      <a:pt x="7" y="2"/>
                    </a:cubicBezTo>
                    <a:cubicBezTo>
                      <a:pt x="6" y="2"/>
                      <a:pt x="4" y="2"/>
                      <a:pt x="3" y="3"/>
                    </a:cubicBezTo>
                    <a:cubicBezTo>
                      <a:pt x="3" y="3"/>
                      <a:pt x="0" y="5"/>
                      <a:pt x="0" y="5"/>
                    </a:cubicBezTo>
                    <a:cubicBezTo>
                      <a:pt x="3" y="7"/>
                      <a:pt x="10" y="6"/>
                      <a:pt x="12" y="4"/>
                    </a:cubicBezTo>
                    <a:cubicBezTo>
                      <a:pt x="13" y="3"/>
                      <a:pt x="9" y="6"/>
                      <a:pt x="12" y="4"/>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2" name="Freeform 789">
                <a:extLst>
                  <a:ext uri="{FF2B5EF4-FFF2-40B4-BE49-F238E27FC236}">
                    <a16:creationId xmlns:a16="http://schemas.microsoft.com/office/drawing/2014/main" id="{AE7C7209-66FE-1821-349A-E2CD6D74BE80}"/>
                  </a:ext>
                </a:extLst>
              </p:cNvPr>
              <p:cNvSpPr>
                <a:spLocks/>
              </p:cNvSpPr>
              <p:nvPr/>
            </p:nvSpPr>
            <p:spPr bwMode="auto">
              <a:xfrm>
                <a:off x="9305288" y="5067067"/>
                <a:ext cx="38217" cy="57338"/>
              </a:xfrm>
              <a:custGeom>
                <a:avLst/>
                <a:gdLst>
                  <a:gd name="T0" fmla="*/ 3 w 4"/>
                  <a:gd name="T1" fmla="*/ 2 h 6"/>
                  <a:gd name="T2" fmla="*/ 1 w 4"/>
                  <a:gd name="T3" fmla="*/ 3 h 6"/>
                  <a:gd name="T4" fmla="*/ 3 w 4"/>
                  <a:gd name="T5" fmla="*/ 2 h 6"/>
                  <a:gd name="T6" fmla="*/ 3 w 4"/>
                  <a:gd name="T7" fmla="*/ 2 h 6"/>
                </a:gdLst>
                <a:ahLst/>
                <a:cxnLst>
                  <a:cxn ang="0">
                    <a:pos x="T0" y="T1"/>
                  </a:cxn>
                  <a:cxn ang="0">
                    <a:pos x="T2" y="T3"/>
                  </a:cxn>
                  <a:cxn ang="0">
                    <a:pos x="T4" y="T5"/>
                  </a:cxn>
                  <a:cxn ang="0">
                    <a:pos x="T6" y="T7"/>
                  </a:cxn>
                </a:cxnLst>
                <a:rect l="0" t="0" r="r" b="b"/>
                <a:pathLst>
                  <a:path w="4" h="6">
                    <a:moveTo>
                      <a:pt x="3" y="2"/>
                    </a:moveTo>
                    <a:cubicBezTo>
                      <a:pt x="2" y="0"/>
                      <a:pt x="1" y="1"/>
                      <a:pt x="1" y="3"/>
                    </a:cubicBezTo>
                    <a:cubicBezTo>
                      <a:pt x="0" y="6"/>
                      <a:pt x="4" y="4"/>
                      <a:pt x="3" y="2"/>
                    </a:cubicBezTo>
                    <a:cubicBezTo>
                      <a:pt x="3" y="2"/>
                      <a:pt x="4" y="3"/>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3" name="Freeform 790">
                <a:extLst>
                  <a:ext uri="{FF2B5EF4-FFF2-40B4-BE49-F238E27FC236}">
                    <a16:creationId xmlns:a16="http://schemas.microsoft.com/office/drawing/2014/main" id="{17E228FC-D82B-2438-B844-A5C5602ABDC5}"/>
                  </a:ext>
                </a:extLst>
              </p:cNvPr>
              <p:cNvSpPr>
                <a:spLocks/>
              </p:cNvSpPr>
              <p:nvPr/>
            </p:nvSpPr>
            <p:spPr bwMode="auto">
              <a:xfrm>
                <a:off x="9222485" y="4946016"/>
                <a:ext cx="35033" cy="38227"/>
              </a:xfrm>
              <a:custGeom>
                <a:avLst/>
                <a:gdLst>
                  <a:gd name="T0" fmla="*/ 4 w 4"/>
                  <a:gd name="T1" fmla="*/ 2 h 4"/>
                  <a:gd name="T2" fmla="*/ 1 w 4"/>
                  <a:gd name="T3" fmla="*/ 1 h 4"/>
                  <a:gd name="T4" fmla="*/ 4 w 4"/>
                  <a:gd name="T5" fmla="*/ 2 h 4"/>
                  <a:gd name="T6" fmla="*/ 4 w 4"/>
                  <a:gd name="T7" fmla="*/ 2 h 4"/>
                </a:gdLst>
                <a:ahLst/>
                <a:cxnLst>
                  <a:cxn ang="0">
                    <a:pos x="T0" y="T1"/>
                  </a:cxn>
                  <a:cxn ang="0">
                    <a:pos x="T2" y="T3"/>
                  </a:cxn>
                  <a:cxn ang="0">
                    <a:pos x="T4" y="T5"/>
                  </a:cxn>
                  <a:cxn ang="0">
                    <a:pos x="T6" y="T7"/>
                  </a:cxn>
                </a:cxnLst>
                <a:rect l="0" t="0" r="r" b="b"/>
                <a:pathLst>
                  <a:path w="4" h="4">
                    <a:moveTo>
                      <a:pt x="4" y="2"/>
                    </a:moveTo>
                    <a:cubicBezTo>
                      <a:pt x="3" y="2"/>
                      <a:pt x="1" y="0"/>
                      <a:pt x="1" y="1"/>
                    </a:cubicBezTo>
                    <a:cubicBezTo>
                      <a:pt x="0" y="4"/>
                      <a:pt x="4" y="2"/>
                      <a:pt x="4" y="2"/>
                    </a:cubicBezTo>
                    <a:cubicBezTo>
                      <a:pt x="3" y="2"/>
                      <a:pt x="4" y="2"/>
                      <a:pt x="4"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4" name="Freeform 791">
                <a:extLst>
                  <a:ext uri="{FF2B5EF4-FFF2-40B4-BE49-F238E27FC236}">
                    <a16:creationId xmlns:a16="http://schemas.microsoft.com/office/drawing/2014/main" id="{322F70B9-79E6-83A3-E25A-17DC569288E8}"/>
                  </a:ext>
                </a:extLst>
              </p:cNvPr>
              <p:cNvSpPr>
                <a:spLocks/>
              </p:cNvSpPr>
              <p:nvPr/>
            </p:nvSpPr>
            <p:spPr bwMode="auto">
              <a:xfrm>
                <a:off x="10865798" y="4347133"/>
                <a:ext cx="19109" cy="19114"/>
              </a:xfrm>
              <a:custGeom>
                <a:avLst/>
                <a:gdLst>
                  <a:gd name="T0" fmla="*/ 2 w 2"/>
                  <a:gd name="T1" fmla="*/ 1 h 2"/>
                  <a:gd name="T2" fmla="*/ 0 w 2"/>
                  <a:gd name="T3" fmla="*/ 2 h 2"/>
                  <a:gd name="T4" fmla="*/ 2 w 2"/>
                  <a:gd name="T5" fmla="*/ 1 h 2"/>
                </a:gdLst>
                <a:ahLst/>
                <a:cxnLst>
                  <a:cxn ang="0">
                    <a:pos x="T0" y="T1"/>
                  </a:cxn>
                  <a:cxn ang="0">
                    <a:pos x="T2" y="T3"/>
                  </a:cxn>
                  <a:cxn ang="0">
                    <a:pos x="T4" y="T5"/>
                  </a:cxn>
                </a:cxnLst>
                <a:rect l="0" t="0" r="r" b="b"/>
                <a:pathLst>
                  <a:path w="2" h="2">
                    <a:moveTo>
                      <a:pt x="2" y="1"/>
                    </a:moveTo>
                    <a:cubicBezTo>
                      <a:pt x="2" y="0"/>
                      <a:pt x="0" y="1"/>
                      <a:pt x="0" y="2"/>
                    </a:cubicBezTo>
                    <a:cubicBezTo>
                      <a:pt x="1" y="2"/>
                      <a:pt x="2" y="2"/>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5" name="Freeform 792">
                <a:extLst>
                  <a:ext uri="{FF2B5EF4-FFF2-40B4-BE49-F238E27FC236}">
                    <a16:creationId xmlns:a16="http://schemas.microsoft.com/office/drawing/2014/main" id="{BD9707E4-17B9-BEA7-48DE-7EE1605969C3}"/>
                  </a:ext>
                </a:extLst>
              </p:cNvPr>
              <p:cNvSpPr>
                <a:spLocks/>
              </p:cNvSpPr>
              <p:nvPr/>
            </p:nvSpPr>
            <p:spPr bwMode="auto">
              <a:xfrm>
                <a:off x="10789366" y="4245195"/>
                <a:ext cx="28664" cy="15928"/>
              </a:xfrm>
              <a:custGeom>
                <a:avLst/>
                <a:gdLst>
                  <a:gd name="T0" fmla="*/ 2 w 3"/>
                  <a:gd name="T1" fmla="*/ 0 h 2"/>
                  <a:gd name="T2" fmla="*/ 1 w 3"/>
                  <a:gd name="T3" fmla="*/ 1 h 2"/>
                  <a:gd name="T4" fmla="*/ 2 w 3"/>
                  <a:gd name="T5" fmla="*/ 0 h 2"/>
                </a:gdLst>
                <a:ahLst/>
                <a:cxnLst>
                  <a:cxn ang="0">
                    <a:pos x="T0" y="T1"/>
                  </a:cxn>
                  <a:cxn ang="0">
                    <a:pos x="T2" y="T3"/>
                  </a:cxn>
                  <a:cxn ang="0">
                    <a:pos x="T4" y="T5"/>
                  </a:cxn>
                </a:cxnLst>
                <a:rect l="0" t="0" r="r" b="b"/>
                <a:pathLst>
                  <a:path w="3" h="2">
                    <a:moveTo>
                      <a:pt x="2" y="0"/>
                    </a:moveTo>
                    <a:cubicBezTo>
                      <a:pt x="1" y="0"/>
                      <a:pt x="0" y="1"/>
                      <a:pt x="1" y="1"/>
                    </a:cubicBezTo>
                    <a:cubicBezTo>
                      <a:pt x="2" y="2"/>
                      <a:pt x="3" y="1"/>
                      <a:pt x="2"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6" name="Freeform 793">
                <a:extLst>
                  <a:ext uri="{FF2B5EF4-FFF2-40B4-BE49-F238E27FC236}">
                    <a16:creationId xmlns:a16="http://schemas.microsoft.com/office/drawing/2014/main" id="{2E14E0AD-C459-16E7-66B3-C4AE35D8E7CD}"/>
                  </a:ext>
                </a:extLst>
              </p:cNvPr>
              <p:cNvSpPr>
                <a:spLocks/>
              </p:cNvSpPr>
              <p:nvPr/>
            </p:nvSpPr>
            <p:spPr bwMode="auto">
              <a:xfrm>
                <a:off x="10865798" y="4206968"/>
                <a:ext cx="25477" cy="28672"/>
              </a:xfrm>
              <a:custGeom>
                <a:avLst/>
                <a:gdLst>
                  <a:gd name="T0" fmla="*/ 2 w 3"/>
                  <a:gd name="T1" fmla="*/ 1 h 3"/>
                  <a:gd name="T2" fmla="*/ 1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1"/>
                      <a:pt x="1" y="2"/>
                    </a:cubicBezTo>
                    <a:cubicBezTo>
                      <a:pt x="1" y="3"/>
                      <a:pt x="3" y="1"/>
                      <a:pt x="2"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7" name="Freeform 794">
                <a:extLst>
                  <a:ext uri="{FF2B5EF4-FFF2-40B4-BE49-F238E27FC236}">
                    <a16:creationId xmlns:a16="http://schemas.microsoft.com/office/drawing/2014/main" id="{B3EE7C70-2DF3-D9DE-C30C-C893796CA977}"/>
                  </a:ext>
                </a:extLst>
              </p:cNvPr>
              <p:cNvSpPr>
                <a:spLocks/>
              </p:cNvSpPr>
              <p:nvPr/>
            </p:nvSpPr>
            <p:spPr bwMode="auto">
              <a:xfrm>
                <a:off x="8314841" y="4394916"/>
                <a:ext cx="47770" cy="6370"/>
              </a:xfrm>
              <a:custGeom>
                <a:avLst/>
                <a:gdLst>
                  <a:gd name="T0" fmla="*/ 5 w 5"/>
                  <a:gd name="T1" fmla="*/ 1 h 1"/>
                  <a:gd name="T2" fmla="*/ 1 w 5"/>
                  <a:gd name="T3" fmla="*/ 0 h 1"/>
                  <a:gd name="T4" fmla="*/ 5 w 5"/>
                  <a:gd name="T5" fmla="*/ 1 h 1"/>
                </a:gdLst>
                <a:ahLst/>
                <a:cxnLst>
                  <a:cxn ang="0">
                    <a:pos x="T0" y="T1"/>
                  </a:cxn>
                  <a:cxn ang="0">
                    <a:pos x="T2" y="T3"/>
                  </a:cxn>
                  <a:cxn ang="0">
                    <a:pos x="T4" y="T5"/>
                  </a:cxn>
                </a:cxnLst>
                <a:rect l="0" t="0" r="r" b="b"/>
                <a:pathLst>
                  <a:path w="5" h="1">
                    <a:moveTo>
                      <a:pt x="5" y="1"/>
                    </a:moveTo>
                    <a:cubicBezTo>
                      <a:pt x="4" y="0"/>
                      <a:pt x="0" y="0"/>
                      <a:pt x="1" y="0"/>
                    </a:cubicBezTo>
                    <a:cubicBezTo>
                      <a:pt x="2" y="1"/>
                      <a:pt x="5" y="1"/>
                      <a:pt x="5" y="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8" name="Freeform 795">
                <a:extLst>
                  <a:ext uri="{FF2B5EF4-FFF2-40B4-BE49-F238E27FC236}">
                    <a16:creationId xmlns:a16="http://schemas.microsoft.com/office/drawing/2014/main" id="{68C7D5FD-85A4-BC1A-F661-C7BE65FFAA85}"/>
                  </a:ext>
                </a:extLst>
              </p:cNvPr>
              <p:cNvSpPr>
                <a:spLocks/>
              </p:cNvSpPr>
              <p:nvPr/>
            </p:nvSpPr>
            <p:spPr bwMode="auto">
              <a:xfrm>
                <a:off x="8372164" y="4394916"/>
                <a:ext cx="57323" cy="0"/>
              </a:xfrm>
              <a:custGeom>
                <a:avLst/>
                <a:gdLst>
                  <a:gd name="T0" fmla="*/ 5 w 6"/>
                  <a:gd name="T1" fmla="*/ 1 w 6"/>
                  <a:gd name="T2" fmla="*/ 5 w 6"/>
                </a:gdLst>
                <a:ahLst/>
                <a:cxnLst>
                  <a:cxn ang="0">
                    <a:pos x="T0" y="0"/>
                  </a:cxn>
                  <a:cxn ang="0">
                    <a:pos x="T1" y="0"/>
                  </a:cxn>
                  <a:cxn ang="0">
                    <a:pos x="T2" y="0"/>
                  </a:cxn>
                </a:cxnLst>
                <a:rect l="0" t="0" r="r" b="b"/>
                <a:pathLst>
                  <a:path w="6">
                    <a:moveTo>
                      <a:pt x="5" y="0"/>
                    </a:moveTo>
                    <a:cubicBezTo>
                      <a:pt x="4" y="0"/>
                      <a:pt x="0" y="0"/>
                      <a:pt x="1" y="0"/>
                    </a:cubicBezTo>
                    <a:cubicBezTo>
                      <a:pt x="2" y="0"/>
                      <a:pt x="6" y="0"/>
                      <a:pt x="5" y="0"/>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399" name="Freeform 796">
                <a:extLst>
                  <a:ext uri="{FF2B5EF4-FFF2-40B4-BE49-F238E27FC236}">
                    <a16:creationId xmlns:a16="http://schemas.microsoft.com/office/drawing/2014/main" id="{2B13B9B9-3701-3DAC-F9A4-EF16609C6751}"/>
                  </a:ext>
                </a:extLst>
              </p:cNvPr>
              <p:cNvSpPr>
                <a:spLocks/>
              </p:cNvSpPr>
              <p:nvPr/>
            </p:nvSpPr>
            <p:spPr bwMode="auto">
              <a:xfrm>
                <a:off x="9445417" y="3802407"/>
                <a:ext cx="38217" cy="19114"/>
              </a:xfrm>
              <a:custGeom>
                <a:avLst/>
                <a:gdLst>
                  <a:gd name="T0" fmla="*/ 3 w 4"/>
                  <a:gd name="T1" fmla="*/ 2 h 2"/>
                  <a:gd name="T2" fmla="*/ 2 w 4"/>
                  <a:gd name="T3" fmla="*/ 0 h 2"/>
                  <a:gd name="T4" fmla="*/ 3 w 4"/>
                  <a:gd name="T5" fmla="*/ 2 h 2"/>
                </a:gdLst>
                <a:ahLst/>
                <a:cxnLst>
                  <a:cxn ang="0">
                    <a:pos x="T0" y="T1"/>
                  </a:cxn>
                  <a:cxn ang="0">
                    <a:pos x="T2" y="T3"/>
                  </a:cxn>
                  <a:cxn ang="0">
                    <a:pos x="T4" y="T5"/>
                  </a:cxn>
                </a:cxnLst>
                <a:rect l="0" t="0" r="r" b="b"/>
                <a:pathLst>
                  <a:path w="4" h="2">
                    <a:moveTo>
                      <a:pt x="3" y="2"/>
                    </a:moveTo>
                    <a:cubicBezTo>
                      <a:pt x="1" y="2"/>
                      <a:pt x="0" y="0"/>
                      <a:pt x="2" y="0"/>
                    </a:cubicBezTo>
                    <a:cubicBezTo>
                      <a:pt x="3" y="0"/>
                      <a:pt x="4" y="2"/>
                      <a:pt x="3" y="2"/>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sp>
            <p:nvSpPr>
              <p:cNvPr id="400" name="Freeform 797">
                <a:extLst>
                  <a:ext uri="{FF2B5EF4-FFF2-40B4-BE49-F238E27FC236}">
                    <a16:creationId xmlns:a16="http://schemas.microsoft.com/office/drawing/2014/main" id="{75D84FAD-52DD-E574-447E-03EF05DE23FB}"/>
                  </a:ext>
                </a:extLst>
              </p:cNvPr>
              <p:cNvSpPr>
                <a:spLocks/>
              </p:cNvSpPr>
              <p:nvPr/>
            </p:nvSpPr>
            <p:spPr bwMode="auto">
              <a:xfrm>
                <a:off x="5467694" y="6086410"/>
                <a:ext cx="85988" cy="111494"/>
              </a:xfrm>
              <a:custGeom>
                <a:avLst/>
                <a:gdLst>
                  <a:gd name="T0" fmla="*/ 9 w 9"/>
                  <a:gd name="T1" fmla="*/ 11 h 12"/>
                  <a:gd name="T2" fmla="*/ 5 w 9"/>
                  <a:gd name="T3" fmla="*/ 2 h 12"/>
                  <a:gd name="T4" fmla="*/ 2 w 9"/>
                  <a:gd name="T5" fmla="*/ 2 h 12"/>
                  <a:gd name="T6" fmla="*/ 0 w 9"/>
                  <a:gd name="T7" fmla="*/ 3 h 12"/>
                  <a:gd name="T8" fmla="*/ 3 w 9"/>
                  <a:gd name="T9" fmla="*/ 5 h 12"/>
                  <a:gd name="T10" fmla="*/ 3 w 9"/>
                  <a:gd name="T11" fmla="*/ 7 h 12"/>
                  <a:gd name="T12" fmla="*/ 4 w 9"/>
                  <a:gd name="T13" fmla="*/ 7 h 12"/>
                  <a:gd name="T14" fmla="*/ 3 w 9"/>
                  <a:gd name="T15" fmla="*/ 8 h 12"/>
                  <a:gd name="T16" fmla="*/ 6 w 9"/>
                  <a:gd name="T17" fmla="*/ 11 h 12"/>
                  <a:gd name="T18" fmla="*/ 6 w 9"/>
                  <a:gd name="T19" fmla="*/ 9 h 12"/>
                  <a:gd name="T20" fmla="*/ 9 w 9"/>
                  <a:gd name="T21" fmla="*/ 11 h 12"/>
                  <a:gd name="T22" fmla="*/ 9 w 9"/>
                  <a:gd name="T23"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2">
                    <a:moveTo>
                      <a:pt x="9" y="11"/>
                    </a:moveTo>
                    <a:cubicBezTo>
                      <a:pt x="8" y="8"/>
                      <a:pt x="7" y="4"/>
                      <a:pt x="5" y="2"/>
                    </a:cubicBezTo>
                    <a:cubicBezTo>
                      <a:pt x="4" y="1"/>
                      <a:pt x="3" y="0"/>
                      <a:pt x="2" y="2"/>
                    </a:cubicBezTo>
                    <a:cubicBezTo>
                      <a:pt x="2" y="2"/>
                      <a:pt x="0" y="2"/>
                      <a:pt x="0" y="3"/>
                    </a:cubicBezTo>
                    <a:cubicBezTo>
                      <a:pt x="1" y="4"/>
                      <a:pt x="3" y="3"/>
                      <a:pt x="3" y="5"/>
                    </a:cubicBezTo>
                    <a:cubicBezTo>
                      <a:pt x="3" y="6"/>
                      <a:pt x="3" y="6"/>
                      <a:pt x="3" y="7"/>
                    </a:cubicBezTo>
                    <a:cubicBezTo>
                      <a:pt x="3" y="8"/>
                      <a:pt x="4" y="7"/>
                      <a:pt x="4" y="7"/>
                    </a:cubicBezTo>
                    <a:cubicBezTo>
                      <a:pt x="5" y="8"/>
                      <a:pt x="3" y="8"/>
                      <a:pt x="3" y="8"/>
                    </a:cubicBezTo>
                    <a:cubicBezTo>
                      <a:pt x="3" y="9"/>
                      <a:pt x="5" y="11"/>
                      <a:pt x="6" y="11"/>
                    </a:cubicBezTo>
                    <a:cubicBezTo>
                      <a:pt x="6" y="11"/>
                      <a:pt x="2" y="7"/>
                      <a:pt x="6" y="9"/>
                    </a:cubicBezTo>
                    <a:cubicBezTo>
                      <a:pt x="7" y="9"/>
                      <a:pt x="9" y="12"/>
                      <a:pt x="9" y="11"/>
                    </a:cubicBezTo>
                    <a:cubicBezTo>
                      <a:pt x="8" y="10"/>
                      <a:pt x="9" y="12"/>
                      <a:pt x="9" y="11"/>
                    </a:cubicBezTo>
                    <a:close/>
                  </a:path>
                </a:pathLst>
              </a:custGeom>
              <a:grpFill/>
              <a:ln w="4763" cap="flat">
                <a:solidFill>
                  <a:schemeClr val="bg1"/>
                </a:solidFill>
                <a:prstDash val="solid"/>
                <a:round/>
                <a:headEnd/>
                <a:tailEnd/>
              </a:ln>
            </p:spPr>
            <p:txBody>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defTabSz="914217">
                  <a:defRPr/>
                </a:pPr>
                <a:endParaRPr lang="id-ID" sz="900" b="1">
                  <a:latin typeface="Lato" panose="020F0502020204030203" pitchFamily="34" charset="0"/>
                  <a:ea typeface="Lato" panose="020F0502020204030203" pitchFamily="34" charset="0"/>
                  <a:cs typeface="Lato" panose="020F0502020204030203" pitchFamily="34" charset="0"/>
                </a:endParaRPr>
              </a:p>
            </p:txBody>
          </p:sp>
        </p:grpSp>
        <p:sp>
          <p:nvSpPr>
            <p:cNvPr id="7" name="TextBox 40">
              <a:extLst>
                <a:ext uri="{FF2B5EF4-FFF2-40B4-BE49-F238E27FC236}">
                  <a16:creationId xmlns:a16="http://schemas.microsoft.com/office/drawing/2014/main" id="{895F2C69-2F6B-D6D0-FCE5-732724EEAFA6}"/>
                </a:ext>
              </a:extLst>
            </p:cNvPr>
            <p:cNvSpPr txBox="1"/>
            <p:nvPr/>
          </p:nvSpPr>
          <p:spPr>
            <a:xfrm>
              <a:off x="4907368" y="8152726"/>
              <a:ext cx="2232069" cy="329298"/>
            </a:xfrm>
            <a:prstGeom prst="rect">
              <a:avLst/>
            </a:prstGeom>
            <a:noFill/>
          </p:spPr>
          <p:txBody>
            <a:bodyPr wrap="none" rtlCol="0">
              <a:spAutoFit/>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r>
                <a:rPr lang="en-US" sz="1200" b="1" spc="300">
                  <a:latin typeface="+mj-lt"/>
                  <a:ea typeface="Roboto" panose="02000000000000000000" pitchFamily="2" charset="0"/>
                  <a:cs typeface="Lato" panose="020F0502020204030203" pitchFamily="34" charset="0"/>
                </a:rPr>
                <a:t>USA: Atlanta</a:t>
              </a:r>
              <a:endParaRPr lang="en-US" sz="2000" b="1" spc="300">
                <a:latin typeface="+mj-lt"/>
                <a:ea typeface="Roboto" panose="02000000000000000000" pitchFamily="2" charset="0"/>
                <a:cs typeface="Lato" panose="020F0502020204030203" pitchFamily="34" charset="0"/>
              </a:endParaRPr>
            </a:p>
          </p:txBody>
        </p:sp>
      </p:grpSp>
      <p:sp>
        <p:nvSpPr>
          <p:cNvPr id="403" name="TextBox 50">
            <a:extLst>
              <a:ext uri="{FF2B5EF4-FFF2-40B4-BE49-F238E27FC236}">
                <a16:creationId xmlns:a16="http://schemas.microsoft.com/office/drawing/2014/main" id="{56FF0CC8-99FD-E568-0C0C-1BC551AE0811}"/>
              </a:ext>
            </a:extLst>
          </p:cNvPr>
          <p:cNvSpPr txBox="1"/>
          <p:nvPr/>
        </p:nvSpPr>
        <p:spPr>
          <a:xfrm>
            <a:off x="5548488" y="649661"/>
            <a:ext cx="2359097" cy="461665"/>
          </a:xfrm>
          <a:prstGeom prst="rect">
            <a:avLst/>
          </a:prstGeom>
          <a:noFill/>
        </p:spPr>
        <p:txBody>
          <a:bodyPr wrap="square" rtlCol="0">
            <a:spAutoFit/>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r>
              <a:rPr lang="en-US" sz="1200" b="1" spc="300">
                <a:latin typeface="+mj-lt"/>
                <a:ea typeface="Roboto" panose="02000000000000000000" pitchFamily="2" charset="0"/>
                <a:cs typeface="Lato" panose="020F0502020204030203" pitchFamily="34" charset="0"/>
              </a:rPr>
              <a:t>FINLAND: Helsinki, Espoo &amp; Tampere</a:t>
            </a:r>
            <a:endParaRPr lang="en-US" sz="900" b="1" spc="300">
              <a:latin typeface="+mj-lt"/>
              <a:ea typeface="Roboto" panose="02000000000000000000" pitchFamily="2" charset="0"/>
              <a:cs typeface="Lato" panose="020F0502020204030203" pitchFamily="34" charset="0"/>
            </a:endParaRPr>
          </a:p>
        </p:txBody>
      </p:sp>
      <p:sp>
        <p:nvSpPr>
          <p:cNvPr id="404" name="Ellipsi 6">
            <a:extLst>
              <a:ext uri="{FF2B5EF4-FFF2-40B4-BE49-F238E27FC236}">
                <a16:creationId xmlns:a16="http://schemas.microsoft.com/office/drawing/2014/main" id="{D326070B-8F1F-02EF-FB0F-204401E1EA6E}"/>
              </a:ext>
            </a:extLst>
          </p:cNvPr>
          <p:cNvSpPr/>
          <p:nvPr/>
        </p:nvSpPr>
        <p:spPr>
          <a:xfrm>
            <a:off x="6429329" y="2052873"/>
            <a:ext cx="152649" cy="144916"/>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sp>
        <p:nvSpPr>
          <p:cNvPr id="412" name="Ellipsi 6">
            <a:extLst>
              <a:ext uri="{FF2B5EF4-FFF2-40B4-BE49-F238E27FC236}">
                <a16:creationId xmlns:a16="http://schemas.microsoft.com/office/drawing/2014/main" id="{A56DB407-2F55-3E43-E0F7-E4A4C35EC8CD}"/>
              </a:ext>
            </a:extLst>
          </p:cNvPr>
          <p:cNvSpPr/>
          <p:nvPr/>
        </p:nvSpPr>
        <p:spPr>
          <a:xfrm>
            <a:off x="6499064" y="2125331"/>
            <a:ext cx="152649" cy="144916"/>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sp>
        <p:nvSpPr>
          <p:cNvPr id="413" name="Ellipsi 6">
            <a:extLst>
              <a:ext uri="{FF2B5EF4-FFF2-40B4-BE49-F238E27FC236}">
                <a16:creationId xmlns:a16="http://schemas.microsoft.com/office/drawing/2014/main" id="{A657D6C7-6133-DCA8-8408-F9433D7CD745}"/>
              </a:ext>
            </a:extLst>
          </p:cNvPr>
          <p:cNvSpPr/>
          <p:nvPr/>
        </p:nvSpPr>
        <p:spPr>
          <a:xfrm>
            <a:off x="6575388" y="2089102"/>
            <a:ext cx="152649" cy="144916"/>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sp>
        <p:nvSpPr>
          <p:cNvPr id="2" name="Ellipsi 6">
            <a:extLst>
              <a:ext uri="{FF2B5EF4-FFF2-40B4-BE49-F238E27FC236}">
                <a16:creationId xmlns:a16="http://schemas.microsoft.com/office/drawing/2014/main" id="{4E286448-5580-46EC-8267-14EBD325EEED}"/>
              </a:ext>
            </a:extLst>
          </p:cNvPr>
          <p:cNvSpPr/>
          <p:nvPr/>
        </p:nvSpPr>
        <p:spPr>
          <a:xfrm>
            <a:off x="3088564" y="3354332"/>
            <a:ext cx="152649" cy="144916"/>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cxnSp>
        <p:nvCxnSpPr>
          <p:cNvPr id="419" name="Straight Connector 418">
            <a:extLst>
              <a:ext uri="{FF2B5EF4-FFF2-40B4-BE49-F238E27FC236}">
                <a16:creationId xmlns:a16="http://schemas.microsoft.com/office/drawing/2014/main" id="{5B378007-4AC3-DF92-14A9-C9E56FE0B9D8}"/>
              </a:ext>
            </a:extLst>
          </p:cNvPr>
          <p:cNvCxnSpPr>
            <a:cxnSpLocks/>
          </p:cNvCxnSpPr>
          <p:nvPr/>
        </p:nvCxnSpPr>
        <p:spPr>
          <a:xfrm>
            <a:off x="6608934" y="1102660"/>
            <a:ext cx="0" cy="950214"/>
          </a:xfrm>
          <a:prstGeom prst="line">
            <a:avLst/>
          </a:prstGeom>
          <a:ln/>
        </p:spPr>
        <p:style>
          <a:lnRef idx="3">
            <a:schemeClr val="dk1"/>
          </a:lnRef>
          <a:fillRef idx="0">
            <a:schemeClr val="dk1"/>
          </a:fillRef>
          <a:effectRef idx="2">
            <a:schemeClr val="dk1"/>
          </a:effectRef>
          <a:fontRef idx="minor">
            <a:schemeClr val="tx1"/>
          </a:fontRef>
        </p:style>
      </p:cxnSp>
      <p:cxnSp>
        <p:nvCxnSpPr>
          <p:cNvPr id="421" name="Straight Connector 420">
            <a:extLst>
              <a:ext uri="{FF2B5EF4-FFF2-40B4-BE49-F238E27FC236}">
                <a16:creationId xmlns:a16="http://schemas.microsoft.com/office/drawing/2014/main" id="{9B0943E9-62FD-52E9-DB8A-4227C971944B}"/>
              </a:ext>
            </a:extLst>
          </p:cNvPr>
          <p:cNvCxnSpPr>
            <a:cxnSpLocks/>
          </p:cNvCxnSpPr>
          <p:nvPr/>
        </p:nvCxnSpPr>
        <p:spPr>
          <a:xfrm>
            <a:off x="3164888" y="3555259"/>
            <a:ext cx="0" cy="950214"/>
          </a:xfrm>
          <a:prstGeom prst="line">
            <a:avLst/>
          </a:prstGeom>
          <a:ln/>
        </p:spPr>
        <p:style>
          <a:lnRef idx="3">
            <a:schemeClr val="dk1"/>
          </a:lnRef>
          <a:fillRef idx="0">
            <a:schemeClr val="dk1"/>
          </a:fillRef>
          <a:effectRef idx="2">
            <a:schemeClr val="dk1"/>
          </a:effectRef>
          <a:fontRef idx="minor">
            <a:schemeClr val="tx1"/>
          </a:fontRef>
        </p:style>
      </p:cxnSp>
      <p:grpSp>
        <p:nvGrpSpPr>
          <p:cNvPr id="430" name="Group 429">
            <a:extLst>
              <a:ext uri="{FF2B5EF4-FFF2-40B4-BE49-F238E27FC236}">
                <a16:creationId xmlns:a16="http://schemas.microsoft.com/office/drawing/2014/main" id="{05C70939-C0E9-8B6D-BBE2-70F7570B2AAE}"/>
              </a:ext>
            </a:extLst>
          </p:cNvPr>
          <p:cNvGrpSpPr/>
          <p:nvPr/>
        </p:nvGrpSpPr>
        <p:grpSpPr>
          <a:xfrm>
            <a:off x="5200945" y="1116398"/>
            <a:ext cx="5842446" cy="5690196"/>
            <a:chOff x="10401095" y="2232795"/>
            <a:chExt cx="11684892" cy="11380391"/>
          </a:xfrm>
        </p:grpSpPr>
        <p:cxnSp>
          <p:nvCxnSpPr>
            <p:cNvPr id="415" name="Straight Connector 414">
              <a:extLst>
                <a:ext uri="{FF2B5EF4-FFF2-40B4-BE49-F238E27FC236}">
                  <a16:creationId xmlns:a16="http://schemas.microsoft.com/office/drawing/2014/main" id="{438731F5-45BE-438A-F58D-E66E30D891B9}"/>
                </a:ext>
              </a:extLst>
            </p:cNvPr>
            <p:cNvCxnSpPr>
              <a:cxnSpLocks/>
            </p:cNvCxnSpPr>
            <p:nvPr/>
          </p:nvCxnSpPr>
          <p:spPr>
            <a:xfrm>
              <a:off x="12382302" y="3396203"/>
              <a:ext cx="0" cy="1144290"/>
            </a:xfrm>
            <a:prstGeom prst="line">
              <a:avLst/>
            </a:prstGeom>
            <a:ln/>
          </p:spPr>
          <p:style>
            <a:lnRef idx="3">
              <a:schemeClr val="dk1"/>
            </a:lnRef>
            <a:fillRef idx="0">
              <a:schemeClr val="dk1"/>
            </a:fillRef>
            <a:effectRef idx="2">
              <a:schemeClr val="dk1"/>
            </a:effectRef>
            <a:fontRef idx="minor">
              <a:schemeClr val="tx1"/>
            </a:fontRef>
          </p:style>
        </p:cxnSp>
        <p:sp>
          <p:nvSpPr>
            <p:cNvPr id="407" name="TextBox 50">
              <a:extLst>
                <a:ext uri="{FF2B5EF4-FFF2-40B4-BE49-F238E27FC236}">
                  <a16:creationId xmlns:a16="http://schemas.microsoft.com/office/drawing/2014/main" id="{A88C75DA-9BA2-4B0D-25F9-6FC3397CD7AB}"/>
                </a:ext>
              </a:extLst>
            </p:cNvPr>
            <p:cNvSpPr txBox="1"/>
            <p:nvPr/>
          </p:nvSpPr>
          <p:spPr>
            <a:xfrm>
              <a:off x="10401095" y="2232795"/>
              <a:ext cx="3239980" cy="1200329"/>
            </a:xfrm>
            <a:prstGeom prst="rect">
              <a:avLst/>
            </a:prstGeom>
            <a:noFill/>
          </p:spPr>
          <p:txBody>
            <a:bodyPr wrap="square" rtlCol="0">
              <a:spAutoFit/>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r>
                <a:rPr lang="en-US" sz="1200" b="1" spc="300">
                  <a:latin typeface="+mj-lt"/>
                  <a:ea typeface="Roboto" panose="02000000000000000000" pitchFamily="2" charset="0"/>
                  <a:cs typeface="Lato" panose="020F0502020204030203" pitchFamily="34" charset="0"/>
                </a:rPr>
                <a:t>SWEDEN: Stockholm&amp;</a:t>
              </a:r>
            </a:p>
            <a:p>
              <a:r>
                <a:rPr lang="en-FI" sz="1200" b="1" spc="300">
                  <a:latin typeface="+mj-lt"/>
                  <a:ea typeface="Roboto" panose="02000000000000000000" pitchFamily="2" charset="0"/>
                  <a:cs typeface="Lato" panose="020F0502020204030203" pitchFamily="34" charset="0"/>
                </a:rPr>
                <a:t>Norrköping</a:t>
              </a:r>
              <a:endParaRPr lang="en-US" sz="1200" b="1" spc="300">
                <a:latin typeface="+mj-lt"/>
                <a:ea typeface="Roboto" panose="02000000000000000000" pitchFamily="2" charset="0"/>
                <a:cs typeface="Lato" panose="020F0502020204030203" pitchFamily="34" charset="0"/>
              </a:endParaRPr>
            </a:p>
          </p:txBody>
        </p:sp>
        <p:sp>
          <p:nvSpPr>
            <p:cNvPr id="409" name="TextBox 50">
              <a:extLst>
                <a:ext uri="{FF2B5EF4-FFF2-40B4-BE49-F238E27FC236}">
                  <a16:creationId xmlns:a16="http://schemas.microsoft.com/office/drawing/2014/main" id="{BCD49432-8BF1-6F71-267D-23BA580CADB5}"/>
                </a:ext>
              </a:extLst>
            </p:cNvPr>
            <p:cNvSpPr txBox="1"/>
            <p:nvPr/>
          </p:nvSpPr>
          <p:spPr>
            <a:xfrm>
              <a:off x="15939676" y="10507608"/>
              <a:ext cx="2363328" cy="830997"/>
            </a:xfrm>
            <a:prstGeom prst="rect">
              <a:avLst/>
            </a:prstGeom>
            <a:noFill/>
          </p:spPr>
          <p:txBody>
            <a:bodyPr wrap="square" rtlCol="0">
              <a:spAutoFit/>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r>
                <a:rPr lang="en-US" sz="1200" b="1" spc="300">
                  <a:latin typeface="+mj-lt"/>
                  <a:ea typeface="Roboto" panose="02000000000000000000" pitchFamily="2" charset="0"/>
                  <a:cs typeface="Lato" panose="020F0502020204030203" pitchFamily="34" charset="0"/>
                </a:rPr>
                <a:t>THAILAND: Bangkok</a:t>
              </a:r>
              <a:endParaRPr lang="en-US" sz="900" b="1" spc="300">
                <a:latin typeface="+mj-lt"/>
                <a:ea typeface="Roboto" panose="02000000000000000000" pitchFamily="2" charset="0"/>
                <a:cs typeface="Lato" panose="020F0502020204030203" pitchFamily="34" charset="0"/>
              </a:endParaRPr>
            </a:p>
          </p:txBody>
        </p:sp>
        <p:cxnSp>
          <p:nvCxnSpPr>
            <p:cNvPr id="422" name="Straight Connector 421">
              <a:extLst>
                <a:ext uri="{FF2B5EF4-FFF2-40B4-BE49-F238E27FC236}">
                  <a16:creationId xmlns:a16="http://schemas.microsoft.com/office/drawing/2014/main" id="{60BD1862-A75D-D353-D429-E943DFD2FB24}"/>
                </a:ext>
              </a:extLst>
            </p:cNvPr>
            <p:cNvCxnSpPr>
              <a:cxnSpLocks/>
            </p:cNvCxnSpPr>
            <p:nvPr/>
          </p:nvCxnSpPr>
          <p:spPr>
            <a:xfrm>
              <a:off x="17678901" y="8607181"/>
              <a:ext cx="0" cy="1900427"/>
            </a:xfrm>
            <a:prstGeom prst="line">
              <a:avLst/>
            </a:prstGeom>
            <a:ln/>
          </p:spPr>
          <p:style>
            <a:lnRef idx="3">
              <a:schemeClr val="dk1"/>
            </a:lnRef>
            <a:fillRef idx="0">
              <a:schemeClr val="dk1"/>
            </a:fillRef>
            <a:effectRef idx="2">
              <a:schemeClr val="dk1"/>
            </a:effectRef>
            <a:fontRef idx="minor">
              <a:schemeClr val="tx1"/>
            </a:fontRef>
          </p:style>
        </p:cxnSp>
        <p:cxnSp>
          <p:nvCxnSpPr>
            <p:cNvPr id="425" name="Straight Connector 424">
              <a:extLst>
                <a:ext uri="{FF2B5EF4-FFF2-40B4-BE49-F238E27FC236}">
                  <a16:creationId xmlns:a16="http://schemas.microsoft.com/office/drawing/2014/main" id="{84E99B2E-6F82-B42C-8ED6-C8F161DCCF2B}"/>
                </a:ext>
              </a:extLst>
            </p:cNvPr>
            <p:cNvCxnSpPr>
              <a:cxnSpLocks/>
            </p:cNvCxnSpPr>
            <p:nvPr/>
          </p:nvCxnSpPr>
          <p:spPr>
            <a:xfrm>
              <a:off x="18250674" y="8517971"/>
              <a:ext cx="0" cy="4196490"/>
            </a:xfrm>
            <a:prstGeom prst="line">
              <a:avLst/>
            </a:prstGeom>
            <a:ln/>
          </p:spPr>
          <p:style>
            <a:lnRef idx="3">
              <a:schemeClr val="dk1"/>
            </a:lnRef>
            <a:fillRef idx="0">
              <a:schemeClr val="dk1"/>
            </a:fillRef>
            <a:effectRef idx="2">
              <a:schemeClr val="dk1"/>
            </a:effectRef>
            <a:fontRef idx="minor">
              <a:schemeClr val="tx1"/>
            </a:fontRef>
          </p:style>
        </p:cxnSp>
        <p:sp>
          <p:nvSpPr>
            <p:cNvPr id="427" name="TextBox 50">
              <a:extLst>
                <a:ext uri="{FF2B5EF4-FFF2-40B4-BE49-F238E27FC236}">
                  <a16:creationId xmlns:a16="http://schemas.microsoft.com/office/drawing/2014/main" id="{8F773E27-684E-DAEA-CF18-D397F272A64C}"/>
                </a:ext>
              </a:extLst>
            </p:cNvPr>
            <p:cNvSpPr txBox="1"/>
            <p:nvPr/>
          </p:nvSpPr>
          <p:spPr>
            <a:xfrm>
              <a:off x="18150356" y="12782189"/>
              <a:ext cx="3935631" cy="830997"/>
            </a:xfrm>
            <a:prstGeom prst="rect">
              <a:avLst/>
            </a:prstGeom>
            <a:noFill/>
          </p:spPr>
          <p:txBody>
            <a:bodyPr wrap="square" rtlCol="0">
              <a:spAutoFit/>
            </a:bodyP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r>
                <a:rPr lang="en-US" sz="1200" b="1" spc="300">
                  <a:latin typeface="+mj-lt"/>
                  <a:ea typeface="Roboto" panose="02000000000000000000" pitchFamily="2" charset="0"/>
                  <a:cs typeface="Lato" panose="020F0502020204030203" pitchFamily="34" charset="0"/>
                </a:rPr>
                <a:t>VIETNAM:</a:t>
              </a:r>
            </a:p>
            <a:p>
              <a:r>
                <a:rPr lang="en-US" sz="1200" b="1" spc="300">
                  <a:latin typeface="+mj-lt"/>
                  <a:ea typeface="Roboto" panose="02000000000000000000" pitchFamily="2" charset="0"/>
                  <a:cs typeface="Lato" panose="020F0502020204030203" pitchFamily="34" charset="0"/>
                </a:rPr>
                <a:t>Ho Chi Minh City</a:t>
              </a:r>
              <a:endParaRPr lang="en-US" sz="900" b="1" spc="300">
                <a:latin typeface="+mj-lt"/>
                <a:ea typeface="Roboto" panose="02000000000000000000" pitchFamily="2" charset="0"/>
                <a:cs typeface="Lato" panose="020F0502020204030203" pitchFamily="34" charset="0"/>
              </a:endParaRPr>
            </a:p>
          </p:txBody>
        </p:sp>
        <p:sp>
          <p:nvSpPr>
            <p:cNvPr id="417" name="Ellipsi 6">
              <a:extLst>
                <a:ext uri="{FF2B5EF4-FFF2-40B4-BE49-F238E27FC236}">
                  <a16:creationId xmlns:a16="http://schemas.microsoft.com/office/drawing/2014/main" id="{391D2CEC-057A-550A-0C38-CB2631500A44}"/>
                </a:ext>
              </a:extLst>
            </p:cNvPr>
            <p:cNvSpPr/>
            <p:nvPr/>
          </p:nvSpPr>
          <p:spPr>
            <a:xfrm>
              <a:off x="12207293" y="4612950"/>
              <a:ext cx="305297" cy="289831"/>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sp>
          <p:nvSpPr>
            <p:cNvPr id="418" name="Ellipsi 6">
              <a:extLst>
                <a:ext uri="{FF2B5EF4-FFF2-40B4-BE49-F238E27FC236}">
                  <a16:creationId xmlns:a16="http://schemas.microsoft.com/office/drawing/2014/main" id="{3A47DD4B-C972-6721-AD4D-D83F91F2666E}"/>
                </a:ext>
              </a:extLst>
            </p:cNvPr>
            <p:cNvSpPr/>
            <p:nvPr/>
          </p:nvSpPr>
          <p:spPr>
            <a:xfrm>
              <a:off x="12466554" y="4414123"/>
              <a:ext cx="305297" cy="289831"/>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sp>
          <p:nvSpPr>
            <p:cNvPr id="420" name="Ellipsi 6">
              <a:extLst>
                <a:ext uri="{FF2B5EF4-FFF2-40B4-BE49-F238E27FC236}">
                  <a16:creationId xmlns:a16="http://schemas.microsoft.com/office/drawing/2014/main" id="{8A21FD8D-5D80-8236-7177-34550EC1F3FC}"/>
                </a:ext>
              </a:extLst>
            </p:cNvPr>
            <p:cNvSpPr/>
            <p:nvPr/>
          </p:nvSpPr>
          <p:spPr>
            <a:xfrm>
              <a:off x="17526252" y="8228140"/>
              <a:ext cx="305297" cy="289831"/>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sp>
          <p:nvSpPr>
            <p:cNvPr id="426" name="Ellipsi 6">
              <a:extLst>
                <a:ext uri="{FF2B5EF4-FFF2-40B4-BE49-F238E27FC236}">
                  <a16:creationId xmlns:a16="http://schemas.microsoft.com/office/drawing/2014/main" id="{71D24EB1-A48A-92D2-F185-337377812C30}"/>
                </a:ext>
              </a:extLst>
            </p:cNvPr>
            <p:cNvSpPr/>
            <p:nvPr/>
          </p:nvSpPr>
          <p:spPr>
            <a:xfrm>
              <a:off x="18038417" y="8113606"/>
              <a:ext cx="305297" cy="289831"/>
            </a:xfrm>
            <a:prstGeom prst="ellipse">
              <a:avLst/>
            </a:prstGeom>
            <a:blipFill>
              <a:blip r:embed="rId3">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pPr algn="ctr"/>
              <a:endParaRPr lang="fi-FI" sz="900"/>
            </a:p>
          </p:txBody>
        </p:sp>
      </p:grpSp>
    </p:spTree>
    <p:extLst>
      <p:ext uri="{BB962C8B-B14F-4D97-AF65-F5344CB8AC3E}">
        <p14:creationId xmlns:p14="http://schemas.microsoft.com/office/powerpoint/2010/main" val="2352330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048" y="-41013"/>
            <a:ext cx="12188952" cy="6858000"/>
          </a:xfrm>
          <a:prstGeom prst="rect">
            <a:avLst/>
          </a:prstGeom>
          <a:solidFill>
            <a:srgbClr val="123E28"/>
          </a:solidFill>
          <a:ln w="12700">
            <a:solidFill>
              <a:srgbClr val="123E28"/>
            </a:solidFill>
            <a:prstDash val="solid"/>
          </a:ln>
        </p:spPr>
        <p:txBody>
          <a:bodyPr/>
          <a:lstStyle/>
          <a:p>
            <a:endParaRPr lang="fi-FI"/>
          </a:p>
        </p:txBody>
      </p:sp>
      <p:sp>
        <p:nvSpPr>
          <p:cNvPr id="4" name="Text 2"/>
          <p:cNvSpPr/>
          <p:nvPr/>
        </p:nvSpPr>
        <p:spPr>
          <a:xfrm>
            <a:off x="548640" y="384048"/>
            <a:ext cx="9144000" cy="347472"/>
          </a:xfrm>
          <a:prstGeom prst="rect">
            <a:avLst/>
          </a:prstGeom>
          <a:noFill/>
          <a:ln/>
        </p:spPr>
        <p:txBody>
          <a:bodyPr wrap="square" rtlCol="0" anchor="ctr"/>
          <a:lstStyle/>
          <a:p>
            <a:pPr marL="0" indent="0">
              <a:buNone/>
            </a:pPr>
            <a:r>
              <a:rPr lang="en-US" sz="1200" err="1">
                <a:solidFill>
                  <a:srgbClr val="88967E"/>
                </a:solidFill>
                <a:latin typeface="Aptos Display" pitchFamily="34" charset="0"/>
                <a:ea typeface="Aptos Display" pitchFamily="34" charset="-122"/>
                <a:cs typeface="Aptos Display" pitchFamily="34" charset="-120"/>
              </a:rPr>
              <a:t>AaltoAI</a:t>
            </a:r>
            <a:r>
              <a:rPr lang="en-US" sz="1200">
                <a:solidFill>
                  <a:srgbClr val="88967E"/>
                </a:solidFill>
                <a:latin typeface="Aptos Display" pitchFamily="34" charset="0"/>
                <a:ea typeface="Aptos Display" pitchFamily="34" charset="-122"/>
                <a:cs typeface="Aptos Display" pitchFamily="34" charset="-120"/>
              </a:rPr>
              <a:t> Hackathon 2026  ·  Challenge by Norrin</a:t>
            </a:r>
            <a:endParaRPr lang="en-US" sz="1200"/>
          </a:p>
        </p:txBody>
      </p:sp>
      <p:sp>
        <p:nvSpPr>
          <p:cNvPr id="5" name="Text 3"/>
          <p:cNvSpPr/>
          <p:nvPr/>
        </p:nvSpPr>
        <p:spPr>
          <a:xfrm>
            <a:off x="169971" y="1232087"/>
            <a:ext cx="10058400" cy="3108960"/>
          </a:xfrm>
          <a:prstGeom prst="rect">
            <a:avLst/>
          </a:prstGeom>
          <a:noFill/>
          <a:ln/>
        </p:spPr>
        <p:txBody>
          <a:bodyPr wrap="square" rtlCol="0" anchor="ctr"/>
          <a:lstStyle/>
          <a:p>
            <a:r>
              <a:rPr lang="en-US" sz="5800" b="1">
                <a:solidFill>
                  <a:srgbClr val="FFFFFF"/>
                </a:solidFill>
                <a:latin typeface="Aptos Display" pitchFamily="34" charset="0"/>
                <a:ea typeface="Aptos Display" pitchFamily="34" charset="-122"/>
                <a:cs typeface="Aptos Display" pitchFamily="34" charset="-120"/>
              </a:rPr>
              <a:t>Trustworthy process monitor</a:t>
            </a:r>
            <a:endParaRPr lang="en-US" sz="5800" b="1"/>
          </a:p>
        </p:txBody>
      </p:sp>
      <p:pic>
        <p:nvPicPr>
          <p:cNvPr id="8" name="Image 1" descr="preencoded.png">
            <a:extLst>
              <a:ext uri="{FF2B5EF4-FFF2-40B4-BE49-F238E27FC236}">
                <a16:creationId xmlns:a16="http://schemas.microsoft.com/office/drawing/2014/main" id="{D5D1391F-261C-0ECF-D827-9C49C11BF6F5}"/>
              </a:ext>
            </a:extLst>
          </p:cNvPr>
          <p:cNvPicPr>
            <a:picLocks noChangeAspect="1"/>
          </p:cNvPicPr>
          <p:nvPr/>
        </p:nvPicPr>
        <p:blipFill>
          <a:blip r:embed="rId3"/>
          <a:stretch>
            <a:fillRect/>
          </a:stretch>
        </p:blipFill>
        <p:spPr>
          <a:xfrm>
            <a:off x="169971" y="4516867"/>
            <a:ext cx="8119536" cy="2341133"/>
          </a:xfrm>
          <a:prstGeom prst="rect">
            <a:avLst/>
          </a:prstGeom>
        </p:spPr>
      </p:pic>
      <p:sp>
        <p:nvSpPr>
          <p:cNvPr id="7" name="Text 4">
            <a:extLst>
              <a:ext uri="{FF2B5EF4-FFF2-40B4-BE49-F238E27FC236}">
                <a16:creationId xmlns:a16="http://schemas.microsoft.com/office/drawing/2014/main" id="{52F9256B-7771-B2C6-5FE5-FE1C9F17497C}"/>
              </a:ext>
            </a:extLst>
          </p:cNvPr>
          <p:cNvSpPr/>
          <p:nvPr/>
        </p:nvSpPr>
        <p:spPr>
          <a:xfrm>
            <a:off x="548640" y="3749040"/>
            <a:ext cx="9601200" cy="457200"/>
          </a:xfrm>
          <a:prstGeom prst="rect">
            <a:avLst/>
          </a:prstGeom>
          <a:noFill/>
          <a:ln/>
        </p:spPr>
        <p:txBody>
          <a:bodyPr wrap="square" rtlCol="0" anchor="ctr"/>
          <a:lstStyle/>
          <a:p>
            <a:pPr marL="0" indent="0">
              <a:buNone/>
            </a:pP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ac-tyler-v1v6ZNbzRfg-unsplash.jpg"/>
          <p:cNvPicPr>
            <a:picLocks noGrp="1" noChangeAspect="1"/>
          </p:cNvPicPr>
          <p:nvPr>
            <p:ph type="pic" sz="quarter" idx="13"/>
          </p:nvPr>
        </p:nvPicPr>
        <p:blipFill>
          <a:blip r:embed="rId2"/>
          <a:srcRect l="19906" r="19906"/>
          <a:stretch>
            <a:fillRect/>
          </a:stretch>
        </p:blipFill>
        <p:spPr>
          <a:prstGeom prst="roundRect">
            <a:avLst>
              <a:gd name="adj" fmla="val 1845"/>
            </a:avLst>
          </a:prstGeom>
        </p:spPr>
      </p:pic>
      <p:sp>
        <p:nvSpPr>
          <p:cNvPr id="3" name="Title 2"/>
          <p:cNvSpPr>
            <a:spLocks noGrp="1"/>
          </p:cNvSpPr>
          <p:nvPr>
            <p:ph type="title"/>
          </p:nvPr>
        </p:nvSpPr>
        <p:spPr/>
        <p:txBody>
          <a:bodyPr wrap="square"/>
          <a:lstStyle/>
          <a:p>
            <a:pPr>
              <a:lnSpc>
                <a:spcPct val="105000"/>
              </a:lnSpc>
              <a:spcBef>
                <a:spcPts val="0"/>
              </a:spcBef>
              <a:spcAft>
                <a:spcPts val="400"/>
              </a:spcAft>
            </a:pPr>
            <a:r>
              <a:rPr sz="1800" b="0">
                <a:solidFill>
                  <a:srgbClr val="111111"/>
                </a:solidFill>
                <a:latin typeface="Aptos Display"/>
              </a:rPr>
              <a:t>A sensor drifts for weeks before anyone sees the fault.</a:t>
            </a:r>
          </a:p>
        </p:txBody>
      </p:sp>
      <p:sp>
        <p:nvSpPr>
          <p:cNvPr id="5" name="TextBox 4"/>
          <p:cNvSpPr txBox="1"/>
          <p:nvPr/>
        </p:nvSpPr>
        <p:spPr>
          <a:xfrm>
            <a:off x="238141" y="2468880"/>
            <a:ext cx="4572000" cy="2095638"/>
          </a:xfrm>
          <a:prstGeom prst="rect">
            <a:avLst/>
          </a:prstGeom>
          <a:noFill/>
        </p:spPr>
        <p:txBody>
          <a:bodyPr wrap="square" lIns="22860" rIns="22860" anchor="t">
            <a:spAutoFit/>
          </a:bodyPr>
          <a:lstStyle/>
          <a:p>
            <a:pPr>
              <a:lnSpc>
                <a:spcPct val="105000"/>
              </a:lnSpc>
              <a:spcAft>
                <a:spcPts val="1000"/>
              </a:spcAft>
            </a:pPr>
            <a:r>
              <a:rPr sz="1100">
                <a:solidFill>
                  <a:srgbClr val="7F7F7F"/>
                </a:solidFill>
                <a:latin typeface="Aptos Display"/>
              </a:rPr>
              <a:t>WHY IT GOES UNNOTICED</a:t>
            </a:r>
          </a:p>
          <a:p>
            <a:pPr>
              <a:lnSpc>
                <a:spcPct val="105000"/>
              </a:lnSpc>
              <a:spcAft>
                <a:spcPts val="1200"/>
              </a:spcAft>
            </a:pPr>
            <a:r>
              <a:rPr sz="1600">
                <a:solidFill>
                  <a:srgbClr val="111111"/>
                </a:solidFill>
                <a:latin typeface="Aptos Display"/>
              </a:rPr>
              <a:t>Readings stay inside the expected range, so no alarm fires. When output quality finally drops, the cause sits buried in dashboards and logs.</a:t>
            </a:r>
          </a:p>
          <a:p>
            <a:pPr>
              <a:lnSpc>
                <a:spcPct val="105000"/>
              </a:lnSpc>
              <a:spcAft>
                <a:spcPts val="400"/>
              </a:spcAft>
            </a:pPr>
            <a:r>
              <a:rPr sz="1600">
                <a:solidFill>
                  <a:srgbClr val="111111"/>
                </a:solidFill>
                <a:latin typeface="Aptos Display"/>
              </a:rPr>
              <a:t>The same shape shows up in business data, where thousands of small manual-entry errors each pass validation on their own.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87455-DE4A-EC8B-7254-7CB1083D9B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714A5E9-2D62-9D5D-DDC6-38B9329640D0}"/>
              </a:ext>
            </a:extLst>
          </p:cNvPr>
          <p:cNvSpPr/>
          <p:nvPr/>
        </p:nvSpPr>
        <p:spPr>
          <a:xfrm>
            <a:off x="0" y="0"/>
            <a:ext cx="12188952" cy="6858000"/>
          </a:xfrm>
          <a:prstGeom prst="rect">
            <a:avLst/>
          </a:prstGeom>
          <a:solidFill>
            <a:srgbClr val="504E18"/>
          </a:solidFill>
          <a:ln w="12700">
            <a:solidFill>
              <a:srgbClr val="504E18"/>
            </a:solidFill>
            <a:prstDash val="solid"/>
          </a:ln>
        </p:spPr>
        <p:txBody>
          <a:bodyPr/>
          <a:lstStyle/>
          <a:p>
            <a:endParaRPr lang="fi-FI"/>
          </a:p>
        </p:txBody>
      </p:sp>
      <p:pic>
        <p:nvPicPr>
          <p:cNvPr id="3" name="Image 0" descr="preencoded.png">
            <a:extLst>
              <a:ext uri="{FF2B5EF4-FFF2-40B4-BE49-F238E27FC236}">
                <a16:creationId xmlns:a16="http://schemas.microsoft.com/office/drawing/2014/main" id="{31A5A792-CB34-15A2-4BD0-826A861B52D2}"/>
              </a:ext>
            </a:extLst>
          </p:cNvPr>
          <p:cNvPicPr>
            <a:picLocks noChangeAspect="1"/>
          </p:cNvPicPr>
          <p:nvPr/>
        </p:nvPicPr>
        <p:blipFill>
          <a:blip r:embed="rId3"/>
          <a:stretch>
            <a:fillRect/>
          </a:stretch>
        </p:blipFill>
        <p:spPr>
          <a:xfrm>
            <a:off x="274320" y="164592"/>
            <a:ext cx="1005840" cy="292608"/>
          </a:xfrm>
          <a:prstGeom prst="rect">
            <a:avLst/>
          </a:prstGeom>
        </p:spPr>
      </p:pic>
      <p:sp>
        <p:nvSpPr>
          <p:cNvPr id="5" name="Text 2">
            <a:extLst>
              <a:ext uri="{FF2B5EF4-FFF2-40B4-BE49-F238E27FC236}">
                <a16:creationId xmlns:a16="http://schemas.microsoft.com/office/drawing/2014/main" id="{4D71CB96-EA50-CCBE-BBE7-AAA782529C2F}"/>
              </a:ext>
            </a:extLst>
          </p:cNvPr>
          <p:cNvSpPr/>
          <p:nvPr/>
        </p:nvSpPr>
        <p:spPr>
          <a:xfrm>
            <a:off x="548640" y="777240"/>
            <a:ext cx="9144000" cy="457200"/>
          </a:xfrm>
          <a:prstGeom prst="rect">
            <a:avLst/>
          </a:prstGeom>
          <a:noFill/>
          <a:ln/>
        </p:spPr>
        <p:txBody>
          <a:bodyPr wrap="square" rtlCol="0" anchor="ctr"/>
          <a:lstStyle/>
          <a:p>
            <a:pPr marL="0" indent="0">
              <a:buNone/>
            </a:pPr>
            <a:r>
              <a:rPr lang="en-US" sz="1300">
                <a:solidFill>
                  <a:srgbClr val="F6F279"/>
                </a:solidFill>
                <a:latin typeface="Aptos Display" pitchFamily="34" charset="0"/>
                <a:ea typeface="Aptos Display" pitchFamily="34" charset="-122"/>
                <a:cs typeface="Aptos Display" pitchFamily="34" charset="-120"/>
              </a:rPr>
              <a:t>YOUR CHALLENGE</a:t>
            </a:r>
            <a:endParaRPr lang="en-US" sz="1300"/>
          </a:p>
        </p:txBody>
      </p:sp>
      <p:sp>
        <p:nvSpPr>
          <p:cNvPr id="6" name="Text 3">
            <a:extLst>
              <a:ext uri="{FF2B5EF4-FFF2-40B4-BE49-F238E27FC236}">
                <a16:creationId xmlns:a16="http://schemas.microsoft.com/office/drawing/2014/main" id="{4ED4DDE0-387E-F8A9-51ED-6997F5E49E6E}"/>
              </a:ext>
            </a:extLst>
          </p:cNvPr>
          <p:cNvSpPr/>
          <p:nvPr/>
        </p:nvSpPr>
        <p:spPr>
          <a:xfrm>
            <a:off x="548640" y="1325880"/>
            <a:ext cx="10241280" cy="1920240"/>
          </a:xfrm>
          <a:prstGeom prst="rect">
            <a:avLst/>
          </a:prstGeom>
          <a:noFill/>
          <a:ln/>
        </p:spPr>
        <p:txBody>
          <a:bodyPr wrap="square" rtlCol="0" anchor="ctr"/>
          <a:lstStyle/>
          <a:p>
            <a:pPr>
              <a:lnSpc>
                <a:spcPct val="105000"/>
              </a:lnSpc>
              <a:spcAft>
                <a:spcPts val="400"/>
              </a:spcAft>
            </a:pPr>
            <a:endParaRPr lang="en-US" sz="3200">
              <a:solidFill>
                <a:srgbClr val="FFFFFF"/>
              </a:solidFill>
              <a:latin typeface="Aptos Display"/>
            </a:endParaRPr>
          </a:p>
        </p:txBody>
      </p:sp>
      <p:sp>
        <p:nvSpPr>
          <p:cNvPr id="47" name="TextBox 46">
            <a:extLst>
              <a:ext uri="{FF2B5EF4-FFF2-40B4-BE49-F238E27FC236}">
                <a16:creationId xmlns:a16="http://schemas.microsoft.com/office/drawing/2014/main" id="{23D6E411-5591-785F-6FF0-0CB33D8926D3}"/>
              </a:ext>
            </a:extLst>
          </p:cNvPr>
          <p:cNvSpPr txBox="1"/>
          <p:nvPr/>
        </p:nvSpPr>
        <p:spPr>
          <a:xfrm>
            <a:off x="6492637" y="1463040"/>
            <a:ext cx="5257800" cy="869149"/>
          </a:xfrm>
          <a:prstGeom prst="rect">
            <a:avLst/>
          </a:prstGeom>
          <a:noFill/>
        </p:spPr>
        <p:txBody>
          <a:bodyPr wrap="square" lIns="22860" rIns="22860" anchor="t">
            <a:spAutoFit/>
          </a:bodyPr>
          <a:lstStyle/>
          <a:p>
            <a:pPr>
              <a:lnSpc>
                <a:spcPct val="105000"/>
              </a:lnSpc>
              <a:spcAft>
                <a:spcPts val="700"/>
              </a:spcAft>
            </a:pPr>
            <a:r>
              <a:rPr sz="1100">
                <a:solidFill>
                  <a:srgbClr val="D8D8D8"/>
                </a:solidFill>
                <a:latin typeface="Aptos Display"/>
              </a:rPr>
              <a:t>01   NO LABELS</a:t>
            </a:r>
          </a:p>
          <a:p>
            <a:pPr>
              <a:lnSpc>
                <a:spcPct val="105000"/>
              </a:lnSpc>
              <a:spcAft>
                <a:spcPts val="400"/>
              </a:spcAft>
            </a:pPr>
            <a:r>
              <a:rPr sz="1600">
                <a:solidFill>
                  <a:srgbClr val="FFFFFF"/>
                </a:solidFill>
                <a:latin typeface="Aptos Display"/>
              </a:rPr>
              <a:t>The system works out what each column is. No manual labelling, no hand-written prompt.</a:t>
            </a:r>
          </a:p>
        </p:txBody>
      </p:sp>
      <p:sp>
        <p:nvSpPr>
          <p:cNvPr id="12" name="TextBox 11">
            <a:extLst>
              <a:ext uri="{FF2B5EF4-FFF2-40B4-BE49-F238E27FC236}">
                <a16:creationId xmlns:a16="http://schemas.microsoft.com/office/drawing/2014/main" id="{C070F497-632D-FE92-44A5-95A33125F326}"/>
              </a:ext>
            </a:extLst>
          </p:cNvPr>
          <p:cNvSpPr txBox="1"/>
          <p:nvPr/>
        </p:nvSpPr>
        <p:spPr>
          <a:xfrm>
            <a:off x="6492637" y="2606040"/>
            <a:ext cx="5257800" cy="869149"/>
          </a:xfrm>
          <a:prstGeom prst="rect">
            <a:avLst/>
          </a:prstGeom>
          <a:noFill/>
        </p:spPr>
        <p:txBody>
          <a:bodyPr wrap="square" lIns="22860" rIns="22860" anchor="t">
            <a:spAutoFit/>
          </a:bodyPr>
          <a:lstStyle/>
          <a:p>
            <a:pPr>
              <a:lnSpc>
                <a:spcPct val="105000"/>
              </a:lnSpc>
              <a:spcAft>
                <a:spcPts val="700"/>
              </a:spcAft>
            </a:pPr>
            <a:r>
              <a:rPr sz="1100">
                <a:solidFill>
                  <a:srgbClr val="D8D8D8"/>
                </a:solidFill>
                <a:latin typeface="Aptos Display"/>
              </a:rPr>
              <a:t>02   EVIDENCE FIRST</a:t>
            </a:r>
          </a:p>
          <a:p>
            <a:pPr>
              <a:lnSpc>
                <a:spcPct val="105000"/>
              </a:lnSpc>
              <a:spcAft>
                <a:spcPts val="400"/>
              </a:spcAft>
            </a:pPr>
            <a:r>
              <a:rPr sz="1600">
                <a:solidFill>
                  <a:srgbClr val="FFFFFF"/>
                </a:solidFill>
                <a:latin typeface="Aptos Display"/>
              </a:rPr>
              <a:t>Every inference shows the correlation, lag or distribution behind it.</a:t>
            </a:r>
          </a:p>
        </p:txBody>
      </p:sp>
      <p:sp>
        <p:nvSpPr>
          <p:cNvPr id="14" name="TextBox 13">
            <a:extLst>
              <a:ext uri="{FF2B5EF4-FFF2-40B4-BE49-F238E27FC236}">
                <a16:creationId xmlns:a16="http://schemas.microsoft.com/office/drawing/2014/main" id="{60491553-F633-74BC-561D-404D5DD8B833}"/>
              </a:ext>
            </a:extLst>
          </p:cNvPr>
          <p:cNvSpPr txBox="1"/>
          <p:nvPr/>
        </p:nvSpPr>
        <p:spPr>
          <a:xfrm>
            <a:off x="6492637" y="3749040"/>
            <a:ext cx="5257800" cy="610616"/>
          </a:xfrm>
          <a:prstGeom prst="rect">
            <a:avLst/>
          </a:prstGeom>
          <a:noFill/>
        </p:spPr>
        <p:txBody>
          <a:bodyPr wrap="square" lIns="22860" rIns="22860" anchor="t">
            <a:spAutoFit/>
          </a:bodyPr>
          <a:lstStyle/>
          <a:p>
            <a:pPr>
              <a:lnSpc>
                <a:spcPct val="105000"/>
              </a:lnSpc>
              <a:spcAft>
                <a:spcPts val="700"/>
              </a:spcAft>
            </a:pPr>
            <a:r>
              <a:rPr sz="1100">
                <a:solidFill>
                  <a:srgbClr val="D8D8D8"/>
                </a:solidFill>
                <a:latin typeface="Aptos Display"/>
              </a:rPr>
              <a:t>03   DATA BEFORE PROCESS</a:t>
            </a:r>
          </a:p>
          <a:p>
            <a:pPr>
              <a:lnSpc>
                <a:spcPct val="105000"/>
              </a:lnSpc>
              <a:spcAft>
                <a:spcPts val="400"/>
              </a:spcAft>
            </a:pPr>
            <a:r>
              <a:rPr sz="1600">
                <a:solidFill>
                  <a:srgbClr val="FFFFFF"/>
                </a:solidFill>
                <a:latin typeface="Aptos Display"/>
              </a:rPr>
              <a:t>A dead sensor is not a process fault. The data gets checked first.</a:t>
            </a:r>
          </a:p>
        </p:txBody>
      </p:sp>
      <p:sp>
        <p:nvSpPr>
          <p:cNvPr id="16" name="TextBox 15">
            <a:extLst>
              <a:ext uri="{FF2B5EF4-FFF2-40B4-BE49-F238E27FC236}">
                <a16:creationId xmlns:a16="http://schemas.microsoft.com/office/drawing/2014/main" id="{60181F34-BD0A-8CEB-E4BB-E1806D043B5D}"/>
              </a:ext>
            </a:extLst>
          </p:cNvPr>
          <p:cNvSpPr txBox="1"/>
          <p:nvPr/>
        </p:nvSpPr>
        <p:spPr>
          <a:xfrm>
            <a:off x="6492637" y="4892040"/>
            <a:ext cx="5257800" cy="869149"/>
          </a:xfrm>
          <a:prstGeom prst="rect">
            <a:avLst/>
          </a:prstGeom>
          <a:noFill/>
        </p:spPr>
        <p:txBody>
          <a:bodyPr wrap="square" lIns="22860" rIns="22860" anchor="t">
            <a:spAutoFit/>
          </a:bodyPr>
          <a:lstStyle/>
          <a:p>
            <a:pPr>
              <a:lnSpc>
                <a:spcPct val="105000"/>
              </a:lnSpc>
              <a:spcAft>
                <a:spcPts val="700"/>
              </a:spcAft>
            </a:pPr>
            <a:r>
              <a:rPr sz="1100">
                <a:solidFill>
                  <a:srgbClr val="D8D8D8"/>
                </a:solidFill>
                <a:latin typeface="Aptos Display"/>
              </a:rPr>
              <a:t>04   NOTHING LEAVES</a:t>
            </a:r>
          </a:p>
          <a:p>
            <a:pPr>
              <a:lnSpc>
                <a:spcPct val="105000"/>
              </a:lnSpc>
              <a:spcAft>
                <a:spcPts val="400"/>
              </a:spcAft>
            </a:pPr>
            <a:r>
              <a:rPr sz="1600">
                <a:solidFill>
                  <a:srgbClr val="FFFFFF"/>
                </a:solidFill>
                <a:latin typeface="Aptos Display"/>
              </a:rPr>
              <a:t>Raw rows stay in the plant. Only derived summaries go to a model.</a:t>
            </a:r>
          </a:p>
        </p:txBody>
      </p:sp>
      <p:sp>
        <p:nvSpPr>
          <p:cNvPr id="26" name="Text 3">
            <a:extLst>
              <a:ext uri="{FF2B5EF4-FFF2-40B4-BE49-F238E27FC236}">
                <a16:creationId xmlns:a16="http://schemas.microsoft.com/office/drawing/2014/main" id="{BBB4146F-D569-5E2E-D176-27AADFFC6B94}"/>
              </a:ext>
            </a:extLst>
          </p:cNvPr>
          <p:cNvSpPr/>
          <p:nvPr/>
        </p:nvSpPr>
        <p:spPr>
          <a:xfrm>
            <a:off x="548640" y="1440415"/>
            <a:ext cx="5943997" cy="1920240"/>
          </a:xfrm>
          <a:prstGeom prst="rect">
            <a:avLst/>
          </a:prstGeom>
          <a:noFill/>
          <a:ln/>
        </p:spPr>
        <p:txBody>
          <a:bodyPr wrap="square" rtlCol="0" anchor="ctr"/>
          <a:lstStyle/>
          <a:p>
            <a:pPr>
              <a:lnSpc>
                <a:spcPct val="105000"/>
              </a:lnSpc>
              <a:spcAft>
                <a:spcPts val="400"/>
              </a:spcAft>
            </a:pPr>
            <a:r>
              <a:rPr lang="en-US" sz="2400">
                <a:solidFill>
                  <a:srgbClr val="FFFFFF"/>
                </a:solidFill>
                <a:latin typeface="Aptos Display"/>
              </a:rPr>
              <a:t>Build an agent that reads an undocumented sensor stream, infers what each signal measures, separates broken data from a broken process, and hands the operator a diagnosis they can question and overturn.</a:t>
            </a:r>
          </a:p>
        </p:txBody>
      </p:sp>
    </p:spTree>
    <p:extLst>
      <p:ext uri="{BB962C8B-B14F-4D97-AF65-F5344CB8AC3E}">
        <p14:creationId xmlns:p14="http://schemas.microsoft.com/office/powerpoint/2010/main" val="3838089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8B3BB-3504-C3F5-6684-88127A2186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5E977C-96EC-615B-BF22-909CE7D68425}"/>
              </a:ext>
            </a:extLst>
          </p:cNvPr>
          <p:cNvSpPr/>
          <p:nvPr/>
        </p:nvSpPr>
        <p:spPr>
          <a:xfrm>
            <a:off x="0" y="0"/>
            <a:ext cx="12188952" cy="6858000"/>
          </a:xfrm>
          <a:prstGeom prst="rect">
            <a:avLst/>
          </a:prstGeom>
          <a:solidFill>
            <a:srgbClr val="504E18"/>
          </a:solidFill>
          <a:ln w="12700">
            <a:solidFill>
              <a:srgbClr val="504E18"/>
            </a:solidFill>
            <a:prstDash val="solid"/>
          </a:ln>
        </p:spPr>
        <p:txBody>
          <a:bodyPr/>
          <a:lstStyle/>
          <a:p>
            <a:endParaRPr lang="fi-FI"/>
          </a:p>
        </p:txBody>
      </p:sp>
      <p:pic>
        <p:nvPicPr>
          <p:cNvPr id="3" name="Image 0" descr="preencoded.png">
            <a:extLst>
              <a:ext uri="{FF2B5EF4-FFF2-40B4-BE49-F238E27FC236}">
                <a16:creationId xmlns:a16="http://schemas.microsoft.com/office/drawing/2014/main" id="{3E1117A4-106C-2E31-052A-B4A0203AB9A8}"/>
              </a:ext>
            </a:extLst>
          </p:cNvPr>
          <p:cNvPicPr>
            <a:picLocks noChangeAspect="1"/>
          </p:cNvPicPr>
          <p:nvPr/>
        </p:nvPicPr>
        <p:blipFill>
          <a:blip r:embed="rId3"/>
          <a:stretch>
            <a:fillRect/>
          </a:stretch>
        </p:blipFill>
        <p:spPr>
          <a:xfrm>
            <a:off x="274320" y="164592"/>
            <a:ext cx="1005840" cy="292608"/>
          </a:xfrm>
          <a:prstGeom prst="rect">
            <a:avLst/>
          </a:prstGeom>
        </p:spPr>
      </p:pic>
      <p:sp>
        <p:nvSpPr>
          <p:cNvPr id="5" name="Text 2">
            <a:extLst>
              <a:ext uri="{FF2B5EF4-FFF2-40B4-BE49-F238E27FC236}">
                <a16:creationId xmlns:a16="http://schemas.microsoft.com/office/drawing/2014/main" id="{D52752A7-2F7D-469E-BFD3-8CDB00E0789D}"/>
              </a:ext>
            </a:extLst>
          </p:cNvPr>
          <p:cNvSpPr/>
          <p:nvPr/>
        </p:nvSpPr>
        <p:spPr>
          <a:xfrm>
            <a:off x="548640" y="777240"/>
            <a:ext cx="9144000" cy="457200"/>
          </a:xfrm>
          <a:prstGeom prst="rect">
            <a:avLst/>
          </a:prstGeom>
          <a:noFill/>
          <a:ln/>
        </p:spPr>
        <p:txBody>
          <a:bodyPr wrap="square" rtlCol="0" anchor="ctr"/>
          <a:lstStyle/>
          <a:p>
            <a:r>
              <a:rPr lang="en-US" sz="1300">
                <a:solidFill>
                  <a:srgbClr val="F6F279"/>
                </a:solidFill>
                <a:latin typeface="Aptos Display" pitchFamily="34" charset="0"/>
                <a:ea typeface="Aptos Display" pitchFamily="34" charset="-122"/>
                <a:cs typeface="Aptos Display" pitchFamily="34" charset="-120"/>
              </a:rPr>
              <a:t>WHAT TO DELIVER</a:t>
            </a:r>
            <a:endParaRPr lang="en-US" sz="1300"/>
          </a:p>
        </p:txBody>
      </p:sp>
      <p:sp>
        <p:nvSpPr>
          <p:cNvPr id="6" name="Text 3">
            <a:extLst>
              <a:ext uri="{FF2B5EF4-FFF2-40B4-BE49-F238E27FC236}">
                <a16:creationId xmlns:a16="http://schemas.microsoft.com/office/drawing/2014/main" id="{D9B32A29-AB5A-396C-2120-AFE08E5DB356}"/>
              </a:ext>
            </a:extLst>
          </p:cNvPr>
          <p:cNvSpPr/>
          <p:nvPr/>
        </p:nvSpPr>
        <p:spPr>
          <a:xfrm>
            <a:off x="548640" y="1325880"/>
            <a:ext cx="10241280" cy="1920240"/>
          </a:xfrm>
          <a:prstGeom prst="rect">
            <a:avLst/>
          </a:prstGeom>
          <a:noFill/>
          <a:ln/>
        </p:spPr>
        <p:txBody>
          <a:bodyPr wrap="square" rtlCol="0" anchor="ctr"/>
          <a:lstStyle/>
          <a:p>
            <a:pPr>
              <a:lnSpc>
                <a:spcPct val="105000"/>
              </a:lnSpc>
              <a:spcAft>
                <a:spcPts val="800"/>
              </a:spcAft>
            </a:pPr>
            <a:endParaRPr lang="en-US" sz="3200">
              <a:solidFill>
                <a:srgbClr val="FFFFFF"/>
              </a:solidFill>
              <a:latin typeface="Aptos Display"/>
            </a:endParaRPr>
          </a:p>
        </p:txBody>
      </p:sp>
      <p:sp>
        <p:nvSpPr>
          <p:cNvPr id="8" name="Rounded Rectangle 3">
            <a:extLst>
              <a:ext uri="{FF2B5EF4-FFF2-40B4-BE49-F238E27FC236}">
                <a16:creationId xmlns:a16="http://schemas.microsoft.com/office/drawing/2014/main" id="{EF8311AF-CA85-7962-06E8-C93C94C7A987}"/>
              </a:ext>
            </a:extLst>
          </p:cNvPr>
          <p:cNvSpPr/>
          <p:nvPr/>
        </p:nvSpPr>
        <p:spPr>
          <a:xfrm>
            <a:off x="549037" y="2788920"/>
            <a:ext cx="2567750" cy="1600200"/>
          </a:xfrm>
          <a:prstGeom prst="roundRect">
            <a:avLst>
              <a:gd name="adj" fmla="val 6857"/>
            </a:avLst>
          </a:prstGeom>
          <a:solidFill>
            <a:srgbClr val="F9F6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0" name="Rounded Rectangle 8">
            <a:extLst>
              <a:ext uri="{FF2B5EF4-FFF2-40B4-BE49-F238E27FC236}">
                <a16:creationId xmlns:a16="http://schemas.microsoft.com/office/drawing/2014/main" id="{91E969A5-D843-28E8-812F-B43DD372BF4F}"/>
              </a:ext>
            </a:extLst>
          </p:cNvPr>
          <p:cNvSpPr/>
          <p:nvPr/>
        </p:nvSpPr>
        <p:spPr>
          <a:xfrm>
            <a:off x="3391107" y="2788920"/>
            <a:ext cx="2567750" cy="1600200"/>
          </a:xfrm>
          <a:prstGeom prst="roundRect">
            <a:avLst>
              <a:gd name="adj" fmla="val 6857"/>
            </a:avLst>
          </a:prstGeom>
          <a:solidFill>
            <a:srgbClr val="50D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2" name="Rounded Rectangle 13">
            <a:extLst>
              <a:ext uri="{FF2B5EF4-FFF2-40B4-BE49-F238E27FC236}">
                <a16:creationId xmlns:a16="http://schemas.microsoft.com/office/drawing/2014/main" id="{3364CC56-F425-FD79-5C1F-6EEB59ED0EC5}"/>
              </a:ext>
            </a:extLst>
          </p:cNvPr>
          <p:cNvSpPr/>
          <p:nvPr/>
        </p:nvSpPr>
        <p:spPr>
          <a:xfrm>
            <a:off x="6233176" y="2788920"/>
            <a:ext cx="2567750" cy="1600200"/>
          </a:xfrm>
          <a:prstGeom prst="roundRect">
            <a:avLst>
              <a:gd name="adj" fmla="val 6857"/>
            </a:avLst>
          </a:prstGeom>
          <a:solidFill>
            <a:srgbClr val="DFB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18" name="Rounded Rectangle 5">
            <a:extLst>
              <a:ext uri="{FF2B5EF4-FFF2-40B4-BE49-F238E27FC236}">
                <a16:creationId xmlns:a16="http://schemas.microsoft.com/office/drawing/2014/main" id="{CCA362B3-69AD-3B02-7BC2-4A0D87AD930F}"/>
              </a:ext>
            </a:extLst>
          </p:cNvPr>
          <p:cNvSpPr/>
          <p:nvPr/>
        </p:nvSpPr>
        <p:spPr>
          <a:xfrm>
            <a:off x="549037" y="4663440"/>
            <a:ext cx="2567750" cy="1600200"/>
          </a:xfrm>
          <a:prstGeom prst="roundRect">
            <a:avLst>
              <a:gd name="adj" fmla="val 6857"/>
            </a:avLst>
          </a:prstGeom>
          <a:solidFill>
            <a:srgbClr val="F9F6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0" name="Rounded Rectangle 10">
            <a:extLst>
              <a:ext uri="{FF2B5EF4-FFF2-40B4-BE49-F238E27FC236}">
                <a16:creationId xmlns:a16="http://schemas.microsoft.com/office/drawing/2014/main" id="{743A10E4-D27A-DC66-60B7-6E28794E395A}"/>
              </a:ext>
            </a:extLst>
          </p:cNvPr>
          <p:cNvSpPr/>
          <p:nvPr/>
        </p:nvSpPr>
        <p:spPr>
          <a:xfrm>
            <a:off x="3391107" y="4663440"/>
            <a:ext cx="2567750" cy="1600200"/>
          </a:xfrm>
          <a:prstGeom prst="roundRect">
            <a:avLst>
              <a:gd name="adj" fmla="val 6857"/>
            </a:avLst>
          </a:prstGeom>
          <a:solidFill>
            <a:srgbClr val="50D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2" name="Rounded Rectangle 15">
            <a:extLst>
              <a:ext uri="{FF2B5EF4-FFF2-40B4-BE49-F238E27FC236}">
                <a16:creationId xmlns:a16="http://schemas.microsoft.com/office/drawing/2014/main" id="{16FB47D4-E09E-E066-887E-02DE1CBF91B3}"/>
              </a:ext>
            </a:extLst>
          </p:cNvPr>
          <p:cNvSpPr/>
          <p:nvPr/>
        </p:nvSpPr>
        <p:spPr>
          <a:xfrm>
            <a:off x="6233176" y="4663440"/>
            <a:ext cx="2567750" cy="1600200"/>
          </a:xfrm>
          <a:prstGeom prst="roundRect">
            <a:avLst>
              <a:gd name="adj" fmla="val 6857"/>
            </a:avLst>
          </a:prstGeom>
          <a:solidFill>
            <a:srgbClr val="DFB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4" name="Rounded Rectangle 18">
            <a:extLst>
              <a:ext uri="{FF2B5EF4-FFF2-40B4-BE49-F238E27FC236}">
                <a16:creationId xmlns:a16="http://schemas.microsoft.com/office/drawing/2014/main" id="{FE4A083D-E9C2-ADAE-3AD9-B9841D066C84}"/>
              </a:ext>
            </a:extLst>
          </p:cNvPr>
          <p:cNvSpPr/>
          <p:nvPr/>
        </p:nvSpPr>
        <p:spPr>
          <a:xfrm>
            <a:off x="9075246" y="2788920"/>
            <a:ext cx="2567750" cy="1600200"/>
          </a:xfrm>
          <a:prstGeom prst="roundRect">
            <a:avLst>
              <a:gd name="adj" fmla="val 6857"/>
            </a:avLst>
          </a:prstGeom>
          <a:solidFill>
            <a:srgbClr val="C59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6" name="Rounded Rectangle 20">
            <a:extLst>
              <a:ext uri="{FF2B5EF4-FFF2-40B4-BE49-F238E27FC236}">
                <a16:creationId xmlns:a16="http://schemas.microsoft.com/office/drawing/2014/main" id="{E8C53C2D-4147-8C7E-23F3-439220B92002}"/>
              </a:ext>
            </a:extLst>
          </p:cNvPr>
          <p:cNvSpPr/>
          <p:nvPr/>
        </p:nvSpPr>
        <p:spPr>
          <a:xfrm>
            <a:off x="9075246" y="4663440"/>
            <a:ext cx="2567750" cy="1600200"/>
          </a:xfrm>
          <a:prstGeom prst="roundRect">
            <a:avLst>
              <a:gd name="adj" fmla="val 6857"/>
            </a:avLst>
          </a:prstGeom>
          <a:solidFill>
            <a:srgbClr val="C59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900"/>
          </a:p>
        </p:txBody>
      </p:sp>
      <p:sp>
        <p:nvSpPr>
          <p:cNvPr id="28" name="TextBox 27">
            <a:extLst>
              <a:ext uri="{FF2B5EF4-FFF2-40B4-BE49-F238E27FC236}">
                <a16:creationId xmlns:a16="http://schemas.microsoft.com/office/drawing/2014/main" id="{D8C44499-F14B-1E6C-F756-9D62F38DE9C0}"/>
              </a:ext>
            </a:extLst>
          </p:cNvPr>
          <p:cNvSpPr txBox="1"/>
          <p:nvPr/>
        </p:nvSpPr>
        <p:spPr>
          <a:xfrm>
            <a:off x="777637" y="2377440"/>
            <a:ext cx="2110550" cy="264688"/>
          </a:xfrm>
          <a:prstGeom prst="rect">
            <a:avLst/>
          </a:prstGeom>
          <a:noFill/>
        </p:spPr>
        <p:txBody>
          <a:bodyPr wrap="square" lIns="22860" rIns="22860" anchor="t">
            <a:spAutoFit/>
          </a:bodyPr>
          <a:lstStyle/>
          <a:p>
            <a:pPr>
              <a:lnSpc>
                <a:spcPct val="105000"/>
              </a:lnSpc>
              <a:spcAft>
                <a:spcPts val="400"/>
              </a:spcAft>
            </a:pPr>
            <a:r>
              <a:rPr sz="1100">
                <a:solidFill>
                  <a:srgbClr val="D8D8D8"/>
                </a:solidFill>
                <a:latin typeface="Aptos Display"/>
              </a:rPr>
              <a:t>UNDERSTAND</a:t>
            </a:r>
          </a:p>
        </p:txBody>
      </p:sp>
      <p:sp>
        <p:nvSpPr>
          <p:cNvPr id="32" name="TextBox 31">
            <a:extLst>
              <a:ext uri="{FF2B5EF4-FFF2-40B4-BE49-F238E27FC236}">
                <a16:creationId xmlns:a16="http://schemas.microsoft.com/office/drawing/2014/main" id="{34FB6618-DED2-5673-4E5F-0A12AE68282C}"/>
              </a:ext>
            </a:extLst>
          </p:cNvPr>
          <p:cNvSpPr txBox="1"/>
          <p:nvPr/>
        </p:nvSpPr>
        <p:spPr>
          <a:xfrm>
            <a:off x="3619707" y="2377440"/>
            <a:ext cx="2110550" cy="264688"/>
          </a:xfrm>
          <a:prstGeom prst="rect">
            <a:avLst/>
          </a:prstGeom>
          <a:noFill/>
        </p:spPr>
        <p:txBody>
          <a:bodyPr wrap="square" lIns="22860" rIns="22860" anchor="t">
            <a:spAutoFit/>
          </a:bodyPr>
          <a:lstStyle/>
          <a:p>
            <a:pPr>
              <a:lnSpc>
                <a:spcPct val="105000"/>
              </a:lnSpc>
              <a:spcAft>
                <a:spcPts val="400"/>
              </a:spcAft>
            </a:pPr>
            <a:r>
              <a:rPr sz="1100">
                <a:solidFill>
                  <a:srgbClr val="D8D8D8"/>
                </a:solidFill>
                <a:latin typeface="Aptos Display"/>
              </a:rPr>
              <a:t>DETECT</a:t>
            </a:r>
          </a:p>
        </p:txBody>
      </p:sp>
      <p:sp>
        <p:nvSpPr>
          <p:cNvPr id="36" name="TextBox 35">
            <a:extLst>
              <a:ext uri="{FF2B5EF4-FFF2-40B4-BE49-F238E27FC236}">
                <a16:creationId xmlns:a16="http://schemas.microsoft.com/office/drawing/2014/main" id="{3B7B2763-BB02-25B6-E611-720C0AC54964}"/>
              </a:ext>
            </a:extLst>
          </p:cNvPr>
          <p:cNvSpPr txBox="1"/>
          <p:nvPr/>
        </p:nvSpPr>
        <p:spPr>
          <a:xfrm>
            <a:off x="6461776" y="2377440"/>
            <a:ext cx="2110550" cy="264688"/>
          </a:xfrm>
          <a:prstGeom prst="rect">
            <a:avLst/>
          </a:prstGeom>
          <a:noFill/>
        </p:spPr>
        <p:txBody>
          <a:bodyPr wrap="square" lIns="22860" rIns="22860" anchor="t">
            <a:spAutoFit/>
          </a:bodyPr>
          <a:lstStyle/>
          <a:p>
            <a:pPr>
              <a:lnSpc>
                <a:spcPct val="105000"/>
              </a:lnSpc>
              <a:spcAft>
                <a:spcPts val="400"/>
              </a:spcAft>
            </a:pPr>
            <a:r>
              <a:rPr sz="1100">
                <a:solidFill>
                  <a:srgbClr val="D8D8D8"/>
                </a:solidFill>
                <a:latin typeface="Aptos Display"/>
              </a:rPr>
              <a:t>CONTROL</a:t>
            </a:r>
          </a:p>
        </p:txBody>
      </p:sp>
      <p:sp>
        <p:nvSpPr>
          <p:cNvPr id="40" name="TextBox 39">
            <a:extLst>
              <a:ext uri="{FF2B5EF4-FFF2-40B4-BE49-F238E27FC236}">
                <a16:creationId xmlns:a16="http://schemas.microsoft.com/office/drawing/2014/main" id="{A55CDE9D-157D-2CE6-0FB6-59810BBF902A}"/>
              </a:ext>
            </a:extLst>
          </p:cNvPr>
          <p:cNvSpPr txBox="1"/>
          <p:nvPr/>
        </p:nvSpPr>
        <p:spPr>
          <a:xfrm>
            <a:off x="9303846" y="2377440"/>
            <a:ext cx="2110550" cy="264688"/>
          </a:xfrm>
          <a:prstGeom prst="rect">
            <a:avLst/>
          </a:prstGeom>
          <a:noFill/>
        </p:spPr>
        <p:txBody>
          <a:bodyPr wrap="square" lIns="22860" rIns="22860" anchor="t">
            <a:spAutoFit/>
          </a:bodyPr>
          <a:lstStyle/>
          <a:p>
            <a:pPr>
              <a:lnSpc>
                <a:spcPct val="105000"/>
              </a:lnSpc>
              <a:spcAft>
                <a:spcPts val="400"/>
              </a:spcAft>
            </a:pPr>
            <a:r>
              <a:rPr sz="1100">
                <a:solidFill>
                  <a:srgbClr val="D8D8D8"/>
                </a:solidFill>
                <a:latin typeface="Aptos Display"/>
              </a:rPr>
              <a:t>PROVE</a:t>
            </a:r>
          </a:p>
        </p:txBody>
      </p:sp>
      <p:sp>
        <p:nvSpPr>
          <p:cNvPr id="44" name="Text 3">
            <a:extLst>
              <a:ext uri="{FF2B5EF4-FFF2-40B4-BE49-F238E27FC236}">
                <a16:creationId xmlns:a16="http://schemas.microsoft.com/office/drawing/2014/main" id="{AC5559B0-0CA5-D2D9-FF85-34EC28BACBBB}"/>
              </a:ext>
            </a:extLst>
          </p:cNvPr>
          <p:cNvSpPr/>
          <p:nvPr/>
        </p:nvSpPr>
        <p:spPr>
          <a:xfrm>
            <a:off x="548640" y="795284"/>
            <a:ext cx="10241280" cy="1920240"/>
          </a:xfrm>
          <a:prstGeom prst="rect">
            <a:avLst/>
          </a:prstGeom>
          <a:noFill/>
          <a:ln/>
        </p:spPr>
        <p:txBody>
          <a:bodyPr wrap="square" rtlCol="0" anchor="ctr"/>
          <a:lstStyle/>
          <a:p>
            <a:pPr>
              <a:lnSpc>
                <a:spcPct val="105000"/>
              </a:lnSpc>
              <a:spcAft>
                <a:spcPts val="800"/>
              </a:spcAft>
            </a:pPr>
            <a:r>
              <a:rPr lang="en-US" sz="2400">
                <a:solidFill>
                  <a:srgbClr val="FFFFFF"/>
                </a:solidFill>
                <a:latin typeface="Aptos Display"/>
              </a:rPr>
              <a:t>Build these eight, and show the evidence behind each.</a:t>
            </a:r>
          </a:p>
        </p:txBody>
      </p:sp>
      <p:sp>
        <p:nvSpPr>
          <p:cNvPr id="46" name="TextBox 45">
            <a:extLst>
              <a:ext uri="{FF2B5EF4-FFF2-40B4-BE49-F238E27FC236}">
                <a16:creationId xmlns:a16="http://schemas.microsoft.com/office/drawing/2014/main" id="{66C1AF7B-E41C-B678-DE20-C8A27CE91936}"/>
              </a:ext>
            </a:extLst>
          </p:cNvPr>
          <p:cNvSpPr txBox="1"/>
          <p:nvPr/>
        </p:nvSpPr>
        <p:spPr>
          <a:xfrm>
            <a:off x="777604" y="301752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Sensor report</a:t>
            </a:r>
          </a:p>
          <a:p>
            <a:pPr>
              <a:lnSpc>
                <a:spcPct val="105000"/>
              </a:lnSpc>
              <a:spcAft>
                <a:spcPts val="400"/>
              </a:spcAft>
            </a:pPr>
            <a:r>
              <a:rPr sz="1200">
                <a:solidFill>
                  <a:srgbClr val="111111"/>
                </a:solidFill>
                <a:latin typeface="Aptos Display"/>
              </a:rPr>
              <a:t>Inferred role per sensor, with evidence and confidence.</a:t>
            </a:r>
          </a:p>
        </p:txBody>
      </p:sp>
      <p:sp>
        <p:nvSpPr>
          <p:cNvPr id="48" name="TextBox 47">
            <a:extLst>
              <a:ext uri="{FF2B5EF4-FFF2-40B4-BE49-F238E27FC236}">
                <a16:creationId xmlns:a16="http://schemas.microsoft.com/office/drawing/2014/main" id="{4E965277-5BC2-092E-2753-1792709D0732}"/>
              </a:ext>
            </a:extLst>
          </p:cNvPr>
          <p:cNvSpPr txBox="1"/>
          <p:nvPr/>
        </p:nvSpPr>
        <p:spPr>
          <a:xfrm>
            <a:off x="777637" y="489204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Quality checks</a:t>
            </a:r>
          </a:p>
          <a:p>
            <a:pPr>
              <a:lnSpc>
                <a:spcPct val="105000"/>
              </a:lnSpc>
              <a:spcAft>
                <a:spcPts val="400"/>
              </a:spcAft>
            </a:pPr>
            <a:r>
              <a:rPr sz="1200">
                <a:solidFill>
                  <a:srgbClr val="111111"/>
                </a:solidFill>
                <a:latin typeface="Aptos Display"/>
              </a:rPr>
              <a:t>Baseline checks plus rules compiled from plain language.</a:t>
            </a:r>
          </a:p>
        </p:txBody>
      </p:sp>
      <p:sp>
        <p:nvSpPr>
          <p:cNvPr id="50" name="TextBox 49">
            <a:extLst>
              <a:ext uri="{FF2B5EF4-FFF2-40B4-BE49-F238E27FC236}">
                <a16:creationId xmlns:a16="http://schemas.microsoft.com/office/drawing/2014/main" id="{C4081FC9-F498-91FF-E6C9-B16FBF92680E}"/>
              </a:ext>
            </a:extLst>
          </p:cNvPr>
          <p:cNvSpPr txBox="1"/>
          <p:nvPr/>
        </p:nvSpPr>
        <p:spPr>
          <a:xfrm>
            <a:off x="3619707" y="301752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Drift output</a:t>
            </a:r>
          </a:p>
          <a:p>
            <a:pPr>
              <a:lnSpc>
                <a:spcPct val="105000"/>
              </a:lnSpc>
              <a:spcAft>
                <a:spcPts val="400"/>
              </a:spcAft>
            </a:pPr>
            <a:r>
              <a:rPr sz="1200">
                <a:solidFill>
                  <a:srgbClr val="111111"/>
                </a:solidFill>
                <a:latin typeface="Aptos Display"/>
              </a:rPr>
              <a:t>Deviation over time, flagged to the signal responsible.</a:t>
            </a:r>
          </a:p>
        </p:txBody>
      </p:sp>
      <p:sp>
        <p:nvSpPr>
          <p:cNvPr id="52" name="TextBox 51">
            <a:extLst>
              <a:ext uri="{FF2B5EF4-FFF2-40B4-BE49-F238E27FC236}">
                <a16:creationId xmlns:a16="http://schemas.microsoft.com/office/drawing/2014/main" id="{0BBA1812-6FF4-BB91-5B71-E59DA8CF3F6D}"/>
              </a:ext>
            </a:extLst>
          </p:cNvPr>
          <p:cNvSpPr txBox="1"/>
          <p:nvPr/>
        </p:nvSpPr>
        <p:spPr>
          <a:xfrm>
            <a:off x="3619707" y="489204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Diagnosis</a:t>
            </a:r>
          </a:p>
          <a:p>
            <a:pPr>
              <a:lnSpc>
                <a:spcPct val="105000"/>
              </a:lnSpc>
              <a:spcAft>
                <a:spcPts val="400"/>
              </a:spcAft>
            </a:pPr>
            <a:r>
              <a:rPr sz="1200">
                <a:solidFill>
                  <a:srgbClr val="111111"/>
                </a:solidFill>
                <a:latin typeface="Aptos Display"/>
              </a:rPr>
              <a:t>Fault type, ranked sensors, step-by-step reasoning.</a:t>
            </a:r>
          </a:p>
        </p:txBody>
      </p:sp>
      <p:sp>
        <p:nvSpPr>
          <p:cNvPr id="54" name="TextBox 53">
            <a:extLst>
              <a:ext uri="{FF2B5EF4-FFF2-40B4-BE49-F238E27FC236}">
                <a16:creationId xmlns:a16="http://schemas.microsoft.com/office/drawing/2014/main" id="{71B612EA-A067-BF01-94DE-AF71C799A041}"/>
              </a:ext>
            </a:extLst>
          </p:cNvPr>
          <p:cNvSpPr txBox="1"/>
          <p:nvPr/>
        </p:nvSpPr>
        <p:spPr>
          <a:xfrm>
            <a:off x="6461776" y="301752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Operator controls</a:t>
            </a:r>
          </a:p>
          <a:p>
            <a:pPr>
              <a:lnSpc>
                <a:spcPct val="105000"/>
              </a:lnSpc>
              <a:spcAft>
                <a:spcPts val="400"/>
              </a:spcAft>
            </a:pPr>
            <a:r>
              <a:rPr sz="1200">
                <a:solidFill>
                  <a:srgbClr val="111111"/>
                </a:solidFill>
                <a:latin typeface="Aptos Display"/>
              </a:rPr>
              <a:t>Accept, question or override any output.</a:t>
            </a:r>
          </a:p>
        </p:txBody>
      </p:sp>
      <p:sp>
        <p:nvSpPr>
          <p:cNvPr id="56" name="TextBox 55">
            <a:extLst>
              <a:ext uri="{FF2B5EF4-FFF2-40B4-BE49-F238E27FC236}">
                <a16:creationId xmlns:a16="http://schemas.microsoft.com/office/drawing/2014/main" id="{91C32FDE-3220-A12A-66E0-487F59670A66}"/>
              </a:ext>
            </a:extLst>
          </p:cNvPr>
          <p:cNvSpPr txBox="1"/>
          <p:nvPr/>
        </p:nvSpPr>
        <p:spPr>
          <a:xfrm>
            <a:off x="6461776" y="489204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Decision log</a:t>
            </a:r>
          </a:p>
          <a:p>
            <a:pPr>
              <a:lnSpc>
                <a:spcPct val="105000"/>
              </a:lnSpc>
              <a:spcAft>
                <a:spcPts val="400"/>
              </a:spcAft>
            </a:pPr>
            <a:r>
              <a:rPr sz="1200">
                <a:solidFill>
                  <a:srgbClr val="111111"/>
                </a:solidFill>
                <a:latin typeface="Aptos Display"/>
              </a:rPr>
              <a:t>Every inference, its evidence and every override.</a:t>
            </a:r>
          </a:p>
        </p:txBody>
      </p:sp>
      <p:sp>
        <p:nvSpPr>
          <p:cNvPr id="58" name="TextBox 57">
            <a:extLst>
              <a:ext uri="{FF2B5EF4-FFF2-40B4-BE49-F238E27FC236}">
                <a16:creationId xmlns:a16="http://schemas.microsoft.com/office/drawing/2014/main" id="{37616B85-0586-C715-E256-6FE3B54062AA}"/>
              </a:ext>
            </a:extLst>
          </p:cNvPr>
          <p:cNvSpPr txBox="1"/>
          <p:nvPr/>
        </p:nvSpPr>
        <p:spPr>
          <a:xfrm>
            <a:off x="9303846" y="301752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Adaptability</a:t>
            </a:r>
          </a:p>
          <a:p>
            <a:pPr>
              <a:lnSpc>
                <a:spcPct val="105000"/>
              </a:lnSpc>
              <a:spcAft>
                <a:spcPts val="400"/>
              </a:spcAft>
            </a:pPr>
            <a:r>
              <a:rPr sz="1200">
                <a:solidFill>
                  <a:srgbClr val="111111"/>
                </a:solidFill>
                <a:latin typeface="Aptos Display"/>
              </a:rPr>
              <a:t>A second-domain run or an architectural walkthrough.</a:t>
            </a:r>
          </a:p>
        </p:txBody>
      </p:sp>
      <p:sp>
        <p:nvSpPr>
          <p:cNvPr id="60" name="TextBox 59">
            <a:extLst>
              <a:ext uri="{FF2B5EF4-FFF2-40B4-BE49-F238E27FC236}">
                <a16:creationId xmlns:a16="http://schemas.microsoft.com/office/drawing/2014/main" id="{0671F7E7-320E-5134-876F-339B27F35229}"/>
              </a:ext>
            </a:extLst>
          </p:cNvPr>
          <p:cNvSpPr txBox="1"/>
          <p:nvPr/>
        </p:nvSpPr>
        <p:spPr>
          <a:xfrm>
            <a:off x="9303846" y="4892040"/>
            <a:ext cx="2110550" cy="806375"/>
          </a:xfrm>
          <a:prstGeom prst="rect">
            <a:avLst/>
          </a:prstGeom>
          <a:noFill/>
        </p:spPr>
        <p:txBody>
          <a:bodyPr wrap="square" lIns="22860" rIns="22860" anchor="t">
            <a:spAutoFit/>
          </a:bodyPr>
          <a:lstStyle/>
          <a:p>
            <a:pPr>
              <a:lnSpc>
                <a:spcPct val="105000"/>
              </a:lnSpc>
              <a:spcAft>
                <a:spcPts val="700"/>
              </a:spcAft>
            </a:pPr>
            <a:r>
              <a:rPr sz="1500">
                <a:solidFill>
                  <a:srgbClr val="111111"/>
                </a:solidFill>
                <a:latin typeface="Aptos Display"/>
              </a:rPr>
              <a:t>Data-flow record</a:t>
            </a:r>
          </a:p>
          <a:p>
            <a:pPr>
              <a:lnSpc>
                <a:spcPct val="105000"/>
              </a:lnSpc>
              <a:spcAft>
                <a:spcPts val="400"/>
              </a:spcAft>
            </a:pPr>
            <a:r>
              <a:rPr sz="1200">
                <a:solidFill>
                  <a:srgbClr val="111111"/>
                </a:solidFill>
                <a:latin typeface="Aptos Display"/>
              </a:rPr>
              <a:t>What leaves, to which model, and why.</a:t>
            </a:r>
          </a:p>
        </p:txBody>
      </p:sp>
    </p:spTree>
    <p:extLst>
      <p:ext uri="{BB962C8B-B14F-4D97-AF65-F5344CB8AC3E}">
        <p14:creationId xmlns:p14="http://schemas.microsoft.com/office/powerpoint/2010/main" val="671894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BEDDF-1136-E3A8-4209-1475954C069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84A67CD-EB47-5169-6CF3-5CD48DC6273B}"/>
              </a:ext>
            </a:extLst>
          </p:cNvPr>
          <p:cNvPicPr>
            <a:picLocks noChangeAspect="1"/>
          </p:cNvPicPr>
          <p:nvPr/>
        </p:nvPicPr>
        <p:blipFill>
          <a:blip r:embed="rId3"/>
          <a:stretch>
            <a:fillRect/>
          </a:stretch>
        </p:blipFill>
        <p:spPr>
          <a:xfrm>
            <a:off x="274320" y="164592"/>
            <a:ext cx="1005840" cy="292608"/>
          </a:xfrm>
          <a:prstGeom prst="rect">
            <a:avLst/>
          </a:prstGeom>
        </p:spPr>
      </p:pic>
      <p:sp>
        <p:nvSpPr>
          <p:cNvPr id="4" name="Text 1">
            <a:extLst>
              <a:ext uri="{FF2B5EF4-FFF2-40B4-BE49-F238E27FC236}">
                <a16:creationId xmlns:a16="http://schemas.microsoft.com/office/drawing/2014/main" id="{4F66C262-4117-D7C9-C733-741A352E76F5}"/>
              </a:ext>
            </a:extLst>
          </p:cNvPr>
          <p:cNvSpPr/>
          <p:nvPr/>
        </p:nvSpPr>
        <p:spPr>
          <a:xfrm>
            <a:off x="432816" y="1162870"/>
            <a:ext cx="11338560" cy="502920"/>
          </a:xfrm>
          <a:prstGeom prst="rect">
            <a:avLst/>
          </a:prstGeom>
          <a:noFill/>
          <a:ln/>
        </p:spPr>
        <p:txBody>
          <a:bodyPr wrap="square" rtlCol="0" anchor="ctr"/>
          <a:lstStyle/>
          <a:p>
            <a:r>
              <a:rPr lang="en-US" sz="2400">
                <a:solidFill>
                  <a:srgbClr val="111111"/>
                </a:solidFill>
                <a:latin typeface="Aptos Display"/>
              </a:rPr>
              <a:t>Four criteria carry the score. One is a gate.</a:t>
            </a:r>
            <a:endParaRPr lang="en-US" sz="2400"/>
          </a:p>
        </p:txBody>
      </p:sp>
      <p:grpSp>
        <p:nvGrpSpPr>
          <p:cNvPr id="38" name="Group 37">
            <a:extLst>
              <a:ext uri="{FF2B5EF4-FFF2-40B4-BE49-F238E27FC236}">
                <a16:creationId xmlns:a16="http://schemas.microsoft.com/office/drawing/2014/main" id="{4BE28A1C-A67E-BA95-08F7-4689D62A0ABB}"/>
              </a:ext>
            </a:extLst>
          </p:cNvPr>
          <p:cNvGrpSpPr/>
          <p:nvPr/>
        </p:nvGrpSpPr>
        <p:grpSpPr>
          <a:xfrm>
            <a:off x="432816" y="1895973"/>
            <a:ext cx="5559552" cy="1051560"/>
            <a:chOff x="457200" y="1261872"/>
            <a:chExt cx="5559552" cy="1051560"/>
          </a:xfrm>
        </p:grpSpPr>
        <p:sp>
          <p:nvSpPr>
            <p:cNvPr id="5" name="Shape 2">
              <a:extLst>
                <a:ext uri="{FF2B5EF4-FFF2-40B4-BE49-F238E27FC236}">
                  <a16:creationId xmlns:a16="http://schemas.microsoft.com/office/drawing/2014/main" id="{884BFC30-984A-9EB9-7612-30A424F4EE8A}"/>
                </a:ext>
              </a:extLst>
            </p:cNvPr>
            <p:cNvSpPr/>
            <p:nvPr/>
          </p:nvSpPr>
          <p:spPr>
            <a:xfrm>
              <a:off x="457200" y="1261872"/>
              <a:ext cx="5559552" cy="1051560"/>
            </a:xfrm>
            <a:prstGeom prst="roundRect">
              <a:avLst>
                <a:gd name="adj" fmla="val 5455"/>
              </a:avLst>
            </a:prstGeom>
            <a:solidFill>
              <a:srgbClr val="F4F4F6"/>
            </a:solidFill>
            <a:ln w="6350">
              <a:solidFill>
                <a:srgbClr val="D1D3D6"/>
              </a:solidFill>
              <a:prstDash val="solid"/>
            </a:ln>
          </p:spPr>
          <p:txBody>
            <a:bodyPr/>
            <a:lstStyle/>
            <a:p>
              <a:endParaRPr lang="fi-FI"/>
            </a:p>
          </p:txBody>
        </p:sp>
        <p:grpSp>
          <p:nvGrpSpPr>
            <p:cNvPr id="37" name="Group 36">
              <a:extLst>
                <a:ext uri="{FF2B5EF4-FFF2-40B4-BE49-F238E27FC236}">
                  <a16:creationId xmlns:a16="http://schemas.microsoft.com/office/drawing/2014/main" id="{0264E6B0-4535-15E7-D5BC-0E140280A330}"/>
                </a:ext>
              </a:extLst>
            </p:cNvPr>
            <p:cNvGrpSpPr/>
            <p:nvPr/>
          </p:nvGrpSpPr>
          <p:grpSpPr>
            <a:xfrm>
              <a:off x="640080" y="1595628"/>
              <a:ext cx="384048" cy="384048"/>
              <a:chOff x="640080" y="1426464"/>
              <a:chExt cx="384048" cy="384048"/>
            </a:xfrm>
          </p:grpSpPr>
          <p:sp>
            <p:nvSpPr>
              <p:cNvPr id="6" name="Shape 3">
                <a:extLst>
                  <a:ext uri="{FF2B5EF4-FFF2-40B4-BE49-F238E27FC236}">
                    <a16:creationId xmlns:a16="http://schemas.microsoft.com/office/drawing/2014/main" id="{94AD934C-F78C-EC56-99AD-A7C94868BF1E}"/>
                  </a:ext>
                </a:extLst>
              </p:cNvPr>
              <p:cNvSpPr/>
              <p:nvPr/>
            </p:nvSpPr>
            <p:spPr>
              <a:xfrm>
                <a:off x="640080" y="1426464"/>
                <a:ext cx="384048" cy="384048"/>
              </a:xfrm>
              <a:prstGeom prst="ellipse">
                <a:avLst/>
              </a:prstGeom>
              <a:solidFill>
                <a:srgbClr val="567C83"/>
              </a:solidFill>
              <a:ln w="12700">
                <a:solidFill>
                  <a:srgbClr val="567C83"/>
                </a:solidFill>
                <a:prstDash val="solid"/>
              </a:ln>
            </p:spPr>
            <p:txBody>
              <a:bodyPr/>
              <a:lstStyle/>
              <a:p>
                <a:endParaRPr lang="fi-FI"/>
              </a:p>
            </p:txBody>
          </p:sp>
          <p:sp>
            <p:nvSpPr>
              <p:cNvPr id="7" name="Text 4">
                <a:extLst>
                  <a:ext uri="{FF2B5EF4-FFF2-40B4-BE49-F238E27FC236}">
                    <a16:creationId xmlns:a16="http://schemas.microsoft.com/office/drawing/2014/main" id="{4E44D732-F185-8A52-CAFA-68CE21780965}"/>
                  </a:ext>
                </a:extLst>
              </p:cNvPr>
              <p:cNvSpPr/>
              <p:nvPr/>
            </p:nvSpPr>
            <p:spPr>
              <a:xfrm>
                <a:off x="640080" y="1426464"/>
                <a:ext cx="384048" cy="384048"/>
              </a:xfrm>
              <a:prstGeom prst="rect">
                <a:avLst/>
              </a:prstGeom>
              <a:noFill/>
              <a:ln/>
            </p:spPr>
            <p:txBody>
              <a:bodyPr wrap="square" rtlCol="0" anchor="ctr"/>
              <a:lstStyle/>
              <a:p>
                <a:pPr marL="0" indent="0" algn="ctr">
                  <a:buNone/>
                </a:pPr>
                <a:r>
                  <a:rPr lang="en-US" sz="1300">
                    <a:solidFill>
                      <a:srgbClr val="FFFFFF"/>
                    </a:solidFill>
                    <a:latin typeface="Aptos Display" pitchFamily="34" charset="0"/>
                    <a:ea typeface="Aptos Display" pitchFamily="34" charset="-122"/>
                    <a:cs typeface="Aptos Display" pitchFamily="34" charset="-120"/>
                  </a:rPr>
                  <a:t>1</a:t>
                </a:r>
                <a:endParaRPr lang="en-US" sz="1300"/>
              </a:p>
            </p:txBody>
          </p:sp>
        </p:grpSp>
        <p:sp>
          <p:nvSpPr>
            <p:cNvPr id="8" name="Text 5">
              <a:extLst>
                <a:ext uri="{FF2B5EF4-FFF2-40B4-BE49-F238E27FC236}">
                  <a16:creationId xmlns:a16="http://schemas.microsoft.com/office/drawing/2014/main" id="{247F79DB-48D9-B224-8C19-FDAA85AADDF9}"/>
                </a:ext>
              </a:extLst>
            </p:cNvPr>
            <p:cNvSpPr/>
            <p:nvPr/>
          </p:nvSpPr>
          <p:spPr>
            <a:xfrm>
              <a:off x="1143000" y="1450027"/>
              <a:ext cx="4690872" cy="702681"/>
            </a:xfrm>
            <a:prstGeom prst="rect">
              <a:avLst/>
            </a:prstGeom>
            <a:noFill/>
            <a:ln/>
          </p:spPr>
          <p:txBody>
            <a:bodyPr wrap="square" rtlCol="0" anchor="ctr"/>
            <a:lstStyle/>
            <a:p>
              <a:r>
                <a:rPr lang="en-US">
                  <a:solidFill>
                    <a:srgbClr val="2C2E34"/>
                  </a:solidFill>
                  <a:latin typeface="Aptos Display" pitchFamily="34" charset="0"/>
                  <a:ea typeface="Aptos Display" pitchFamily="34" charset="-122"/>
                  <a:cs typeface="Aptos Display" pitchFamily="34" charset="-120"/>
                </a:rPr>
                <a:t>End-to-end autonomy</a:t>
              </a:r>
            </a:p>
            <a:p>
              <a:r>
                <a:rPr lang="en-US" sz="1400">
                  <a:solidFill>
                    <a:srgbClr val="62656A"/>
                  </a:solidFill>
                  <a:latin typeface="Aptos Display" pitchFamily="34" charset="0"/>
                  <a:ea typeface="Aptos Display" pitchFamily="34" charset="-122"/>
                  <a:cs typeface="Aptos Display" pitchFamily="34" charset="-120"/>
                </a:rPr>
                <a:t>No manual labelling, no hand-tuned prompts.</a:t>
              </a:r>
              <a:endParaRPr lang="en-US" sz="1400"/>
            </a:p>
          </p:txBody>
        </p:sp>
      </p:grpSp>
      <p:sp>
        <p:nvSpPr>
          <p:cNvPr id="35" name="Shape 32">
            <a:extLst>
              <a:ext uri="{FF2B5EF4-FFF2-40B4-BE49-F238E27FC236}">
                <a16:creationId xmlns:a16="http://schemas.microsoft.com/office/drawing/2014/main" id="{E394C4CD-57FA-9AEB-EE63-0ECB874263A8}"/>
              </a:ext>
            </a:extLst>
          </p:cNvPr>
          <p:cNvSpPr/>
          <p:nvPr/>
        </p:nvSpPr>
        <p:spPr>
          <a:xfrm>
            <a:off x="457200" y="5252522"/>
            <a:ext cx="11292840" cy="411480"/>
          </a:xfrm>
          <a:prstGeom prst="roundRect">
            <a:avLst>
              <a:gd name="adj" fmla="val 15556"/>
            </a:avLst>
          </a:prstGeom>
          <a:solidFill>
            <a:srgbClr val="F6F279">
              <a:alpha val="56000"/>
            </a:srgbClr>
          </a:solidFill>
          <a:ln w="12700">
            <a:solidFill>
              <a:srgbClr val="F6F279"/>
            </a:solidFill>
            <a:prstDash val="solid"/>
          </a:ln>
        </p:spPr>
        <p:txBody>
          <a:bodyPr/>
          <a:lstStyle/>
          <a:p>
            <a:pPr algn="ctr"/>
            <a:r>
              <a:rPr lang="en-US" sz="1600">
                <a:solidFill>
                  <a:srgbClr val="45464A"/>
                </a:solidFill>
                <a:latin typeface="Aptos Display" pitchFamily="34" charset="0"/>
                <a:ea typeface="Aptos Display" pitchFamily="34" charset="-122"/>
                <a:cs typeface="Aptos Display" pitchFamily="34" charset="-120"/>
              </a:rPr>
              <a:t>Raw data never leaves the operator's environment.</a:t>
            </a:r>
            <a:endParaRPr lang="en-US" sz="1600"/>
          </a:p>
        </p:txBody>
      </p:sp>
      <p:sp>
        <p:nvSpPr>
          <p:cNvPr id="36" name="Text 33">
            <a:extLst>
              <a:ext uri="{FF2B5EF4-FFF2-40B4-BE49-F238E27FC236}">
                <a16:creationId xmlns:a16="http://schemas.microsoft.com/office/drawing/2014/main" id="{60BAF548-345A-9A96-C7AB-33517AC48302}"/>
              </a:ext>
            </a:extLst>
          </p:cNvPr>
          <p:cNvSpPr/>
          <p:nvPr/>
        </p:nvSpPr>
        <p:spPr>
          <a:xfrm>
            <a:off x="594360" y="5693546"/>
            <a:ext cx="11018520" cy="347472"/>
          </a:xfrm>
          <a:prstGeom prst="rect">
            <a:avLst/>
          </a:prstGeom>
          <a:noFill/>
          <a:ln/>
        </p:spPr>
        <p:txBody>
          <a:bodyPr wrap="square" rtlCol="0" anchor="ctr"/>
          <a:lstStyle/>
          <a:p>
            <a:pPr marL="0" indent="0" algn="ctr">
              <a:buNone/>
            </a:pPr>
            <a:endParaRPr lang="en-US" sz="1200"/>
          </a:p>
        </p:txBody>
      </p:sp>
      <p:grpSp>
        <p:nvGrpSpPr>
          <p:cNvPr id="39" name="Group 38">
            <a:extLst>
              <a:ext uri="{FF2B5EF4-FFF2-40B4-BE49-F238E27FC236}">
                <a16:creationId xmlns:a16="http://schemas.microsoft.com/office/drawing/2014/main" id="{56211880-6283-87DE-193C-EA45D548BEB2}"/>
              </a:ext>
            </a:extLst>
          </p:cNvPr>
          <p:cNvGrpSpPr/>
          <p:nvPr/>
        </p:nvGrpSpPr>
        <p:grpSpPr>
          <a:xfrm>
            <a:off x="432816" y="3507425"/>
            <a:ext cx="5559552" cy="1051560"/>
            <a:chOff x="457200" y="1261872"/>
            <a:chExt cx="5559552" cy="1051560"/>
          </a:xfrm>
        </p:grpSpPr>
        <p:sp>
          <p:nvSpPr>
            <p:cNvPr id="40" name="Shape 2">
              <a:extLst>
                <a:ext uri="{FF2B5EF4-FFF2-40B4-BE49-F238E27FC236}">
                  <a16:creationId xmlns:a16="http://schemas.microsoft.com/office/drawing/2014/main" id="{067748A9-FEF6-9753-FD12-6453061110FF}"/>
                </a:ext>
              </a:extLst>
            </p:cNvPr>
            <p:cNvSpPr/>
            <p:nvPr/>
          </p:nvSpPr>
          <p:spPr>
            <a:xfrm>
              <a:off x="457200" y="1261872"/>
              <a:ext cx="5559552" cy="1051560"/>
            </a:xfrm>
            <a:prstGeom prst="roundRect">
              <a:avLst>
                <a:gd name="adj" fmla="val 5455"/>
              </a:avLst>
            </a:prstGeom>
            <a:solidFill>
              <a:srgbClr val="F4F4F6"/>
            </a:solidFill>
            <a:ln w="6350">
              <a:solidFill>
                <a:srgbClr val="D1D3D6"/>
              </a:solidFill>
              <a:prstDash val="solid"/>
            </a:ln>
          </p:spPr>
          <p:txBody>
            <a:bodyPr/>
            <a:lstStyle/>
            <a:p>
              <a:endParaRPr lang="fi-FI"/>
            </a:p>
          </p:txBody>
        </p:sp>
        <p:grpSp>
          <p:nvGrpSpPr>
            <p:cNvPr id="41" name="Group 40">
              <a:extLst>
                <a:ext uri="{FF2B5EF4-FFF2-40B4-BE49-F238E27FC236}">
                  <a16:creationId xmlns:a16="http://schemas.microsoft.com/office/drawing/2014/main" id="{7AF480E5-5BA4-AA27-2750-88FF35F8D7EF}"/>
                </a:ext>
              </a:extLst>
            </p:cNvPr>
            <p:cNvGrpSpPr/>
            <p:nvPr/>
          </p:nvGrpSpPr>
          <p:grpSpPr>
            <a:xfrm>
              <a:off x="640080" y="1595628"/>
              <a:ext cx="384048" cy="384048"/>
              <a:chOff x="640080" y="1426464"/>
              <a:chExt cx="384048" cy="384048"/>
            </a:xfrm>
          </p:grpSpPr>
          <p:sp>
            <p:nvSpPr>
              <p:cNvPr id="43" name="Shape 3">
                <a:extLst>
                  <a:ext uri="{FF2B5EF4-FFF2-40B4-BE49-F238E27FC236}">
                    <a16:creationId xmlns:a16="http://schemas.microsoft.com/office/drawing/2014/main" id="{6A5D0784-2A0C-6BC6-4D54-FE85704C6518}"/>
                  </a:ext>
                </a:extLst>
              </p:cNvPr>
              <p:cNvSpPr/>
              <p:nvPr/>
            </p:nvSpPr>
            <p:spPr>
              <a:xfrm>
                <a:off x="640080" y="1426464"/>
                <a:ext cx="384048" cy="384048"/>
              </a:xfrm>
              <a:prstGeom prst="ellipse">
                <a:avLst/>
              </a:prstGeom>
              <a:solidFill>
                <a:srgbClr val="567C83"/>
              </a:solidFill>
              <a:ln w="12700">
                <a:solidFill>
                  <a:srgbClr val="567C83"/>
                </a:solidFill>
                <a:prstDash val="solid"/>
              </a:ln>
            </p:spPr>
            <p:txBody>
              <a:bodyPr/>
              <a:lstStyle/>
              <a:p>
                <a:endParaRPr lang="fi-FI"/>
              </a:p>
            </p:txBody>
          </p:sp>
          <p:sp>
            <p:nvSpPr>
              <p:cNvPr id="44" name="Text 4">
                <a:extLst>
                  <a:ext uri="{FF2B5EF4-FFF2-40B4-BE49-F238E27FC236}">
                    <a16:creationId xmlns:a16="http://schemas.microsoft.com/office/drawing/2014/main" id="{8CBD75C8-2F2A-C079-0EC5-9B73D2B27C3E}"/>
                  </a:ext>
                </a:extLst>
              </p:cNvPr>
              <p:cNvSpPr/>
              <p:nvPr/>
            </p:nvSpPr>
            <p:spPr>
              <a:xfrm>
                <a:off x="640080" y="1426464"/>
                <a:ext cx="384048" cy="384048"/>
              </a:xfrm>
              <a:prstGeom prst="rect">
                <a:avLst/>
              </a:prstGeom>
              <a:noFill/>
              <a:ln/>
            </p:spPr>
            <p:txBody>
              <a:bodyPr wrap="square" rtlCol="0" anchor="ctr"/>
              <a:lstStyle/>
              <a:p>
                <a:pPr marL="0" indent="0" algn="ctr">
                  <a:buNone/>
                </a:pPr>
                <a:r>
                  <a:rPr lang="en-US" sz="1300">
                    <a:solidFill>
                      <a:srgbClr val="FFFFFF"/>
                    </a:solidFill>
                    <a:latin typeface="Aptos Display"/>
                  </a:rPr>
                  <a:t>3</a:t>
                </a:r>
                <a:endParaRPr lang="en-US">
                  <a:latin typeface="Aptos Display"/>
                </a:endParaRPr>
              </a:p>
            </p:txBody>
          </p:sp>
        </p:grpSp>
        <p:sp>
          <p:nvSpPr>
            <p:cNvPr id="42" name="Text 5">
              <a:extLst>
                <a:ext uri="{FF2B5EF4-FFF2-40B4-BE49-F238E27FC236}">
                  <a16:creationId xmlns:a16="http://schemas.microsoft.com/office/drawing/2014/main" id="{2B2667A3-9440-0AFF-6AF6-47AF0C56E9FD}"/>
                </a:ext>
              </a:extLst>
            </p:cNvPr>
            <p:cNvSpPr/>
            <p:nvPr/>
          </p:nvSpPr>
          <p:spPr>
            <a:xfrm>
              <a:off x="1143000" y="1450027"/>
              <a:ext cx="4690872" cy="702681"/>
            </a:xfrm>
            <a:prstGeom prst="rect">
              <a:avLst/>
            </a:prstGeom>
            <a:noFill/>
            <a:ln/>
          </p:spPr>
          <p:txBody>
            <a:bodyPr wrap="square" rtlCol="0" anchor="ctr"/>
            <a:lstStyle/>
            <a:p>
              <a:r>
                <a:rPr lang="en-US">
                  <a:solidFill>
                    <a:srgbClr val="2C2E34"/>
                  </a:solidFill>
                  <a:latin typeface="Aptos Display" pitchFamily="34" charset="0"/>
                  <a:ea typeface="Aptos Display" pitchFamily="34" charset="-122"/>
                  <a:cs typeface="Aptos Display" pitchFamily="34" charset="-120"/>
                </a:rPr>
                <a:t>Human in the loop</a:t>
              </a:r>
            </a:p>
            <a:p>
              <a:r>
                <a:rPr lang="en-US" sz="1400">
                  <a:solidFill>
                    <a:srgbClr val="62656A"/>
                  </a:solidFill>
                  <a:latin typeface="Aptos Display" pitchFamily="34" charset="0"/>
                  <a:ea typeface="Aptos Display" pitchFamily="34" charset="-122"/>
                  <a:cs typeface="Aptos Display" pitchFamily="34" charset="-120"/>
                </a:rPr>
                <a:t>Every flag traces to evidence an operator can challenge.</a:t>
              </a:r>
              <a:endParaRPr lang="en-US" sz="1400"/>
            </a:p>
          </p:txBody>
        </p:sp>
      </p:grpSp>
      <p:grpSp>
        <p:nvGrpSpPr>
          <p:cNvPr id="57" name="Group 56">
            <a:extLst>
              <a:ext uri="{FF2B5EF4-FFF2-40B4-BE49-F238E27FC236}">
                <a16:creationId xmlns:a16="http://schemas.microsoft.com/office/drawing/2014/main" id="{8703E46D-B78B-FB56-9A01-72A34753AFD5}"/>
              </a:ext>
            </a:extLst>
          </p:cNvPr>
          <p:cNvGrpSpPr/>
          <p:nvPr/>
        </p:nvGrpSpPr>
        <p:grpSpPr>
          <a:xfrm>
            <a:off x="6236208" y="3507425"/>
            <a:ext cx="5559552" cy="1051560"/>
            <a:chOff x="457200" y="1261872"/>
            <a:chExt cx="5559552" cy="1051560"/>
          </a:xfrm>
        </p:grpSpPr>
        <p:sp>
          <p:nvSpPr>
            <p:cNvPr id="58" name="Shape 2">
              <a:extLst>
                <a:ext uri="{FF2B5EF4-FFF2-40B4-BE49-F238E27FC236}">
                  <a16:creationId xmlns:a16="http://schemas.microsoft.com/office/drawing/2014/main" id="{BC86B090-36C6-449B-E982-367BB5ED8F9E}"/>
                </a:ext>
              </a:extLst>
            </p:cNvPr>
            <p:cNvSpPr/>
            <p:nvPr/>
          </p:nvSpPr>
          <p:spPr>
            <a:xfrm>
              <a:off x="457200" y="1261872"/>
              <a:ext cx="5559552" cy="1051560"/>
            </a:xfrm>
            <a:prstGeom prst="roundRect">
              <a:avLst>
                <a:gd name="adj" fmla="val 5455"/>
              </a:avLst>
            </a:prstGeom>
            <a:solidFill>
              <a:srgbClr val="F4F4F6"/>
            </a:solidFill>
            <a:ln w="6350">
              <a:solidFill>
                <a:srgbClr val="D1D3D6"/>
              </a:solidFill>
              <a:prstDash val="solid"/>
            </a:ln>
          </p:spPr>
          <p:txBody>
            <a:bodyPr/>
            <a:lstStyle/>
            <a:p>
              <a:endParaRPr lang="fi-FI"/>
            </a:p>
          </p:txBody>
        </p:sp>
        <p:grpSp>
          <p:nvGrpSpPr>
            <p:cNvPr id="59" name="Group 58">
              <a:extLst>
                <a:ext uri="{FF2B5EF4-FFF2-40B4-BE49-F238E27FC236}">
                  <a16:creationId xmlns:a16="http://schemas.microsoft.com/office/drawing/2014/main" id="{152308BD-A725-3E33-714D-C32C1264F3C0}"/>
                </a:ext>
              </a:extLst>
            </p:cNvPr>
            <p:cNvGrpSpPr/>
            <p:nvPr/>
          </p:nvGrpSpPr>
          <p:grpSpPr>
            <a:xfrm>
              <a:off x="640080" y="1595628"/>
              <a:ext cx="384048" cy="384048"/>
              <a:chOff x="640080" y="1426464"/>
              <a:chExt cx="384048" cy="384048"/>
            </a:xfrm>
          </p:grpSpPr>
          <p:sp>
            <p:nvSpPr>
              <p:cNvPr id="61" name="Shape 3">
                <a:extLst>
                  <a:ext uri="{FF2B5EF4-FFF2-40B4-BE49-F238E27FC236}">
                    <a16:creationId xmlns:a16="http://schemas.microsoft.com/office/drawing/2014/main" id="{275163A2-7CE5-CAFD-B4D6-A7CD6AF18D61}"/>
                  </a:ext>
                </a:extLst>
              </p:cNvPr>
              <p:cNvSpPr/>
              <p:nvPr/>
            </p:nvSpPr>
            <p:spPr>
              <a:xfrm>
                <a:off x="640080" y="1426464"/>
                <a:ext cx="384048" cy="384048"/>
              </a:xfrm>
              <a:prstGeom prst="ellipse">
                <a:avLst/>
              </a:prstGeom>
              <a:solidFill>
                <a:srgbClr val="567C83"/>
              </a:solidFill>
              <a:ln w="12700">
                <a:solidFill>
                  <a:srgbClr val="567C83"/>
                </a:solidFill>
                <a:prstDash val="solid"/>
              </a:ln>
            </p:spPr>
            <p:txBody>
              <a:bodyPr/>
              <a:lstStyle/>
              <a:p>
                <a:endParaRPr lang="fi-FI"/>
              </a:p>
            </p:txBody>
          </p:sp>
          <p:sp>
            <p:nvSpPr>
              <p:cNvPr id="62" name="Text 4">
                <a:extLst>
                  <a:ext uri="{FF2B5EF4-FFF2-40B4-BE49-F238E27FC236}">
                    <a16:creationId xmlns:a16="http://schemas.microsoft.com/office/drawing/2014/main" id="{3C8875D6-D052-89FC-3E16-7331691B1D25}"/>
                  </a:ext>
                </a:extLst>
              </p:cNvPr>
              <p:cNvSpPr/>
              <p:nvPr/>
            </p:nvSpPr>
            <p:spPr>
              <a:xfrm>
                <a:off x="640080" y="1426464"/>
                <a:ext cx="384048" cy="384048"/>
              </a:xfrm>
              <a:prstGeom prst="rect">
                <a:avLst/>
              </a:prstGeom>
              <a:noFill/>
              <a:ln/>
            </p:spPr>
            <p:txBody>
              <a:bodyPr wrap="square" lIns="91440" tIns="45720" rIns="91440" bIns="45720" rtlCol="0" anchor="ctr"/>
              <a:lstStyle/>
              <a:p>
                <a:pPr marL="0" indent="0" algn="ctr">
                  <a:buNone/>
                </a:pPr>
                <a:r>
                  <a:rPr lang="en-US" sz="1300">
                    <a:solidFill>
                      <a:srgbClr val="FFFFFF"/>
                    </a:solidFill>
                    <a:latin typeface="Aptos Display"/>
                  </a:rPr>
                  <a:t>4</a:t>
                </a:r>
              </a:p>
            </p:txBody>
          </p:sp>
        </p:grpSp>
        <p:sp>
          <p:nvSpPr>
            <p:cNvPr id="60" name="Text 5">
              <a:extLst>
                <a:ext uri="{FF2B5EF4-FFF2-40B4-BE49-F238E27FC236}">
                  <a16:creationId xmlns:a16="http://schemas.microsoft.com/office/drawing/2014/main" id="{71AE3662-A8E1-C74E-0C84-04CEC79DF1AD}"/>
                </a:ext>
              </a:extLst>
            </p:cNvPr>
            <p:cNvSpPr/>
            <p:nvPr/>
          </p:nvSpPr>
          <p:spPr>
            <a:xfrm>
              <a:off x="1143000" y="1450027"/>
              <a:ext cx="4690872" cy="702681"/>
            </a:xfrm>
            <a:prstGeom prst="rect">
              <a:avLst/>
            </a:prstGeom>
            <a:noFill/>
            <a:ln/>
          </p:spPr>
          <p:txBody>
            <a:bodyPr wrap="square" lIns="91440" tIns="45720" rIns="91440" bIns="45720" rtlCol="0" anchor="ctr"/>
            <a:lstStyle/>
            <a:p>
              <a:r>
                <a:rPr lang="en-US">
                  <a:solidFill>
                    <a:srgbClr val="2C2E34"/>
                  </a:solidFill>
                  <a:latin typeface="Aptos" panose="020B0004020202020204" pitchFamily="34" charset="0"/>
                  <a:ea typeface="+mn-lt"/>
                  <a:cs typeface="+mn-lt"/>
                </a:rPr>
                <a:t>Adaptability </a:t>
              </a:r>
            </a:p>
            <a:p>
              <a:r>
                <a:rPr lang="en-US" sz="1400">
                  <a:solidFill>
                    <a:srgbClr val="62656A"/>
                  </a:solidFill>
                  <a:latin typeface="Aptos" panose="020B0004020202020204" pitchFamily="34" charset="0"/>
                  <a:ea typeface="+mn-lt"/>
                  <a:cs typeface="+mn-lt"/>
                </a:rPr>
                <a:t>The same logic runs on messy business records.</a:t>
              </a:r>
              <a:endParaRPr lang="en-US">
                <a:latin typeface="Aptos" panose="020B0004020202020204" pitchFamily="34" charset="0"/>
              </a:endParaRPr>
            </a:p>
          </p:txBody>
        </p:sp>
      </p:grpSp>
      <p:grpSp>
        <p:nvGrpSpPr>
          <p:cNvPr id="63" name="Group 62">
            <a:extLst>
              <a:ext uri="{FF2B5EF4-FFF2-40B4-BE49-F238E27FC236}">
                <a16:creationId xmlns:a16="http://schemas.microsoft.com/office/drawing/2014/main" id="{C038238C-C56A-8D4A-D088-51E2F63B964E}"/>
              </a:ext>
            </a:extLst>
          </p:cNvPr>
          <p:cNvGrpSpPr/>
          <p:nvPr/>
        </p:nvGrpSpPr>
        <p:grpSpPr>
          <a:xfrm>
            <a:off x="6236208" y="1895973"/>
            <a:ext cx="5559552" cy="1051560"/>
            <a:chOff x="457200" y="1261872"/>
            <a:chExt cx="5559552" cy="1051560"/>
          </a:xfrm>
        </p:grpSpPr>
        <p:sp>
          <p:nvSpPr>
            <p:cNvPr id="64" name="Shape 2">
              <a:extLst>
                <a:ext uri="{FF2B5EF4-FFF2-40B4-BE49-F238E27FC236}">
                  <a16:creationId xmlns:a16="http://schemas.microsoft.com/office/drawing/2014/main" id="{82DFD5CF-4273-7266-086D-5CA68E65668D}"/>
                </a:ext>
              </a:extLst>
            </p:cNvPr>
            <p:cNvSpPr/>
            <p:nvPr/>
          </p:nvSpPr>
          <p:spPr>
            <a:xfrm>
              <a:off x="457200" y="1261872"/>
              <a:ext cx="5559552" cy="1051560"/>
            </a:xfrm>
            <a:prstGeom prst="roundRect">
              <a:avLst>
                <a:gd name="adj" fmla="val 5455"/>
              </a:avLst>
            </a:prstGeom>
            <a:solidFill>
              <a:srgbClr val="F4F4F6"/>
            </a:solidFill>
            <a:ln w="6350">
              <a:solidFill>
                <a:srgbClr val="D1D3D6"/>
              </a:solidFill>
              <a:prstDash val="solid"/>
            </a:ln>
          </p:spPr>
          <p:txBody>
            <a:bodyPr/>
            <a:lstStyle/>
            <a:p>
              <a:endParaRPr lang="fi-FI"/>
            </a:p>
          </p:txBody>
        </p:sp>
        <p:grpSp>
          <p:nvGrpSpPr>
            <p:cNvPr id="65" name="Group 64">
              <a:extLst>
                <a:ext uri="{FF2B5EF4-FFF2-40B4-BE49-F238E27FC236}">
                  <a16:creationId xmlns:a16="http://schemas.microsoft.com/office/drawing/2014/main" id="{10F9575E-EA45-7A97-093B-D91CF921EB2E}"/>
                </a:ext>
              </a:extLst>
            </p:cNvPr>
            <p:cNvGrpSpPr/>
            <p:nvPr/>
          </p:nvGrpSpPr>
          <p:grpSpPr>
            <a:xfrm>
              <a:off x="640080" y="1595628"/>
              <a:ext cx="384048" cy="384048"/>
              <a:chOff x="640080" y="1426464"/>
              <a:chExt cx="384048" cy="384048"/>
            </a:xfrm>
          </p:grpSpPr>
          <p:sp>
            <p:nvSpPr>
              <p:cNvPr id="67" name="Shape 3">
                <a:extLst>
                  <a:ext uri="{FF2B5EF4-FFF2-40B4-BE49-F238E27FC236}">
                    <a16:creationId xmlns:a16="http://schemas.microsoft.com/office/drawing/2014/main" id="{26658432-0FAC-D53F-51C9-AF9B9AC0826A}"/>
                  </a:ext>
                </a:extLst>
              </p:cNvPr>
              <p:cNvSpPr/>
              <p:nvPr/>
            </p:nvSpPr>
            <p:spPr>
              <a:xfrm>
                <a:off x="640080" y="1426464"/>
                <a:ext cx="384048" cy="384048"/>
              </a:xfrm>
              <a:prstGeom prst="ellipse">
                <a:avLst/>
              </a:prstGeom>
              <a:solidFill>
                <a:srgbClr val="567C83"/>
              </a:solidFill>
              <a:ln w="12700">
                <a:solidFill>
                  <a:srgbClr val="567C83"/>
                </a:solidFill>
                <a:prstDash val="solid"/>
              </a:ln>
            </p:spPr>
            <p:txBody>
              <a:bodyPr/>
              <a:lstStyle/>
              <a:p>
                <a:endParaRPr lang="fi-FI"/>
              </a:p>
            </p:txBody>
          </p:sp>
          <p:sp>
            <p:nvSpPr>
              <p:cNvPr id="68" name="Text 4">
                <a:extLst>
                  <a:ext uri="{FF2B5EF4-FFF2-40B4-BE49-F238E27FC236}">
                    <a16:creationId xmlns:a16="http://schemas.microsoft.com/office/drawing/2014/main" id="{E4C2B806-7FD7-7A75-01FA-F4509DAA9981}"/>
                  </a:ext>
                </a:extLst>
              </p:cNvPr>
              <p:cNvSpPr/>
              <p:nvPr/>
            </p:nvSpPr>
            <p:spPr>
              <a:xfrm>
                <a:off x="640080" y="1426464"/>
                <a:ext cx="384048" cy="384048"/>
              </a:xfrm>
              <a:prstGeom prst="rect">
                <a:avLst/>
              </a:prstGeom>
              <a:noFill/>
              <a:ln/>
            </p:spPr>
            <p:txBody>
              <a:bodyPr wrap="square" lIns="91440" tIns="45720" rIns="91440" bIns="45720" rtlCol="0" anchor="ctr"/>
              <a:lstStyle/>
              <a:p>
                <a:pPr marL="0" indent="0" algn="ctr">
                  <a:buNone/>
                </a:pPr>
                <a:r>
                  <a:rPr lang="en-US" sz="1300">
                    <a:solidFill>
                      <a:srgbClr val="FFFFFF"/>
                    </a:solidFill>
                    <a:latin typeface="Aptos Display"/>
                  </a:rPr>
                  <a:t>2</a:t>
                </a:r>
              </a:p>
            </p:txBody>
          </p:sp>
        </p:grpSp>
        <p:sp>
          <p:nvSpPr>
            <p:cNvPr id="66" name="Text 5">
              <a:extLst>
                <a:ext uri="{FF2B5EF4-FFF2-40B4-BE49-F238E27FC236}">
                  <a16:creationId xmlns:a16="http://schemas.microsoft.com/office/drawing/2014/main" id="{4A5E74A4-FD93-6398-995A-AA4ADD178BF2}"/>
                </a:ext>
              </a:extLst>
            </p:cNvPr>
            <p:cNvSpPr/>
            <p:nvPr/>
          </p:nvSpPr>
          <p:spPr>
            <a:xfrm>
              <a:off x="1143000" y="1450027"/>
              <a:ext cx="4690872" cy="702681"/>
            </a:xfrm>
            <a:prstGeom prst="rect">
              <a:avLst/>
            </a:prstGeom>
            <a:noFill/>
            <a:ln/>
          </p:spPr>
          <p:txBody>
            <a:bodyPr wrap="square" lIns="91440" tIns="45720" rIns="91440" bIns="45720" rtlCol="0" anchor="ctr"/>
            <a:lstStyle/>
            <a:p>
              <a:r>
                <a:rPr lang="en-US">
                  <a:solidFill>
                    <a:srgbClr val="2C2E34"/>
                  </a:solidFill>
                  <a:latin typeface="Aptos" panose="020B0004020202020204" pitchFamily="34" charset="0"/>
                  <a:ea typeface="+mn-lt"/>
                  <a:cs typeface="+mn-lt"/>
                </a:rPr>
                <a:t>Data quality</a:t>
              </a:r>
            </a:p>
            <a:p>
              <a:r>
                <a:rPr lang="en-US" sz="1400">
                  <a:solidFill>
                    <a:srgbClr val="62656A"/>
                  </a:solidFill>
                  <a:latin typeface="Aptos" panose="020B0004020202020204" pitchFamily="34" charset="0"/>
                  <a:ea typeface="Aptos Display" pitchFamily="34" charset="-122"/>
                  <a:cs typeface="Aptos Display" pitchFamily="34" charset="-120"/>
                </a:rPr>
                <a:t>A dead sensor and a drifting process read differently.</a:t>
              </a:r>
              <a:endParaRPr lang="en-US" sz="1400">
                <a:latin typeface="Aptos" panose="020B0004020202020204" pitchFamily="34" charset="0"/>
              </a:endParaRPr>
            </a:p>
          </p:txBody>
        </p:sp>
      </p:grpSp>
    </p:spTree>
    <p:extLst>
      <p:ext uri="{BB962C8B-B14F-4D97-AF65-F5344CB8AC3E}">
        <p14:creationId xmlns:p14="http://schemas.microsoft.com/office/powerpoint/2010/main" val="43945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CEAD7-85C9-E450-F1A3-5ACD8C848D4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47F085A-A369-EB2B-12DD-F4D709C36802}"/>
              </a:ext>
            </a:extLst>
          </p:cNvPr>
          <p:cNvSpPr/>
          <p:nvPr/>
        </p:nvSpPr>
        <p:spPr>
          <a:xfrm>
            <a:off x="0" y="0"/>
            <a:ext cx="6583680" cy="6858000"/>
          </a:xfrm>
          <a:prstGeom prst="rect">
            <a:avLst/>
          </a:prstGeom>
          <a:solidFill>
            <a:srgbClr val="123E28"/>
          </a:solidFill>
          <a:ln w="12700">
            <a:solidFill>
              <a:srgbClr val="123E28"/>
            </a:solidFill>
            <a:prstDash val="solid"/>
          </a:ln>
        </p:spPr>
        <p:txBody>
          <a:bodyPr/>
          <a:lstStyle/>
          <a:p>
            <a:endParaRPr lang="fi-FI"/>
          </a:p>
        </p:txBody>
      </p:sp>
      <p:pic>
        <p:nvPicPr>
          <p:cNvPr id="3" name="Image 0" descr="preencoded.png">
            <a:extLst>
              <a:ext uri="{FF2B5EF4-FFF2-40B4-BE49-F238E27FC236}">
                <a16:creationId xmlns:a16="http://schemas.microsoft.com/office/drawing/2014/main" id="{C05843E0-C0D7-7498-2D00-CDAC7B22A480}"/>
              </a:ext>
            </a:extLst>
          </p:cNvPr>
          <p:cNvPicPr>
            <a:picLocks noChangeAspect="1"/>
          </p:cNvPicPr>
          <p:nvPr/>
        </p:nvPicPr>
        <p:blipFill>
          <a:blip r:embed="rId3"/>
          <a:stretch>
            <a:fillRect/>
          </a:stretch>
        </p:blipFill>
        <p:spPr>
          <a:xfrm>
            <a:off x="274320" y="164592"/>
            <a:ext cx="1005840" cy="292608"/>
          </a:xfrm>
          <a:prstGeom prst="rect">
            <a:avLst/>
          </a:prstGeom>
        </p:spPr>
      </p:pic>
      <p:sp>
        <p:nvSpPr>
          <p:cNvPr id="4" name="Text 1">
            <a:extLst>
              <a:ext uri="{FF2B5EF4-FFF2-40B4-BE49-F238E27FC236}">
                <a16:creationId xmlns:a16="http://schemas.microsoft.com/office/drawing/2014/main" id="{26211C87-CB4C-F083-AC81-F6DF0BBD3B94}"/>
              </a:ext>
            </a:extLst>
          </p:cNvPr>
          <p:cNvSpPr/>
          <p:nvPr/>
        </p:nvSpPr>
        <p:spPr>
          <a:xfrm>
            <a:off x="548640" y="1188720"/>
            <a:ext cx="5577840" cy="1463040"/>
          </a:xfrm>
          <a:prstGeom prst="rect">
            <a:avLst/>
          </a:prstGeom>
          <a:noFill/>
          <a:ln/>
        </p:spPr>
        <p:txBody>
          <a:bodyPr wrap="square" rtlCol="0" anchor="ctr"/>
          <a:lstStyle/>
          <a:p>
            <a:r>
              <a:rPr lang="en-US" sz="2800">
                <a:solidFill>
                  <a:srgbClr val="FFFFFF"/>
                </a:solidFill>
                <a:latin typeface="Aptos Display" pitchFamily="34" charset="0"/>
                <a:ea typeface="Aptos Display" pitchFamily="34" charset="-122"/>
                <a:cs typeface="Aptos Display" pitchFamily="34" charset="-120"/>
              </a:rPr>
              <a:t>Why choose our challenge?</a:t>
            </a:r>
            <a:endParaRPr lang="en-US" sz="2800"/>
          </a:p>
        </p:txBody>
      </p:sp>
      <p:sp>
        <p:nvSpPr>
          <p:cNvPr id="6" name="Text 3">
            <a:extLst>
              <a:ext uri="{FF2B5EF4-FFF2-40B4-BE49-F238E27FC236}">
                <a16:creationId xmlns:a16="http://schemas.microsoft.com/office/drawing/2014/main" id="{744B657D-CB49-F7FF-9752-50F8615E2795}"/>
              </a:ext>
            </a:extLst>
          </p:cNvPr>
          <p:cNvSpPr/>
          <p:nvPr/>
        </p:nvSpPr>
        <p:spPr>
          <a:xfrm>
            <a:off x="548640" y="3074670"/>
            <a:ext cx="4740812" cy="1531620"/>
          </a:xfrm>
          <a:prstGeom prst="rect">
            <a:avLst/>
          </a:prstGeom>
          <a:noFill/>
          <a:ln/>
        </p:spPr>
        <p:txBody>
          <a:bodyPr wrap="square" rtlCol="0" anchor="ctr"/>
          <a:lstStyle/>
          <a:p>
            <a:r>
              <a:rPr lang="en-US" sz="2000">
                <a:solidFill>
                  <a:srgbClr val="B0CED3"/>
                </a:solidFill>
                <a:latin typeface="Aptos Display" pitchFamily="34" charset="0"/>
                <a:ea typeface="Aptos Display" pitchFamily="34" charset="-122"/>
                <a:cs typeface="Aptos Display" pitchFamily="34" charset="-120"/>
              </a:rPr>
              <a:t>The winning team takes home €2,000 and a chance to visit our Espoo office.</a:t>
            </a:r>
            <a:endParaRPr lang="en-US" sz="1600" i="1"/>
          </a:p>
        </p:txBody>
      </p:sp>
      <p:pic>
        <p:nvPicPr>
          <p:cNvPr id="8" name="Image 1" descr="preencoded.png">
            <a:extLst>
              <a:ext uri="{FF2B5EF4-FFF2-40B4-BE49-F238E27FC236}">
                <a16:creationId xmlns:a16="http://schemas.microsoft.com/office/drawing/2014/main" id="{9E563DAA-2D2A-9A30-0476-9B9B329C6AEE}"/>
              </a:ext>
            </a:extLst>
          </p:cNvPr>
          <p:cNvPicPr>
            <a:picLocks noChangeAspect="1"/>
          </p:cNvPicPr>
          <p:nvPr/>
        </p:nvPicPr>
        <p:blipFill>
          <a:blip r:embed="rId3"/>
          <a:stretch>
            <a:fillRect/>
          </a:stretch>
        </p:blipFill>
        <p:spPr>
          <a:xfrm>
            <a:off x="304800" y="5029200"/>
            <a:ext cx="5486400" cy="1581912"/>
          </a:xfrm>
          <a:prstGeom prst="rect">
            <a:avLst/>
          </a:prstGeom>
        </p:spPr>
      </p:pic>
      <p:sp>
        <p:nvSpPr>
          <p:cNvPr id="13" name="Text 8">
            <a:extLst>
              <a:ext uri="{FF2B5EF4-FFF2-40B4-BE49-F238E27FC236}">
                <a16:creationId xmlns:a16="http://schemas.microsoft.com/office/drawing/2014/main" id="{62563514-DEB0-5A8B-6741-E56AA9A79E63}"/>
              </a:ext>
            </a:extLst>
          </p:cNvPr>
          <p:cNvSpPr/>
          <p:nvPr/>
        </p:nvSpPr>
        <p:spPr>
          <a:xfrm>
            <a:off x="7086600" y="1764792"/>
            <a:ext cx="4617720" cy="3369916"/>
          </a:xfrm>
          <a:prstGeom prst="rect">
            <a:avLst/>
          </a:prstGeom>
          <a:noFill/>
          <a:ln/>
        </p:spPr>
        <p:txBody>
          <a:bodyPr wrap="square" rtlCol="0" anchor="ctr"/>
          <a:lstStyle/>
          <a:p>
            <a:r>
              <a:rPr lang="en-US" sz="2000">
                <a:solidFill>
                  <a:srgbClr val="2C2E34"/>
                </a:solidFill>
                <a:latin typeface="Aptos Display" pitchFamily="34" charset="0"/>
                <a:ea typeface="Aptos Display" pitchFamily="34" charset="-122"/>
                <a:cs typeface="Aptos Display" pitchFamily="34" charset="-120"/>
              </a:rPr>
              <a:t>Practical information and datasets are included in the challenge package and will be posted in the Discord channel.</a:t>
            </a:r>
          </a:p>
          <a:p>
            <a:r>
              <a:rPr lang="en-US" sz="2000">
                <a:solidFill>
                  <a:srgbClr val="2C2E34"/>
                </a:solidFill>
                <a:latin typeface="Aptos Display" pitchFamily="34" charset="0"/>
              </a:rPr>
              <a:t>Good Luck!</a:t>
            </a:r>
          </a:p>
          <a:p>
            <a:pPr marL="0" indent="0">
              <a:buNone/>
            </a:pPr>
            <a:endParaRPr lang="en-US" sz="2000">
              <a:solidFill>
                <a:srgbClr val="2C2E34"/>
              </a:solidFill>
              <a:latin typeface="Aptos Display" pitchFamily="34" charset="0"/>
            </a:endParaRPr>
          </a:p>
          <a:p>
            <a:pPr marL="0" indent="0">
              <a:buNone/>
            </a:pPr>
            <a:r>
              <a:rPr lang="en-US" sz="1600">
                <a:solidFill>
                  <a:srgbClr val="2C2E34"/>
                </a:solidFill>
                <a:latin typeface="Aptos Display" pitchFamily="34" charset="0"/>
              </a:rPr>
              <a:t>Do not hesitate to ask questions.</a:t>
            </a:r>
            <a:endParaRPr lang="en-US" sz="1600"/>
          </a:p>
        </p:txBody>
      </p:sp>
    </p:spTree>
    <p:extLst>
      <p:ext uri="{BB962C8B-B14F-4D97-AF65-F5344CB8AC3E}">
        <p14:creationId xmlns:p14="http://schemas.microsoft.com/office/powerpoint/2010/main" val="3380691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A8C8CE"/>
          </a:solidFill>
          <a:ln w="12700">
            <a:solidFill>
              <a:srgbClr val="A8C8CE"/>
            </a:solidFill>
            <a:prstDash val="solid"/>
          </a:ln>
        </p:spPr>
        <p:txBody>
          <a:bodyPr/>
          <a:lstStyle/>
          <a:p>
            <a:endParaRPr lang="en-FI"/>
          </a:p>
        </p:txBody>
      </p:sp>
      <p:sp>
        <p:nvSpPr>
          <p:cNvPr id="4" name="Text 1"/>
          <p:cNvSpPr/>
          <p:nvPr/>
        </p:nvSpPr>
        <p:spPr>
          <a:xfrm>
            <a:off x="457200" y="1097280"/>
            <a:ext cx="11277600" cy="548640"/>
          </a:xfrm>
          <a:prstGeom prst="rect">
            <a:avLst/>
          </a:prstGeom>
          <a:noFill/>
          <a:ln/>
        </p:spPr>
        <p:txBody>
          <a:bodyPr wrap="square" rtlCol="0" anchor="ctr"/>
          <a:lstStyle/>
          <a:p>
            <a:pPr marL="0" indent="0">
              <a:buNone/>
            </a:pPr>
            <a:r>
              <a:rPr lang="en-US" sz="3200">
                <a:solidFill>
                  <a:srgbClr val="1A1A1A"/>
                </a:solidFill>
                <a:latin typeface="Aptos Display" pitchFamily="34" charset="0"/>
                <a:ea typeface="Aptos Display" pitchFamily="34" charset="-122"/>
                <a:cs typeface="Aptos Display" pitchFamily="34" charset="-120"/>
              </a:rPr>
              <a:t>We are hiring:</a:t>
            </a:r>
            <a:endParaRPr lang="en-US" sz="3200"/>
          </a:p>
        </p:txBody>
      </p:sp>
      <p:sp>
        <p:nvSpPr>
          <p:cNvPr id="5" name="Text 2"/>
          <p:cNvSpPr/>
          <p:nvPr/>
        </p:nvSpPr>
        <p:spPr>
          <a:xfrm>
            <a:off x="457200" y="1828800"/>
            <a:ext cx="2743200" cy="292608"/>
          </a:xfrm>
          <a:prstGeom prst="rect">
            <a:avLst/>
          </a:prstGeom>
          <a:noFill/>
          <a:ln/>
        </p:spPr>
        <p:txBody>
          <a:bodyPr wrap="square" rtlCol="0" anchor="ctr"/>
          <a:lstStyle/>
          <a:p>
            <a:pPr marL="0" indent="0">
              <a:buNone/>
            </a:pPr>
            <a:r>
              <a:rPr lang="en-US" sz="1600" b="1">
                <a:solidFill>
                  <a:srgbClr val="1A1A1A"/>
                </a:solidFill>
                <a:latin typeface="Aptos Display" pitchFamily="34" charset="0"/>
              </a:rPr>
              <a:t>Espoo:</a:t>
            </a:r>
          </a:p>
        </p:txBody>
      </p:sp>
      <p:sp>
        <p:nvSpPr>
          <p:cNvPr id="6" name="Text 3"/>
          <p:cNvSpPr/>
          <p:nvPr/>
        </p:nvSpPr>
        <p:spPr>
          <a:xfrm>
            <a:off x="457200" y="2121408"/>
            <a:ext cx="2743200" cy="292608"/>
          </a:xfrm>
          <a:prstGeom prst="rect">
            <a:avLst/>
          </a:prstGeom>
          <a:noFill/>
          <a:ln/>
        </p:spPr>
        <p:txBody>
          <a:bodyPr wrap="square" rtlCol="0" anchor="t"/>
          <a:lstStyle/>
          <a:p>
            <a:pPr marL="0" indent="0">
              <a:buNone/>
            </a:pPr>
            <a:r>
              <a:rPr lang="en-US" sz="1400">
                <a:solidFill>
                  <a:srgbClr val="1A1A1A"/>
                </a:solidFill>
                <a:latin typeface="Aptos Display" pitchFamily="34" charset="0"/>
              </a:rPr>
              <a:t>AI Engineer</a:t>
            </a:r>
          </a:p>
        </p:txBody>
      </p:sp>
      <p:sp>
        <p:nvSpPr>
          <p:cNvPr id="7" name="Text 4"/>
          <p:cNvSpPr/>
          <p:nvPr/>
        </p:nvSpPr>
        <p:spPr>
          <a:xfrm>
            <a:off x="3200400" y="1828800"/>
            <a:ext cx="2743200" cy="292608"/>
          </a:xfrm>
          <a:prstGeom prst="rect">
            <a:avLst/>
          </a:prstGeom>
          <a:noFill/>
          <a:ln/>
        </p:spPr>
        <p:txBody>
          <a:bodyPr wrap="square" rtlCol="0" anchor="ctr"/>
          <a:lstStyle/>
          <a:p>
            <a:pPr marL="0" indent="0">
              <a:buNone/>
            </a:pPr>
            <a:r>
              <a:rPr lang="en-US" sz="1600" b="1">
                <a:solidFill>
                  <a:srgbClr val="1A1A1A"/>
                </a:solidFill>
                <a:latin typeface="Aptos Display" pitchFamily="34" charset="0"/>
              </a:rPr>
              <a:t>Helsinki:</a:t>
            </a:r>
          </a:p>
        </p:txBody>
      </p:sp>
      <p:sp>
        <p:nvSpPr>
          <p:cNvPr id="8" name="Text 5"/>
          <p:cNvSpPr/>
          <p:nvPr/>
        </p:nvSpPr>
        <p:spPr>
          <a:xfrm>
            <a:off x="3200400" y="2121408"/>
            <a:ext cx="2743200" cy="1463040"/>
          </a:xfrm>
          <a:prstGeom prst="rect">
            <a:avLst/>
          </a:prstGeom>
          <a:noFill/>
          <a:ln/>
        </p:spPr>
        <p:txBody>
          <a:bodyPr wrap="square" rtlCol="0" anchor="t"/>
          <a:lstStyle/>
          <a:p>
            <a:pPr marL="0" indent="0">
              <a:buNone/>
            </a:pPr>
            <a:r>
              <a:rPr lang="en-US" sz="1400">
                <a:solidFill>
                  <a:srgbClr val="1A1A1A"/>
                </a:solidFill>
                <a:latin typeface="Aptos Display" pitchFamily="34" charset="0"/>
              </a:rPr>
              <a:t>AI Engineer</a:t>
            </a:r>
          </a:p>
          <a:p>
            <a:pPr marL="0" indent="0">
              <a:buNone/>
            </a:pPr>
            <a:r>
              <a:rPr lang="en-US" sz="1400">
                <a:solidFill>
                  <a:srgbClr val="1A1A1A"/>
                </a:solidFill>
                <a:latin typeface="Aptos Display" pitchFamily="34" charset="0"/>
              </a:rPr>
              <a:t>Data Architect</a:t>
            </a:r>
          </a:p>
          <a:p>
            <a:pPr marL="0" indent="0">
              <a:buNone/>
            </a:pPr>
            <a:r>
              <a:rPr lang="en-US" sz="1400">
                <a:solidFill>
                  <a:srgbClr val="1A1A1A"/>
                </a:solidFill>
                <a:latin typeface="Aptos Display" pitchFamily="34" charset="0"/>
              </a:rPr>
              <a:t>Data Engineer</a:t>
            </a:r>
          </a:p>
          <a:p>
            <a:pPr marL="0" indent="0">
              <a:buNone/>
            </a:pPr>
            <a:r>
              <a:rPr lang="en-US" sz="1400">
                <a:solidFill>
                  <a:srgbClr val="1A1A1A"/>
                </a:solidFill>
                <a:latin typeface="Aptos Display" pitchFamily="34" charset="0"/>
              </a:rPr>
              <a:t>Integration Architect</a:t>
            </a:r>
          </a:p>
          <a:p>
            <a:pPr marL="0" indent="0">
              <a:buNone/>
            </a:pPr>
            <a:r>
              <a:rPr lang="en-US" sz="1400">
                <a:solidFill>
                  <a:srgbClr val="1A1A1A"/>
                </a:solidFill>
                <a:latin typeface="Aptos Display" pitchFamily="34" charset="0"/>
              </a:rPr>
              <a:t>Integration Engineer</a:t>
            </a:r>
          </a:p>
        </p:txBody>
      </p:sp>
      <p:sp>
        <p:nvSpPr>
          <p:cNvPr id="9" name="Text 6"/>
          <p:cNvSpPr/>
          <p:nvPr/>
        </p:nvSpPr>
        <p:spPr>
          <a:xfrm>
            <a:off x="5943600" y="1828800"/>
            <a:ext cx="2743200" cy="292608"/>
          </a:xfrm>
          <a:prstGeom prst="rect">
            <a:avLst/>
          </a:prstGeom>
          <a:noFill/>
          <a:ln/>
        </p:spPr>
        <p:txBody>
          <a:bodyPr wrap="square" rtlCol="0" anchor="ctr"/>
          <a:lstStyle/>
          <a:p>
            <a:pPr marL="0" indent="0">
              <a:buNone/>
            </a:pPr>
            <a:r>
              <a:rPr lang="en-US" sz="1600" b="1">
                <a:solidFill>
                  <a:srgbClr val="1A1A1A"/>
                </a:solidFill>
                <a:latin typeface="Aptos Display" pitchFamily="34" charset="0"/>
              </a:rPr>
              <a:t>Stockholm:</a:t>
            </a:r>
          </a:p>
        </p:txBody>
      </p:sp>
      <p:sp>
        <p:nvSpPr>
          <p:cNvPr id="10" name="Text 7"/>
          <p:cNvSpPr/>
          <p:nvPr/>
        </p:nvSpPr>
        <p:spPr>
          <a:xfrm>
            <a:off x="5943600" y="2121408"/>
            <a:ext cx="2743200" cy="1097280"/>
          </a:xfrm>
          <a:prstGeom prst="rect">
            <a:avLst/>
          </a:prstGeom>
          <a:noFill/>
          <a:ln/>
        </p:spPr>
        <p:txBody>
          <a:bodyPr wrap="square" rtlCol="0" anchor="t"/>
          <a:lstStyle/>
          <a:p>
            <a:pPr marL="0" indent="0">
              <a:buNone/>
            </a:pPr>
            <a:r>
              <a:rPr lang="en-US" sz="1400">
                <a:solidFill>
                  <a:srgbClr val="1A1A1A"/>
                </a:solidFill>
                <a:latin typeface="Aptos Display" pitchFamily="34" charset="0"/>
              </a:rPr>
              <a:t>AI Engineer</a:t>
            </a:r>
          </a:p>
          <a:p>
            <a:pPr marL="0" indent="0">
              <a:buNone/>
            </a:pPr>
            <a:r>
              <a:rPr lang="en-US" sz="1400">
                <a:solidFill>
                  <a:srgbClr val="1A1A1A"/>
                </a:solidFill>
                <a:latin typeface="Aptos Display" pitchFamily="34" charset="0"/>
              </a:rPr>
              <a:t>Data Architect</a:t>
            </a:r>
          </a:p>
          <a:p>
            <a:pPr marL="0" indent="0">
              <a:buNone/>
            </a:pPr>
            <a:r>
              <a:rPr lang="en-US" sz="1400">
                <a:solidFill>
                  <a:srgbClr val="1A1A1A"/>
                </a:solidFill>
                <a:latin typeface="Aptos Display" pitchFamily="34" charset="0"/>
              </a:rPr>
              <a:t>Data Engineer</a:t>
            </a:r>
          </a:p>
        </p:txBody>
      </p:sp>
      <p:sp>
        <p:nvSpPr>
          <p:cNvPr id="11" name="Text 8"/>
          <p:cNvSpPr/>
          <p:nvPr/>
        </p:nvSpPr>
        <p:spPr>
          <a:xfrm>
            <a:off x="8686800" y="1828800"/>
            <a:ext cx="2743200" cy="292608"/>
          </a:xfrm>
          <a:prstGeom prst="rect">
            <a:avLst/>
          </a:prstGeom>
          <a:noFill/>
          <a:ln/>
        </p:spPr>
        <p:txBody>
          <a:bodyPr wrap="square" rtlCol="0" anchor="ctr"/>
          <a:lstStyle/>
          <a:p>
            <a:pPr marL="0" indent="0">
              <a:buNone/>
            </a:pPr>
            <a:r>
              <a:rPr lang="en-US" sz="1600" b="1">
                <a:solidFill>
                  <a:srgbClr val="1A1A1A"/>
                </a:solidFill>
                <a:latin typeface="Aptos Display" pitchFamily="34" charset="0"/>
              </a:rPr>
              <a:t>Tampere:</a:t>
            </a:r>
          </a:p>
        </p:txBody>
      </p:sp>
      <p:sp>
        <p:nvSpPr>
          <p:cNvPr id="12" name="Text 9"/>
          <p:cNvSpPr/>
          <p:nvPr/>
        </p:nvSpPr>
        <p:spPr>
          <a:xfrm>
            <a:off x="8686800" y="2121408"/>
            <a:ext cx="2743200" cy="1463040"/>
          </a:xfrm>
          <a:prstGeom prst="rect">
            <a:avLst/>
          </a:prstGeom>
          <a:noFill/>
          <a:ln/>
        </p:spPr>
        <p:txBody>
          <a:bodyPr wrap="square" rtlCol="0" anchor="t"/>
          <a:lstStyle/>
          <a:p>
            <a:pPr marL="0" indent="0">
              <a:buNone/>
            </a:pPr>
            <a:r>
              <a:rPr lang="en-US" sz="1400">
                <a:solidFill>
                  <a:srgbClr val="1A1A1A"/>
                </a:solidFill>
                <a:latin typeface="Aptos Display" pitchFamily="34" charset="0"/>
              </a:rPr>
              <a:t>AI Engineer</a:t>
            </a:r>
          </a:p>
          <a:p>
            <a:pPr marL="0" indent="0">
              <a:buNone/>
            </a:pPr>
            <a:r>
              <a:rPr lang="en-US" sz="1400">
                <a:solidFill>
                  <a:srgbClr val="1A1A1A"/>
                </a:solidFill>
                <a:latin typeface="Aptos Display" pitchFamily="34" charset="0"/>
              </a:rPr>
              <a:t>Data Architect</a:t>
            </a:r>
          </a:p>
          <a:p>
            <a:pPr marL="0" indent="0">
              <a:buNone/>
            </a:pPr>
            <a:r>
              <a:rPr lang="en-US" sz="1400">
                <a:solidFill>
                  <a:srgbClr val="1A1A1A"/>
                </a:solidFill>
                <a:latin typeface="Aptos Display" pitchFamily="34" charset="0"/>
              </a:rPr>
              <a:t>Data Engineer</a:t>
            </a:r>
          </a:p>
          <a:p>
            <a:pPr marL="0" indent="0">
              <a:buNone/>
            </a:pPr>
            <a:r>
              <a:rPr lang="en-US" sz="1400">
                <a:solidFill>
                  <a:srgbClr val="1A1A1A"/>
                </a:solidFill>
                <a:latin typeface="Aptos Display" pitchFamily="34" charset="0"/>
              </a:rPr>
              <a:t>Integration Architect</a:t>
            </a:r>
          </a:p>
          <a:p>
            <a:pPr marL="0" indent="0">
              <a:buNone/>
            </a:pPr>
            <a:r>
              <a:rPr lang="en-US" sz="1400">
                <a:solidFill>
                  <a:srgbClr val="1A1A1A"/>
                </a:solidFill>
                <a:latin typeface="Aptos Display" pitchFamily="34" charset="0"/>
              </a:rPr>
              <a:t>Integration Engineer</a:t>
            </a:r>
          </a:p>
        </p:txBody>
      </p:sp>
      <p:sp>
        <p:nvSpPr>
          <p:cNvPr id="13" name="Text 10"/>
          <p:cNvSpPr/>
          <p:nvPr/>
        </p:nvSpPr>
        <p:spPr>
          <a:xfrm>
            <a:off x="457200" y="5486400"/>
            <a:ext cx="11277600" cy="731520"/>
          </a:xfrm>
          <a:prstGeom prst="rect">
            <a:avLst/>
          </a:prstGeom>
          <a:noFill/>
          <a:ln/>
        </p:spPr>
        <p:txBody>
          <a:bodyPr wrap="square" rtlCol="0" anchor="ctr"/>
          <a:lstStyle/>
          <a:p>
            <a:pPr marL="0" indent="0" algn="ctr">
              <a:buNone/>
            </a:pPr>
            <a:r>
              <a:rPr lang="en-US" sz="1600" b="1">
                <a:solidFill>
                  <a:srgbClr val="1A1A1A"/>
                </a:solidFill>
                <a:latin typeface="Aptos Display" pitchFamily="34" charset="0"/>
              </a:rPr>
              <a:t>Read more and apply: </a:t>
            </a:r>
            <a:r>
              <a:rPr lang="en-US" sz="1600">
                <a:solidFill>
                  <a:srgbClr val="1A1A1A"/>
                </a:solidFill>
                <a:latin typeface="Aptos Display" pitchFamily="34" charset="0"/>
              </a:rPr>
              <a:t>careers.norrin.com</a:t>
            </a:r>
          </a:p>
        </p:txBody>
      </p:sp>
      <p:pic>
        <p:nvPicPr>
          <p:cNvPr id="16" name="Image 0" descr="preencoded.png">
            <a:extLst>
              <a:ext uri="{FF2B5EF4-FFF2-40B4-BE49-F238E27FC236}">
                <a16:creationId xmlns:a16="http://schemas.microsoft.com/office/drawing/2014/main" id="{37269815-879D-97DA-47C9-E1F45EE43EBD}"/>
              </a:ext>
            </a:extLst>
          </p:cNvPr>
          <p:cNvPicPr>
            <a:picLocks noChangeAspect="1"/>
          </p:cNvPicPr>
          <p:nvPr/>
        </p:nvPicPr>
        <p:blipFill>
          <a:blip r:embed="rId2"/>
          <a:stretch>
            <a:fillRect/>
          </a:stretch>
        </p:blipFill>
        <p:spPr>
          <a:xfrm>
            <a:off x="274320" y="164592"/>
            <a:ext cx="1005840" cy="292608"/>
          </a:xfrm>
          <a:prstGeom prst="rect">
            <a:avLst/>
          </a:prstGeom>
        </p:spPr>
      </p:pic>
    </p:spTree>
    <p:extLst>
      <p:ext uri="{BB962C8B-B14F-4D97-AF65-F5344CB8AC3E}">
        <p14:creationId xmlns:p14="http://schemas.microsoft.com/office/powerpoint/2010/main" val="1537896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DA9D8-6B44-32F8-1366-E58AEBB06B31}"/>
            </a:ext>
          </a:extLst>
        </p:cNvPr>
        <p:cNvGrpSpPr/>
        <p:nvPr/>
      </p:nvGrpSpPr>
      <p:grpSpPr>
        <a:xfrm>
          <a:off x="0" y="0"/>
          <a:ext cx="0" cy="0"/>
          <a:chOff x="0" y="0"/>
          <a:chExt cx="0" cy="0"/>
        </a:xfrm>
      </p:grpSpPr>
      <p:sp>
        <p:nvSpPr>
          <p:cNvPr id="3" name="Tekstin paikkamerkki 6">
            <a:extLst>
              <a:ext uri="{FF2B5EF4-FFF2-40B4-BE49-F238E27FC236}">
                <a16:creationId xmlns:a16="http://schemas.microsoft.com/office/drawing/2014/main" id="{B02605AF-B01F-77E4-EE89-AC817CC4F7F9}"/>
              </a:ext>
            </a:extLst>
          </p:cNvPr>
          <p:cNvSpPr txBox="1">
            <a:spLocks/>
          </p:cNvSpPr>
          <p:nvPr/>
        </p:nvSpPr>
        <p:spPr>
          <a:xfrm>
            <a:off x="512597" y="5038252"/>
            <a:ext cx="8325521" cy="1611123"/>
          </a:xfrm>
          <a:prstGeom prst="rect">
            <a:avLst/>
          </a:prstGeom>
        </p:spPr>
        <p:txBody>
          <a:bodyPr lIns="45720" tIns="22860" rIns="45720" bIns="22860" anchor="t"/>
          <a:ls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endParaRPr lang="en-US" sz="900" i="1">
              <a:latin typeface="Aptos" panose="020B0004020202020204" pitchFamily="34" charset="0"/>
            </a:endParaRPr>
          </a:p>
          <a:p>
            <a:pPr marL="0" indent="0">
              <a:buNone/>
            </a:pPr>
            <a:endParaRPr lang="en-US" sz="2000">
              <a:latin typeface="Aptos" panose="020B0004020202020204" pitchFamily="34" charset="0"/>
            </a:endParaRPr>
          </a:p>
          <a:p>
            <a:pPr marL="0" indent="0">
              <a:buNone/>
            </a:pPr>
            <a:r>
              <a:rPr lang="en-US" sz="2000">
                <a:solidFill>
                  <a:srgbClr val="FFFFFF"/>
                </a:solidFill>
                <a:latin typeface="Aptos" panose="020B0004020202020204" pitchFamily="34" charset="0"/>
              </a:rPr>
              <a:t>Norrin Oy</a:t>
            </a:r>
          </a:p>
          <a:p>
            <a:pPr marL="0" indent="0">
              <a:buNone/>
            </a:pPr>
            <a:r>
              <a:rPr lang="en-US" sz="2000" err="1">
                <a:solidFill>
                  <a:srgbClr val="FFFFFF"/>
                </a:solidFill>
                <a:latin typeface="Aptos" panose="020B0004020202020204" pitchFamily="34" charset="0"/>
              </a:rPr>
              <a:t>www.norrin.com</a:t>
            </a:r>
            <a:endParaRPr lang="en-US" sz="2000">
              <a:solidFill>
                <a:srgbClr val="FFFFFF"/>
              </a:solidFill>
              <a:latin typeface="Aptos" panose="020B0004020202020204" pitchFamily="34" charset="0"/>
            </a:endParaRPr>
          </a:p>
          <a:p>
            <a:pPr marL="0" indent="0">
              <a:buNone/>
            </a:pPr>
            <a:r>
              <a:rPr lang="en-US" sz="2000" err="1">
                <a:solidFill>
                  <a:srgbClr val="FFFFFF"/>
                </a:solidFill>
                <a:latin typeface="Aptos" panose="020B0004020202020204" pitchFamily="34" charset="0"/>
              </a:rPr>
              <a:t>Aleksanterinkatu</a:t>
            </a:r>
            <a:r>
              <a:rPr lang="en-US" sz="2000">
                <a:solidFill>
                  <a:srgbClr val="FFFFFF"/>
                </a:solidFill>
                <a:latin typeface="Aptos" panose="020B0004020202020204" pitchFamily="34" charset="0"/>
              </a:rPr>
              <a:t> 9 A, </a:t>
            </a:r>
            <a:br>
              <a:rPr lang="en-US" sz="2000">
                <a:latin typeface="Aptos" panose="020B0004020202020204" pitchFamily="34" charset="0"/>
              </a:rPr>
            </a:br>
            <a:r>
              <a:rPr lang="en-US" sz="2000">
                <a:solidFill>
                  <a:srgbClr val="FFFFFF"/>
                </a:solidFill>
                <a:latin typeface="Aptos" panose="020B0004020202020204" pitchFamily="34" charset="0"/>
              </a:rPr>
              <a:t>00100 Helsinki</a:t>
            </a:r>
          </a:p>
        </p:txBody>
      </p:sp>
    </p:spTree>
    <p:extLst>
      <p:ext uri="{BB962C8B-B14F-4D97-AF65-F5344CB8AC3E}">
        <p14:creationId xmlns:p14="http://schemas.microsoft.com/office/powerpoint/2010/main" val="25974009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rrin">
  <a:themeElements>
    <a:clrScheme name="Norris">
      <a:dk1>
        <a:sysClr val="windowText" lastClr="000000"/>
      </a:dk1>
      <a:lt1>
        <a:sysClr val="window" lastClr="FFFFFF"/>
      </a:lt1>
      <a:dk2>
        <a:srgbClr val="7F7F7F"/>
      </a:dk2>
      <a:lt2>
        <a:srgbClr val="E7E6E6"/>
      </a:lt2>
      <a:accent1>
        <a:srgbClr val="F6F279"/>
      </a:accent1>
      <a:accent2>
        <a:srgbClr val="B0CED3"/>
      </a:accent2>
      <a:accent3>
        <a:srgbClr val="88967E"/>
      </a:accent3>
      <a:accent4>
        <a:srgbClr val="0F3E29"/>
      </a:accent4>
      <a:accent5>
        <a:srgbClr val="CA8B50"/>
      </a:accent5>
      <a:accent6>
        <a:srgbClr val="75562D"/>
      </a:accent6>
      <a:hlink>
        <a:srgbClr val="0563C1"/>
      </a:hlink>
      <a:folHlink>
        <a:srgbClr val="954F72"/>
      </a:folHlink>
    </a:clrScheme>
    <a:fontScheme name="Aptos">
      <a:majorFont>
        <a:latin typeface="Aptos Display"/>
        <a:ea typeface=""/>
        <a:cs typeface=""/>
      </a:majorFont>
      <a:minorFont>
        <a:latin typeface="Apto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Esitys1" id="{51BB89B7-FA94-47E8-9356-F5E3F0FC861B}" vid="{37E63E8E-98A7-43CE-9EFD-CD4A48463E8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8CF3FA9A237D429D96A95C2B89B7AA" ma:contentTypeVersion="12" ma:contentTypeDescription="Create a new document." ma:contentTypeScope="" ma:versionID="323fa31409b161e9b182e2aa4b4bfd43">
  <xsd:schema xmlns:xsd="http://www.w3.org/2001/XMLSchema" xmlns:xs="http://www.w3.org/2001/XMLSchema" xmlns:p="http://schemas.microsoft.com/office/2006/metadata/properties" xmlns:ns2="c647aa03-a9a2-4b5e-9ea5-a49afae3951b" xmlns:ns3="e75c7140-be7d-4b2a-a9fd-4bf67259a2bb" targetNamespace="http://schemas.microsoft.com/office/2006/metadata/properties" ma:root="true" ma:fieldsID="66650069a7cb7ab047768551d1e34fe5" ns2:_="" ns3:_="">
    <xsd:import namespace="c647aa03-a9a2-4b5e-9ea5-a49afae3951b"/>
    <xsd:import namespace="e75c7140-be7d-4b2a-a9fd-4bf67259a2bb"/>
    <xsd:element name="properties">
      <xsd:complexType>
        <xsd:sequence>
          <xsd:element name="documentManagement">
            <xsd:complexType>
              <xsd:all>
                <xsd:element ref="ns2:n6c94959e40f4cb9968280ce2b46c7d9" minOccurs="0"/>
                <xsd:element ref="ns2:l8d5a050785d4866b4f1bb8f92b77eda"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47aa03-a9a2-4b5e-9ea5-a49afae3951b" elementFormDefault="qualified">
    <xsd:import namespace="http://schemas.microsoft.com/office/2006/documentManagement/types"/>
    <xsd:import namespace="http://schemas.microsoft.com/office/infopath/2007/PartnerControls"/>
    <xsd:element name="n6c94959e40f4cb9968280ce2b46c7d9" ma:index="8" nillable="true" ma:taxonomy="true" ma:internalName="n6c94959e40f4cb9968280ce2b46c7d9" ma:taxonomyFieldName="Topic" ma:displayName="Topics" ma:default="" ma:fieldId="{76c94959-e40f-4cb9-9682-80ce2b46c7d9}" ma:taxonomyMulti="true" ma:sspId="55c23438-f91a-4e18-a206-294b2f7e29dc" ma:termSetId="c8666b97-3238-42f0-922c-08025f58cd38" ma:anchorId="00000000-0000-0000-0000-000000000000" ma:open="true" ma:isKeyword="false">
      <xsd:complexType>
        <xsd:sequence>
          <xsd:element ref="pc:Terms" minOccurs="0" maxOccurs="1"/>
        </xsd:sequence>
      </xsd:complexType>
    </xsd:element>
    <xsd:element name="l8d5a050785d4866b4f1bb8f92b77eda" ma:index="9" nillable="true" ma:taxonomy="true" ma:internalName="l8d5a050785d4866b4f1bb8f92b77eda" ma:taxonomyFieldName="Purpose" ma:displayName="Purpose" ma:default="" ma:fieldId="{58d5a050-785d-4866-b4f1-bb8f92b77eda}" ma:sspId="55c23438-f91a-4e18-a206-294b2f7e29dc" ma:termSetId="f28bd116-c0a5-4a75-abb6-bb6fe0d84909" ma:anchorId="00000000-0000-0000-0000-000000000000" ma:open="fals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75c7140-be7d-4b2a-a9fd-4bf67259a2bb"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05464758-f556-47b1-a3cc-92319a2c681f}" ma:internalName="TaxCatchAll" ma:showField="CatchAllData" ma:web="e75c7140-be7d-4b2a-a9fd-4bf67259a2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6c94959e40f4cb9968280ce2b46c7d9 xmlns="c647aa03-a9a2-4b5e-9ea5-a49afae3951b">
      <Terms xmlns="http://schemas.microsoft.com/office/infopath/2007/PartnerControls"/>
    </n6c94959e40f4cb9968280ce2b46c7d9>
    <l8d5a050785d4866b4f1bb8f92b77eda xmlns="c647aa03-a9a2-4b5e-9ea5-a49afae3951b">
      <Terms xmlns="http://schemas.microsoft.com/office/infopath/2007/PartnerControls"/>
    </l8d5a050785d4866b4f1bb8f92b77eda>
    <TaxCatchAll xmlns="e75c7140-be7d-4b2a-a9fd-4bf67259a2bb" xsi:nil="true"/>
  </documentManagement>
</p:properties>
</file>

<file path=customXml/itemProps1.xml><?xml version="1.0" encoding="utf-8"?>
<ds:datastoreItem xmlns:ds="http://schemas.openxmlformats.org/officeDocument/2006/customXml" ds:itemID="{9E352C63-B4DD-427B-8F67-CA1C2368489B}">
  <ds:schemaRefs>
    <ds:schemaRef ds:uri="http://schemas.microsoft.com/sharepoint/v3/contenttype/forms"/>
  </ds:schemaRefs>
</ds:datastoreItem>
</file>

<file path=customXml/itemProps2.xml><?xml version="1.0" encoding="utf-8"?>
<ds:datastoreItem xmlns:ds="http://schemas.openxmlformats.org/officeDocument/2006/customXml" ds:itemID="{A0017CF4-AD2B-4A5C-A2E4-CBFA005F3D96}">
  <ds:schemaRefs>
    <ds:schemaRef ds:uri="c647aa03-a9a2-4b5e-9ea5-a49afae3951b"/>
    <ds:schemaRef ds:uri="e75c7140-be7d-4b2a-a9fd-4bf67259a2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7ED46F1-418F-4AD9-86C4-EA6D6579AC36}">
  <ds:schemaRefs>
    <ds:schemaRef ds:uri="c647aa03-a9a2-4b5e-9ea5-a49afae3951b"/>
    <ds:schemaRef ds:uri="e75c7140-be7d-4b2a-a9fd-4bf67259a2b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7</Notes>
  <HiddenSlides>0</HiddenSlide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Norrin</vt:lpstr>
      <vt:lpstr>PowerPoint Presentation</vt:lpstr>
      <vt:lpstr>PowerPoint Presentation</vt:lpstr>
      <vt:lpstr>PowerPoint Presentation</vt:lpstr>
      <vt:lpstr>PowerPoint Presentation</vt:lpstr>
      <vt:lpstr>A sensor drifts for weeks before anyone sees the fault.</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7</cp:revision>
  <dcterms:created xsi:type="dcterms:W3CDTF">2026-05-17T19:35:58Z</dcterms:created>
  <dcterms:modified xsi:type="dcterms:W3CDTF">2026-09-18T11:40:52Z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0x010100BB8CF3FA9A237D429D96A95C2B89B7AA</vt:lpwstr>
  </property>
  <property fmtid="{D5CDD505-2E9C-101B-9397-08002B2CF9AE}" pid="3" name="Topic">
    <vt:lpwstr/>
  </property>
  <property fmtid="{D5CDD505-2E9C-101B-9397-08002B2CF9AE}" pid="4" name="Purpose">
    <vt:lpwstr/>
  </property>
</Properties>
</file>